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g4"/>
            <p:cNvSpPr/>
            <p:nvPr/>
          </p:nvSpPr>
          <p:spPr>
            <a:xfrm>
              <a:off x="4572000" y="453389"/>
              <a:ext cx="1595807" cy="717792"/>
            </a:xfrm>
            <a:custGeom>
              <a:avLst/>
              <a:pathLst>
                <a:path w="1595807" h="717792">
                  <a:moveTo>
                    <a:pt x="0" y="300566"/>
                  </a:moveTo>
                  <a:lnTo>
                    <a:pt x="0" y="262995"/>
                  </a:lnTo>
                  <a:lnTo>
                    <a:pt x="0" y="225425"/>
                  </a:lnTo>
                  <a:lnTo>
                    <a:pt x="0" y="187854"/>
                  </a:lnTo>
                  <a:lnTo>
                    <a:pt x="0" y="150283"/>
                  </a:lnTo>
                  <a:lnTo>
                    <a:pt x="0" y="112712"/>
                  </a:lnTo>
                  <a:lnTo>
                    <a:pt x="0" y="75141"/>
                  </a:lnTo>
                  <a:lnTo>
                    <a:pt x="0" y="37570"/>
                  </a:lnTo>
                  <a:lnTo>
                    <a:pt x="0" y="0"/>
                  </a:lnTo>
                  <a:lnTo>
                    <a:pt x="36614" y="225"/>
                  </a:lnTo>
                  <a:lnTo>
                    <a:pt x="73223" y="901"/>
                  </a:lnTo>
                  <a:lnTo>
                    <a:pt x="109822" y="2027"/>
                  </a:lnTo>
                  <a:lnTo>
                    <a:pt x="146403" y="3603"/>
                  </a:lnTo>
                  <a:lnTo>
                    <a:pt x="182962" y="5630"/>
                  </a:lnTo>
                  <a:lnTo>
                    <a:pt x="219494" y="8106"/>
                  </a:lnTo>
                  <a:lnTo>
                    <a:pt x="255992" y="11032"/>
                  </a:lnTo>
                  <a:lnTo>
                    <a:pt x="292452" y="14406"/>
                  </a:lnTo>
                  <a:lnTo>
                    <a:pt x="328867" y="18229"/>
                  </a:lnTo>
                  <a:lnTo>
                    <a:pt x="365233" y="22499"/>
                  </a:lnTo>
                  <a:lnTo>
                    <a:pt x="401543" y="27217"/>
                  </a:lnTo>
                  <a:lnTo>
                    <a:pt x="437793" y="32381"/>
                  </a:lnTo>
                  <a:lnTo>
                    <a:pt x="473976" y="37991"/>
                  </a:lnTo>
                  <a:lnTo>
                    <a:pt x="510087" y="44046"/>
                  </a:lnTo>
                  <a:lnTo>
                    <a:pt x="546121" y="50544"/>
                  </a:lnTo>
                  <a:lnTo>
                    <a:pt x="582073" y="57486"/>
                  </a:lnTo>
                  <a:lnTo>
                    <a:pt x="617936" y="64869"/>
                  </a:lnTo>
                  <a:lnTo>
                    <a:pt x="653706" y="72693"/>
                  </a:lnTo>
                  <a:lnTo>
                    <a:pt x="689377" y="80957"/>
                  </a:lnTo>
                  <a:lnTo>
                    <a:pt x="724943" y="89659"/>
                  </a:lnTo>
                  <a:lnTo>
                    <a:pt x="760400" y="98798"/>
                  </a:lnTo>
                  <a:lnTo>
                    <a:pt x="795741" y="108372"/>
                  </a:lnTo>
                  <a:lnTo>
                    <a:pt x="830962" y="118381"/>
                  </a:lnTo>
                  <a:lnTo>
                    <a:pt x="866057" y="128822"/>
                  </a:lnTo>
                  <a:lnTo>
                    <a:pt x="901021" y="139694"/>
                  </a:lnTo>
                  <a:lnTo>
                    <a:pt x="935849" y="150996"/>
                  </a:lnTo>
                  <a:lnTo>
                    <a:pt x="970535" y="162726"/>
                  </a:lnTo>
                  <a:lnTo>
                    <a:pt x="1005074" y="174881"/>
                  </a:lnTo>
                  <a:lnTo>
                    <a:pt x="1039460" y="187460"/>
                  </a:lnTo>
                  <a:lnTo>
                    <a:pt x="1073690" y="200462"/>
                  </a:lnTo>
                  <a:lnTo>
                    <a:pt x="1107756" y="213884"/>
                  </a:lnTo>
                  <a:lnTo>
                    <a:pt x="1141656" y="227724"/>
                  </a:lnTo>
                  <a:lnTo>
                    <a:pt x="1175382" y="241980"/>
                  </a:lnTo>
                  <a:lnTo>
                    <a:pt x="1208930" y="256650"/>
                  </a:lnTo>
                  <a:lnTo>
                    <a:pt x="1242295" y="271731"/>
                  </a:lnTo>
                  <a:lnTo>
                    <a:pt x="1275472" y="287223"/>
                  </a:lnTo>
                  <a:lnTo>
                    <a:pt x="1308456" y="303121"/>
                  </a:lnTo>
                  <a:lnTo>
                    <a:pt x="1341242" y="319424"/>
                  </a:lnTo>
                  <a:lnTo>
                    <a:pt x="1373825" y="336129"/>
                  </a:lnTo>
                  <a:lnTo>
                    <a:pt x="1406199" y="353233"/>
                  </a:lnTo>
                  <a:lnTo>
                    <a:pt x="1438361" y="370735"/>
                  </a:lnTo>
                  <a:lnTo>
                    <a:pt x="1470305" y="388631"/>
                  </a:lnTo>
                  <a:lnTo>
                    <a:pt x="1502026" y="406919"/>
                  </a:lnTo>
                  <a:lnTo>
                    <a:pt x="1533520" y="425596"/>
                  </a:lnTo>
                  <a:lnTo>
                    <a:pt x="1564782" y="444659"/>
                  </a:lnTo>
                  <a:lnTo>
                    <a:pt x="1595807" y="464105"/>
                  </a:lnTo>
                  <a:lnTo>
                    <a:pt x="1575658" y="495816"/>
                  </a:lnTo>
                  <a:lnTo>
                    <a:pt x="1555509" y="527527"/>
                  </a:lnTo>
                  <a:lnTo>
                    <a:pt x="1535359" y="559238"/>
                  </a:lnTo>
                  <a:lnTo>
                    <a:pt x="1515210" y="590949"/>
                  </a:lnTo>
                  <a:lnTo>
                    <a:pt x="1495061" y="622660"/>
                  </a:lnTo>
                  <a:lnTo>
                    <a:pt x="1474912" y="654371"/>
                  </a:lnTo>
                  <a:lnTo>
                    <a:pt x="1454763" y="686081"/>
                  </a:lnTo>
                  <a:lnTo>
                    <a:pt x="1434614" y="717792"/>
                  </a:lnTo>
                  <a:lnTo>
                    <a:pt x="1406723" y="700310"/>
                  </a:lnTo>
                  <a:lnTo>
                    <a:pt x="1378619" y="683173"/>
                  </a:lnTo>
                  <a:lnTo>
                    <a:pt x="1350306" y="666383"/>
                  </a:lnTo>
                  <a:lnTo>
                    <a:pt x="1321789" y="649942"/>
                  </a:lnTo>
                  <a:lnTo>
                    <a:pt x="1293072" y="633854"/>
                  </a:lnTo>
                  <a:lnTo>
                    <a:pt x="1264159" y="618120"/>
                  </a:lnTo>
                  <a:lnTo>
                    <a:pt x="1235054" y="602743"/>
                  </a:lnTo>
                  <a:lnTo>
                    <a:pt x="1205763" y="587725"/>
                  </a:lnTo>
                  <a:lnTo>
                    <a:pt x="1176289" y="573069"/>
                  </a:lnTo>
                  <a:lnTo>
                    <a:pt x="1146636" y="558777"/>
                  </a:lnTo>
                  <a:lnTo>
                    <a:pt x="1116811" y="544850"/>
                  </a:lnTo>
                  <a:lnTo>
                    <a:pt x="1086816" y="531292"/>
                  </a:lnTo>
                  <a:lnTo>
                    <a:pt x="1056656" y="518104"/>
                  </a:lnTo>
                  <a:lnTo>
                    <a:pt x="1026337" y="505288"/>
                  </a:lnTo>
                  <a:lnTo>
                    <a:pt x="995862" y="492846"/>
                  </a:lnTo>
                  <a:lnTo>
                    <a:pt x="965236" y="480780"/>
                  </a:lnTo>
                  <a:lnTo>
                    <a:pt x="934464" y="469092"/>
                  </a:lnTo>
                  <a:lnTo>
                    <a:pt x="903551" y="457783"/>
                  </a:lnTo>
                  <a:lnTo>
                    <a:pt x="872501" y="446855"/>
                  </a:lnTo>
                  <a:lnTo>
                    <a:pt x="841319" y="436311"/>
                  </a:lnTo>
                  <a:lnTo>
                    <a:pt x="810009" y="426150"/>
                  </a:lnTo>
                  <a:lnTo>
                    <a:pt x="778577" y="416376"/>
                  </a:lnTo>
                  <a:lnTo>
                    <a:pt x="747026" y="406990"/>
                  </a:lnTo>
                  <a:lnTo>
                    <a:pt x="715363" y="397992"/>
                  </a:lnTo>
                  <a:lnTo>
                    <a:pt x="683591" y="389385"/>
                  </a:lnTo>
                  <a:lnTo>
                    <a:pt x="651716" y="381169"/>
                  </a:lnTo>
                  <a:lnTo>
                    <a:pt x="619742" y="373346"/>
                  </a:lnTo>
                  <a:lnTo>
                    <a:pt x="587675" y="365917"/>
                  </a:lnTo>
                  <a:lnTo>
                    <a:pt x="555518" y="358883"/>
                  </a:lnTo>
                  <a:lnTo>
                    <a:pt x="523277" y="352246"/>
                  </a:lnTo>
                  <a:lnTo>
                    <a:pt x="490957" y="346006"/>
                  </a:lnTo>
                  <a:lnTo>
                    <a:pt x="458563" y="340163"/>
                  </a:lnTo>
                  <a:lnTo>
                    <a:pt x="426099" y="334720"/>
                  </a:lnTo>
                  <a:lnTo>
                    <a:pt x="393571" y="329677"/>
                  </a:lnTo>
                  <a:lnTo>
                    <a:pt x="360983" y="325035"/>
                  </a:lnTo>
                  <a:lnTo>
                    <a:pt x="328341" y="320793"/>
                  </a:lnTo>
                  <a:lnTo>
                    <a:pt x="295648" y="316954"/>
                  </a:lnTo>
                  <a:lnTo>
                    <a:pt x="262911" y="313517"/>
                  </a:lnTo>
                  <a:lnTo>
                    <a:pt x="230135" y="310484"/>
                  </a:lnTo>
                  <a:lnTo>
                    <a:pt x="197323" y="307854"/>
                  </a:lnTo>
                  <a:lnTo>
                    <a:pt x="164481" y="305628"/>
                  </a:lnTo>
                  <a:lnTo>
                    <a:pt x="131615" y="303806"/>
                  </a:lnTo>
                  <a:lnTo>
                    <a:pt x="98728" y="302389"/>
                  </a:lnTo>
                  <a:lnTo>
                    <a:pt x="65827" y="301376"/>
                  </a:lnTo>
                  <a:lnTo>
                    <a:pt x="32916" y="300769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5" name="pg5"/>
            <p:cNvSpPr/>
            <p:nvPr/>
          </p:nvSpPr>
          <p:spPr>
            <a:xfrm>
              <a:off x="6160617" y="1034931"/>
              <a:ext cx="1386968" cy="2529642"/>
            </a:xfrm>
            <a:custGeom>
              <a:avLst/>
              <a:pathLst>
                <a:path w="1386968" h="2529642">
                  <a:moveTo>
                    <a:pt x="0" y="241825"/>
                  </a:moveTo>
                  <a:lnTo>
                    <a:pt x="22312" y="211596"/>
                  </a:lnTo>
                  <a:lnTo>
                    <a:pt x="44624" y="181368"/>
                  </a:lnTo>
                  <a:lnTo>
                    <a:pt x="66936" y="151140"/>
                  </a:lnTo>
                  <a:lnTo>
                    <a:pt x="89248" y="120912"/>
                  </a:lnTo>
                  <a:lnTo>
                    <a:pt x="111560" y="90684"/>
                  </a:lnTo>
                  <a:lnTo>
                    <a:pt x="133872" y="60456"/>
                  </a:lnTo>
                  <a:lnTo>
                    <a:pt x="156184" y="30228"/>
                  </a:lnTo>
                  <a:lnTo>
                    <a:pt x="178496" y="0"/>
                  </a:lnTo>
                  <a:lnTo>
                    <a:pt x="208073" y="22116"/>
                  </a:lnTo>
                  <a:lnTo>
                    <a:pt x="237374" y="44598"/>
                  </a:lnTo>
                  <a:lnTo>
                    <a:pt x="266393" y="67442"/>
                  </a:lnTo>
                  <a:lnTo>
                    <a:pt x="295127" y="90644"/>
                  </a:lnTo>
                  <a:lnTo>
                    <a:pt x="323570" y="114201"/>
                  </a:lnTo>
                  <a:lnTo>
                    <a:pt x="351719" y="138110"/>
                  </a:lnTo>
                  <a:lnTo>
                    <a:pt x="379569" y="162366"/>
                  </a:lnTo>
                  <a:lnTo>
                    <a:pt x="407116" y="186965"/>
                  </a:lnTo>
                  <a:lnTo>
                    <a:pt x="434355" y="211905"/>
                  </a:lnTo>
                  <a:lnTo>
                    <a:pt x="461283" y="237181"/>
                  </a:lnTo>
                  <a:lnTo>
                    <a:pt x="487895" y="262789"/>
                  </a:lnTo>
                  <a:lnTo>
                    <a:pt x="514187" y="288725"/>
                  </a:lnTo>
                  <a:lnTo>
                    <a:pt x="540155" y="314986"/>
                  </a:lnTo>
                  <a:lnTo>
                    <a:pt x="565795" y="341567"/>
                  </a:lnTo>
                  <a:lnTo>
                    <a:pt x="591103" y="368464"/>
                  </a:lnTo>
                  <a:lnTo>
                    <a:pt x="616076" y="395673"/>
                  </a:lnTo>
                  <a:lnTo>
                    <a:pt x="640709" y="423190"/>
                  </a:lnTo>
                  <a:lnTo>
                    <a:pt x="664998" y="451011"/>
                  </a:lnTo>
                  <a:lnTo>
                    <a:pt x="688940" y="479131"/>
                  </a:lnTo>
                  <a:lnTo>
                    <a:pt x="712532" y="507546"/>
                  </a:lnTo>
                  <a:lnTo>
                    <a:pt x="735769" y="536251"/>
                  </a:lnTo>
                  <a:lnTo>
                    <a:pt x="758648" y="565243"/>
                  </a:lnTo>
                  <a:lnTo>
                    <a:pt x="781165" y="594517"/>
                  </a:lnTo>
                  <a:lnTo>
                    <a:pt x="803317" y="624067"/>
                  </a:lnTo>
                  <a:lnTo>
                    <a:pt x="825101" y="653891"/>
                  </a:lnTo>
                  <a:lnTo>
                    <a:pt x="846513" y="683982"/>
                  </a:lnTo>
                  <a:lnTo>
                    <a:pt x="867550" y="714337"/>
                  </a:lnTo>
                  <a:lnTo>
                    <a:pt x="888208" y="744951"/>
                  </a:lnTo>
                  <a:lnTo>
                    <a:pt x="908485" y="775818"/>
                  </a:lnTo>
                  <a:lnTo>
                    <a:pt x="928377" y="806935"/>
                  </a:lnTo>
                  <a:lnTo>
                    <a:pt x="947882" y="838297"/>
                  </a:lnTo>
                  <a:lnTo>
                    <a:pt x="966996" y="869898"/>
                  </a:lnTo>
                  <a:lnTo>
                    <a:pt x="985716" y="901734"/>
                  </a:lnTo>
                  <a:lnTo>
                    <a:pt x="1004039" y="933799"/>
                  </a:lnTo>
                  <a:lnTo>
                    <a:pt x="1021963" y="966090"/>
                  </a:lnTo>
                  <a:lnTo>
                    <a:pt x="1039485" y="998601"/>
                  </a:lnTo>
                  <a:lnTo>
                    <a:pt x="1056603" y="1031327"/>
                  </a:lnTo>
                  <a:lnTo>
                    <a:pt x="1073312" y="1064262"/>
                  </a:lnTo>
                  <a:lnTo>
                    <a:pt x="1089612" y="1097403"/>
                  </a:lnTo>
                  <a:lnTo>
                    <a:pt x="1105499" y="1130743"/>
                  </a:lnTo>
                  <a:lnTo>
                    <a:pt x="1120971" y="1164278"/>
                  </a:lnTo>
                  <a:lnTo>
                    <a:pt x="1136025" y="1198002"/>
                  </a:lnTo>
                  <a:lnTo>
                    <a:pt x="1150660" y="1231910"/>
                  </a:lnTo>
                  <a:lnTo>
                    <a:pt x="1164873" y="1265998"/>
                  </a:lnTo>
                  <a:lnTo>
                    <a:pt x="1178662" y="1300259"/>
                  </a:lnTo>
                  <a:lnTo>
                    <a:pt x="1192024" y="1334689"/>
                  </a:lnTo>
                  <a:lnTo>
                    <a:pt x="1204959" y="1369282"/>
                  </a:lnTo>
                  <a:lnTo>
                    <a:pt x="1217462" y="1404033"/>
                  </a:lnTo>
                  <a:lnTo>
                    <a:pt x="1229534" y="1438936"/>
                  </a:lnTo>
                  <a:lnTo>
                    <a:pt x="1241171" y="1473987"/>
                  </a:lnTo>
                  <a:lnTo>
                    <a:pt x="1252373" y="1509179"/>
                  </a:lnTo>
                  <a:lnTo>
                    <a:pt x="1263136" y="1544508"/>
                  </a:lnTo>
                  <a:lnTo>
                    <a:pt x="1273461" y="1579967"/>
                  </a:lnTo>
                  <a:lnTo>
                    <a:pt x="1283345" y="1615552"/>
                  </a:lnTo>
                  <a:lnTo>
                    <a:pt x="1292786" y="1651257"/>
                  </a:lnTo>
                  <a:lnTo>
                    <a:pt x="1301783" y="1687076"/>
                  </a:lnTo>
                  <a:lnTo>
                    <a:pt x="1310335" y="1723004"/>
                  </a:lnTo>
                  <a:lnTo>
                    <a:pt x="1318441" y="1759035"/>
                  </a:lnTo>
                  <a:lnTo>
                    <a:pt x="1326098" y="1795165"/>
                  </a:lnTo>
                  <a:lnTo>
                    <a:pt x="1333307" y="1831386"/>
                  </a:lnTo>
                  <a:lnTo>
                    <a:pt x="1340066" y="1867694"/>
                  </a:lnTo>
                  <a:lnTo>
                    <a:pt x="1346373" y="1904084"/>
                  </a:lnTo>
                  <a:lnTo>
                    <a:pt x="1352228" y="1940549"/>
                  </a:lnTo>
                  <a:lnTo>
                    <a:pt x="1357630" y="1977083"/>
                  </a:lnTo>
                  <a:lnTo>
                    <a:pt x="1362579" y="2013682"/>
                  </a:lnTo>
                  <a:lnTo>
                    <a:pt x="1367073" y="2050340"/>
                  </a:lnTo>
                  <a:lnTo>
                    <a:pt x="1371111" y="2087050"/>
                  </a:lnTo>
                  <a:lnTo>
                    <a:pt x="1374694" y="2123808"/>
                  </a:lnTo>
                  <a:lnTo>
                    <a:pt x="1377820" y="2160607"/>
                  </a:lnTo>
                  <a:lnTo>
                    <a:pt x="1380489" y="2197443"/>
                  </a:lnTo>
                  <a:lnTo>
                    <a:pt x="1382700" y="2234308"/>
                  </a:lnTo>
                  <a:lnTo>
                    <a:pt x="1384454" y="2271198"/>
                  </a:lnTo>
                  <a:lnTo>
                    <a:pt x="1385750" y="2308108"/>
                  </a:lnTo>
                  <a:lnTo>
                    <a:pt x="1386588" y="2345030"/>
                  </a:lnTo>
                  <a:lnTo>
                    <a:pt x="1386968" y="2381960"/>
                  </a:lnTo>
                  <a:lnTo>
                    <a:pt x="1386889" y="2418892"/>
                  </a:lnTo>
                  <a:lnTo>
                    <a:pt x="1386351" y="2455820"/>
                  </a:lnTo>
                  <a:lnTo>
                    <a:pt x="1385356" y="2492738"/>
                  </a:lnTo>
                  <a:lnTo>
                    <a:pt x="1383902" y="2529642"/>
                  </a:lnTo>
                  <a:lnTo>
                    <a:pt x="1346370" y="2527930"/>
                  </a:lnTo>
                  <a:lnTo>
                    <a:pt x="1308839" y="2526218"/>
                  </a:lnTo>
                  <a:lnTo>
                    <a:pt x="1271307" y="2524506"/>
                  </a:lnTo>
                  <a:lnTo>
                    <a:pt x="1233775" y="2522794"/>
                  </a:lnTo>
                  <a:lnTo>
                    <a:pt x="1196243" y="2521083"/>
                  </a:lnTo>
                  <a:lnTo>
                    <a:pt x="1158711" y="2519371"/>
                  </a:lnTo>
                  <a:lnTo>
                    <a:pt x="1121179" y="2517659"/>
                  </a:lnTo>
                  <a:lnTo>
                    <a:pt x="1083648" y="2515947"/>
                  </a:lnTo>
                  <a:lnTo>
                    <a:pt x="1084955" y="2482772"/>
                  </a:lnTo>
                  <a:lnTo>
                    <a:pt x="1085850" y="2449582"/>
                  </a:lnTo>
                  <a:lnTo>
                    <a:pt x="1086333" y="2416384"/>
                  </a:lnTo>
                  <a:lnTo>
                    <a:pt x="1086403" y="2383183"/>
                  </a:lnTo>
                  <a:lnTo>
                    <a:pt x="1086062" y="2349983"/>
                  </a:lnTo>
                  <a:lnTo>
                    <a:pt x="1085309" y="2316790"/>
                  </a:lnTo>
                  <a:lnTo>
                    <a:pt x="1084144" y="2283609"/>
                  </a:lnTo>
                  <a:lnTo>
                    <a:pt x="1082567" y="2250446"/>
                  </a:lnTo>
                  <a:lnTo>
                    <a:pt x="1080579" y="2217304"/>
                  </a:lnTo>
                  <a:lnTo>
                    <a:pt x="1078180" y="2184189"/>
                  </a:lnTo>
                  <a:lnTo>
                    <a:pt x="1075369" y="2151107"/>
                  </a:lnTo>
                  <a:lnTo>
                    <a:pt x="1072149" y="2118062"/>
                  </a:lnTo>
                  <a:lnTo>
                    <a:pt x="1068518" y="2085060"/>
                  </a:lnTo>
                  <a:lnTo>
                    <a:pt x="1064478" y="2052105"/>
                  </a:lnTo>
                  <a:lnTo>
                    <a:pt x="1060030" y="2019203"/>
                  </a:lnTo>
                  <a:lnTo>
                    <a:pt x="1055173" y="1986359"/>
                  </a:lnTo>
                  <a:lnTo>
                    <a:pt x="1049909" y="1953577"/>
                  </a:lnTo>
                  <a:lnTo>
                    <a:pt x="1044239" y="1920863"/>
                  </a:lnTo>
                  <a:lnTo>
                    <a:pt x="1038163" y="1888223"/>
                  </a:lnTo>
                  <a:lnTo>
                    <a:pt x="1031683" y="1855660"/>
                  </a:lnTo>
                  <a:lnTo>
                    <a:pt x="1024798" y="1823180"/>
                  </a:lnTo>
                  <a:lnTo>
                    <a:pt x="1017512" y="1790788"/>
                  </a:lnTo>
                  <a:lnTo>
                    <a:pt x="1009823" y="1758489"/>
                  </a:lnTo>
                  <a:lnTo>
                    <a:pt x="1001735" y="1726288"/>
                  </a:lnTo>
                  <a:lnTo>
                    <a:pt x="993247" y="1694190"/>
                  </a:lnTo>
                  <a:lnTo>
                    <a:pt x="984362" y="1662199"/>
                  </a:lnTo>
                  <a:lnTo>
                    <a:pt x="975080" y="1630322"/>
                  </a:lnTo>
                  <a:lnTo>
                    <a:pt x="965404" y="1598562"/>
                  </a:lnTo>
                  <a:lnTo>
                    <a:pt x="955334" y="1566924"/>
                  </a:lnTo>
                  <a:lnTo>
                    <a:pt x="944872" y="1535414"/>
                  </a:lnTo>
                  <a:lnTo>
                    <a:pt x="934020" y="1504036"/>
                  </a:lnTo>
                  <a:lnTo>
                    <a:pt x="922779" y="1472796"/>
                  </a:lnTo>
                  <a:lnTo>
                    <a:pt x="911151" y="1441697"/>
                  </a:lnTo>
                  <a:lnTo>
                    <a:pt x="899139" y="1410745"/>
                  </a:lnTo>
                  <a:lnTo>
                    <a:pt x="886743" y="1379944"/>
                  </a:lnTo>
                  <a:lnTo>
                    <a:pt x="873966" y="1349300"/>
                  </a:lnTo>
                  <a:lnTo>
                    <a:pt x="860809" y="1318817"/>
                  </a:lnTo>
                  <a:lnTo>
                    <a:pt x="847275" y="1288499"/>
                  </a:lnTo>
                  <a:lnTo>
                    <a:pt x="833366" y="1258351"/>
                  </a:lnTo>
                  <a:lnTo>
                    <a:pt x="819084" y="1228379"/>
                  </a:lnTo>
                  <a:lnTo>
                    <a:pt x="804430" y="1198586"/>
                  </a:lnTo>
                  <a:lnTo>
                    <a:pt x="789409" y="1168977"/>
                  </a:lnTo>
                  <a:lnTo>
                    <a:pt x="774020" y="1139557"/>
                  </a:lnTo>
                  <a:lnTo>
                    <a:pt x="758268" y="1110330"/>
                  </a:lnTo>
                  <a:lnTo>
                    <a:pt x="742155" y="1081301"/>
                  </a:lnTo>
                  <a:lnTo>
                    <a:pt x="725682" y="1052475"/>
                  </a:lnTo>
                  <a:lnTo>
                    <a:pt x="708853" y="1023854"/>
                  </a:lnTo>
                  <a:lnTo>
                    <a:pt x="691670" y="995445"/>
                  </a:lnTo>
                  <a:lnTo>
                    <a:pt x="674135" y="967252"/>
                  </a:lnTo>
                  <a:lnTo>
                    <a:pt x="656252" y="939278"/>
                  </a:lnTo>
                  <a:lnTo>
                    <a:pt x="638024" y="911528"/>
                  </a:lnTo>
                  <a:lnTo>
                    <a:pt x="619452" y="884007"/>
                  </a:lnTo>
                  <a:lnTo>
                    <a:pt x="600540" y="856718"/>
                  </a:lnTo>
                  <a:lnTo>
                    <a:pt x="581291" y="829666"/>
                  </a:lnTo>
                  <a:lnTo>
                    <a:pt x="561708" y="802855"/>
                  </a:lnTo>
                  <a:lnTo>
                    <a:pt x="541793" y="776290"/>
                  </a:lnTo>
                  <a:lnTo>
                    <a:pt x="521550" y="749973"/>
                  </a:lnTo>
                  <a:lnTo>
                    <a:pt x="500982" y="723910"/>
                  </a:lnTo>
                  <a:lnTo>
                    <a:pt x="480092" y="698104"/>
                  </a:lnTo>
                  <a:lnTo>
                    <a:pt x="458884" y="672559"/>
                  </a:lnTo>
                  <a:lnTo>
                    <a:pt x="437360" y="647279"/>
                  </a:lnTo>
                  <a:lnTo>
                    <a:pt x="415524" y="622269"/>
                  </a:lnTo>
                  <a:lnTo>
                    <a:pt x="393379" y="597531"/>
                  </a:lnTo>
                  <a:lnTo>
                    <a:pt x="370929" y="573071"/>
                  </a:lnTo>
                  <a:lnTo>
                    <a:pt x="348177" y="548890"/>
                  </a:lnTo>
                  <a:lnTo>
                    <a:pt x="325127" y="524994"/>
                  </a:lnTo>
                  <a:lnTo>
                    <a:pt x="301782" y="501386"/>
                  </a:lnTo>
                  <a:lnTo>
                    <a:pt x="278146" y="478070"/>
                  </a:lnTo>
                  <a:lnTo>
                    <a:pt x="254222" y="455048"/>
                  </a:lnTo>
                  <a:lnTo>
                    <a:pt x="230014" y="432325"/>
                  </a:lnTo>
                  <a:lnTo>
                    <a:pt x="205526" y="409905"/>
                  </a:lnTo>
                  <a:lnTo>
                    <a:pt x="180762" y="387790"/>
                  </a:lnTo>
                  <a:lnTo>
                    <a:pt x="155725" y="365984"/>
                  </a:lnTo>
                  <a:lnTo>
                    <a:pt x="130420" y="344491"/>
                  </a:lnTo>
                  <a:lnTo>
                    <a:pt x="104850" y="323313"/>
                  </a:lnTo>
                  <a:lnTo>
                    <a:pt x="79018" y="302455"/>
                  </a:lnTo>
                  <a:lnTo>
                    <a:pt x="52930" y="281918"/>
                  </a:lnTo>
                  <a:lnTo>
                    <a:pt x="26589" y="26170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5577402" y="3736990"/>
              <a:ext cx="1950418" cy="2449455"/>
            </a:xfrm>
            <a:custGeom>
              <a:avLst/>
              <a:pathLst>
                <a:path w="1950418" h="2449455">
                  <a:moveTo>
                    <a:pt x="1651851" y="0"/>
                  </a:moveTo>
                  <a:lnTo>
                    <a:pt x="1689172" y="4325"/>
                  </a:lnTo>
                  <a:lnTo>
                    <a:pt x="1726493" y="8651"/>
                  </a:lnTo>
                  <a:lnTo>
                    <a:pt x="1763813" y="12977"/>
                  </a:lnTo>
                  <a:lnTo>
                    <a:pt x="1801134" y="17302"/>
                  </a:lnTo>
                  <a:lnTo>
                    <a:pt x="1838455" y="21628"/>
                  </a:lnTo>
                  <a:lnTo>
                    <a:pt x="1875776" y="25954"/>
                  </a:lnTo>
                  <a:lnTo>
                    <a:pt x="1913097" y="30279"/>
                  </a:lnTo>
                  <a:lnTo>
                    <a:pt x="1950418" y="34605"/>
                  </a:lnTo>
                  <a:lnTo>
                    <a:pt x="1945927" y="71357"/>
                  </a:lnTo>
                  <a:lnTo>
                    <a:pt x="1940978" y="108050"/>
                  </a:lnTo>
                  <a:lnTo>
                    <a:pt x="1935573" y="144679"/>
                  </a:lnTo>
                  <a:lnTo>
                    <a:pt x="1929713" y="181237"/>
                  </a:lnTo>
                  <a:lnTo>
                    <a:pt x="1923399" y="217720"/>
                  </a:lnTo>
                  <a:lnTo>
                    <a:pt x="1916631" y="254121"/>
                  </a:lnTo>
                  <a:lnTo>
                    <a:pt x="1909411" y="290436"/>
                  </a:lnTo>
                  <a:lnTo>
                    <a:pt x="1901739" y="326657"/>
                  </a:lnTo>
                  <a:lnTo>
                    <a:pt x="1893617" y="362781"/>
                  </a:lnTo>
                  <a:lnTo>
                    <a:pt x="1885047" y="398801"/>
                  </a:lnTo>
                  <a:lnTo>
                    <a:pt x="1876028" y="434711"/>
                  </a:lnTo>
                  <a:lnTo>
                    <a:pt x="1866564" y="470506"/>
                  </a:lnTo>
                  <a:lnTo>
                    <a:pt x="1856655" y="506181"/>
                  </a:lnTo>
                  <a:lnTo>
                    <a:pt x="1846303" y="541729"/>
                  </a:lnTo>
                  <a:lnTo>
                    <a:pt x="1835510" y="577146"/>
                  </a:lnTo>
                  <a:lnTo>
                    <a:pt x="1824276" y="612426"/>
                  </a:lnTo>
                  <a:lnTo>
                    <a:pt x="1812605" y="647564"/>
                  </a:lnTo>
                  <a:lnTo>
                    <a:pt x="1800497" y="682553"/>
                  </a:lnTo>
                  <a:lnTo>
                    <a:pt x="1787955" y="717390"/>
                  </a:lnTo>
                  <a:lnTo>
                    <a:pt x="1774980" y="752067"/>
                  </a:lnTo>
                  <a:lnTo>
                    <a:pt x="1761575" y="786580"/>
                  </a:lnTo>
                  <a:lnTo>
                    <a:pt x="1747741" y="820924"/>
                  </a:lnTo>
                  <a:lnTo>
                    <a:pt x="1733482" y="855093"/>
                  </a:lnTo>
                  <a:lnTo>
                    <a:pt x="1718798" y="889082"/>
                  </a:lnTo>
                  <a:lnTo>
                    <a:pt x="1703692" y="922886"/>
                  </a:lnTo>
                  <a:lnTo>
                    <a:pt x="1688167" y="956499"/>
                  </a:lnTo>
                  <a:lnTo>
                    <a:pt x="1672225" y="989916"/>
                  </a:lnTo>
                  <a:lnTo>
                    <a:pt x="1655868" y="1023133"/>
                  </a:lnTo>
                  <a:lnTo>
                    <a:pt x="1639099" y="1056143"/>
                  </a:lnTo>
                  <a:lnTo>
                    <a:pt x="1621921" y="1088942"/>
                  </a:lnTo>
                  <a:lnTo>
                    <a:pt x="1604336" y="1121525"/>
                  </a:lnTo>
                  <a:lnTo>
                    <a:pt x="1586347" y="1153886"/>
                  </a:lnTo>
                  <a:lnTo>
                    <a:pt x="1567957" y="1186021"/>
                  </a:lnTo>
                  <a:lnTo>
                    <a:pt x="1549168" y="1217925"/>
                  </a:lnTo>
                  <a:lnTo>
                    <a:pt x="1529984" y="1249593"/>
                  </a:lnTo>
                  <a:lnTo>
                    <a:pt x="1510407" y="1281019"/>
                  </a:lnTo>
                  <a:lnTo>
                    <a:pt x="1490441" y="1312199"/>
                  </a:lnTo>
                  <a:lnTo>
                    <a:pt x="1470088" y="1343129"/>
                  </a:lnTo>
                  <a:lnTo>
                    <a:pt x="1449352" y="1373803"/>
                  </a:lnTo>
                  <a:lnTo>
                    <a:pt x="1428236" y="1404216"/>
                  </a:lnTo>
                  <a:lnTo>
                    <a:pt x="1406743" y="1434365"/>
                  </a:lnTo>
                  <a:lnTo>
                    <a:pt x="1384877" y="1464243"/>
                  </a:lnTo>
                  <a:lnTo>
                    <a:pt x="1362641" y="1493848"/>
                  </a:lnTo>
                  <a:lnTo>
                    <a:pt x="1340038" y="1523173"/>
                  </a:lnTo>
                  <a:lnTo>
                    <a:pt x="1317072" y="1552215"/>
                  </a:lnTo>
                  <a:lnTo>
                    <a:pt x="1293746" y="1580969"/>
                  </a:lnTo>
                  <a:lnTo>
                    <a:pt x="1270064" y="1609430"/>
                  </a:lnTo>
                  <a:lnTo>
                    <a:pt x="1246030" y="1637594"/>
                  </a:lnTo>
                  <a:lnTo>
                    <a:pt x="1221648" y="1665458"/>
                  </a:lnTo>
                  <a:lnTo>
                    <a:pt x="1196920" y="1693015"/>
                  </a:lnTo>
                  <a:lnTo>
                    <a:pt x="1171852" y="1720263"/>
                  </a:lnTo>
                  <a:lnTo>
                    <a:pt x="1146447" y="1747197"/>
                  </a:lnTo>
                  <a:lnTo>
                    <a:pt x="1120708" y="1773813"/>
                  </a:lnTo>
                  <a:lnTo>
                    <a:pt x="1094640" y="1800106"/>
                  </a:lnTo>
                  <a:lnTo>
                    <a:pt x="1068247" y="1826073"/>
                  </a:lnTo>
                  <a:lnTo>
                    <a:pt x="1041533" y="1851709"/>
                  </a:lnTo>
                  <a:lnTo>
                    <a:pt x="1014503" y="1877012"/>
                  </a:lnTo>
                  <a:lnTo>
                    <a:pt x="987159" y="1901975"/>
                  </a:lnTo>
                  <a:lnTo>
                    <a:pt x="959507" y="1926597"/>
                  </a:lnTo>
                  <a:lnTo>
                    <a:pt x="931550" y="1950873"/>
                  </a:lnTo>
                  <a:lnTo>
                    <a:pt x="903294" y="1974799"/>
                  </a:lnTo>
                  <a:lnTo>
                    <a:pt x="874743" y="1998371"/>
                  </a:lnTo>
                  <a:lnTo>
                    <a:pt x="845900" y="2021587"/>
                  </a:lnTo>
                  <a:lnTo>
                    <a:pt x="816770" y="2044442"/>
                  </a:lnTo>
                  <a:lnTo>
                    <a:pt x="787359" y="2066932"/>
                  </a:lnTo>
                  <a:lnTo>
                    <a:pt x="757669" y="2089055"/>
                  </a:lnTo>
                  <a:lnTo>
                    <a:pt x="727707" y="2110807"/>
                  </a:lnTo>
                  <a:lnTo>
                    <a:pt x="697477" y="2132184"/>
                  </a:lnTo>
                  <a:lnTo>
                    <a:pt x="666983" y="2153184"/>
                  </a:lnTo>
                  <a:lnTo>
                    <a:pt x="636230" y="2173802"/>
                  </a:lnTo>
                  <a:lnTo>
                    <a:pt x="605223" y="2194036"/>
                  </a:lnTo>
                  <a:lnTo>
                    <a:pt x="573966" y="2213883"/>
                  </a:lnTo>
                  <a:lnTo>
                    <a:pt x="542465" y="2233339"/>
                  </a:lnTo>
                  <a:lnTo>
                    <a:pt x="510724" y="2252402"/>
                  </a:lnTo>
                  <a:lnTo>
                    <a:pt x="478749" y="2271069"/>
                  </a:lnTo>
                  <a:lnTo>
                    <a:pt x="446543" y="2289336"/>
                  </a:lnTo>
                  <a:lnTo>
                    <a:pt x="414113" y="2307201"/>
                  </a:lnTo>
                  <a:lnTo>
                    <a:pt x="381463" y="2324661"/>
                  </a:lnTo>
                  <a:lnTo>
                    <a:pt x="348599" y="2341714"/>
                  </a:lnTo>
                  <a:lnTo>
                    <a:pt x="315525" y="2358356"/>
                  </a:lnTo>
                  <a:lnTo>
                    <a:pt x="282246" y="2374585"/>
                  </a:lnTo>
                  <a:lnTo>
                    <a:pt x="248768" y="2390399"/>
                  </a:lnTo>
                  <a:lnTo>
                    <a:pt x="215096" y="2405796"/>
                  </a:lnTo>
                  <a:lnTo>
                    <a:pt x="181234" y="2420772"/>
                  </a:lnTo>
                  <a:lnTo>
                    <a:pt x="147190" y="2435326"/>
                  </a:lnTo>
                  <a:lnTo>
                    <a:pt x="112966" y="2449455"/>
                  </a:lnTo>
                  <a:lnTo>
                    <a:pt x="98845" y="2414638"/>
                  </a:lnTo>
                  <a:lnTo>
                    <a:pt x="84724" y="2379822"/>
                  </a:lnTo>
                  <a:lnTo>
                    <a:pt x="70604" y="2345006"/>
                  </a:lnTo>
                  <a:lnTo>
                    <a:pt x="56483" y="2310190"/>
                  </a:lnTo>
                  <a:lnTo>
                    <a:pt x="42362" y="2275374"/>
                  </a:lnTo>
                  <a:lnTo>
                    <a:pt x="28241" y="2240557"/>
                  </a:lnTo>
                  <a:lnTo>
                    <a:pt x="14120" y="2205741"/>
                  </a:lnTo>
                  <a:lnTo>
                    <a:pt x="0" y="2170925"/>
                  </a:lnTo>
                  <a:lnTo>
                    <a:pt x="30766" y="2158223"/>
                  </a:lnTo>
                  <a:lnTo>
                    <a:pt x="61372" y="2145139"/>
                  </a:lnTo>
                  <a:lnTo>
                    <a:pt x="91813" y="2131676"/>
                  </a:lnTo>
                  <a:lnTo>
                    <a:pt x="122084" y="2117835"/>
                  </a:lnTo>
                  <a:lnTo>
                    <a:pt x="152180" y="2103618"/>
                  </a:lnTo>
                  <a:lnTo>
                    <a:pt x="182098" y="2089028"/>
                  </a:lnTo>
                  <a:lnTo>
                    <a:pt x="211831" y="2074067"/>
                  </a:lnTo>
                  <a:lnTo>
                    <a:pt x="241376" y="2058737"/>
                  </a:lnTo>
                  <a:lnTo>
                    <a:pt x="270728" y="2043040"/>
                  </a:lnTo>
                  <a:lnTo>
                    <a:pt x="299882" y="2026980"/>
                  </a:lnTo>
                  <a:lnTo>
                    <a:pt x="328834" y="2010558"/>
                  </a:lnTo>
                  <a:lnTo>
                    <a:pt x="357580" y="1993777"/>
                  </a:lnTo>
                  <a:lnTo>
                    <a:pt x="386115" y="1976639"/>
                  </a:lnTo>
                  <a:lnTo>
                    <a:pt x="414434" y="1959148"/>
                  </a:lnTo>
                  <a:lnTo>
                    <a:pt x="442533" y="1941306"/>
                  </a:lnTo>
                  <a:lnTo>
                    <a:pt x="470408" y="1923116"/>
                  </a:lnTo>
                  <a:lnTo>
                    <a:pt x="498055" y="1904580"/>
                  </a:lnTo>
                  <a:lnTo>
                    <a:pt x="525469" y="1885702"/>
                  </a:lnTo>
                  <a:lnTo>
                    <a:pt x="552646" y="1866484"/>
                  </a:lnTo>
                  <a:lnTo>
                    <a:pt x="579581" y="1846929"/>
                  </a:lnTo>
                  <a:lnTo>
                    <a:pt x="606272" y="1827041"/>
                  </a:lnTo>
                  <a:lnTo>
                    <a:pt x="632712" y="1806822"/>
                  </a:lnTo>
                  <a:lnTo>
                    <a:pt x="658899" y="1786276"/>
                  </a:lnTo>
                  <a:lnTo>
                    <a:pt x="684829" y="1765406"/>
                  </a:lnTo>
                  <a:lnTo>
                    <a:pt x="710496" y="1744214"/>
                  </a:lnTo>
                  <a:lnTo>
                    <a:pt x="735899" y="1722705"/>
                  </a:lnTo>
                  <a:lnTo>
                    <a:pt x="761031" y="1700881"/>
                  </a:lnTo>
                  <a:lnTo>
                    <a:pt x="785890" y="1678747"/>
                  </a:lnTo>
                  <a:lnTo>
                    <a:pt x="810472" y="1656304"/>
                  </a:lnTo>
                  <a:lnTo>
                    <a:pt x="834772" y="1633558"/>
                  </a:lnTo>
                  <a:lnTo>
                    <a:pt x="858788" y="1610511"/>
                  </a:lnTo>
                  <a:lnTo>
                    <a:pt x="882515" y="1587167"/>
                  </a:lnTo>
                  <a:lnTo>
                    <a:pt x="905949" y="1563529"/>
                  </a:lnTo>
                  <a:lnTo>
                    <a:pt x="929088" y="1539602"/>
                  </a:lnTo>
                  <a:lnTo>
                    <a:pt x="951927" y="1515389"/>
                  </a:lnTo>
                  <a:lnTo>
                    <a:pt x="974463" y="1490893"/>
                  </a:lnTo>
                  <a:lnTo>
                    <a:pt x="996693" y="1466119"/>
                  </a:lnTo>
                  <a:lnTo>
                    <a:pt x="1018613" y="1441071"/>
                  </a:lnTo>
                  <a:lnTo>
                    <a:pt x="1040219" y="1415751"/>
                  </a:lnTo>
                  <a:lnTo>
                    <a:pt x="1061509" y="1390165"/>
                  </a:lnTo>
                  <a:lnTo>
                    <a:pt x="1082478" y="1364315"/>
                  </a:lnTo>
                  <a:lnTo>
                    <a:pt x="1103125" y="1338207"/>
                  </a:lnTo>
                  <a:lnTo>
                    <a:pt x="1123444" y="1311844"/>
                  </a:lnTo>
                  <a:lnTo>
                    <a:pt x="1143435" y="1285230"/>
                  </a:lnTo>
                  <a:lnTo>
                    <a:pt x="1163092" y="1258369"/>
                  </a:lnTo>
                  <a:lnTo>
                    <a:pt x="1182414" y="1231266"/>
                  </a:lnTo>
                  <a:lnTo>
                    <a:pt x="1201397" y="1203925"/>
                  </a:lnTo>
                  <a:lnTo>
                    <a:pt x="1220039" y="1176349"/>
                  </a:lnTo>
                  <a:lnTo>
                    <a:pt x="1238335" y="1148544"/>
                  </a:lnTo>
                  <a:lnTo>
                    <a:pt x="1256285" y="1120513"/>
                  </a:lnTo>
                  <a:lnTo>
                    <a:pt x="1273884" y="1092261"/>
                  </a:lnTo>
                  <a:lnTo>
                    <a:pt x="1291131" y="1063792"/>
                  </a:lnTo>
                  <a:lnTo>
                    <a:pt x="1308021" y="1035111"/>
                  </a:lnTo>
                  <a:lnTo>
                    <a:pt x="1324554" y="1006222"/>
                  </a:lnTo>
                  <a:lnTo>
                    <a:pt x="1340726" y="977129"/>
                  </a:lnTo>
                  <a:lnTo>
                    <a:pt x="1356535" y="947838"/>
                  </a:lnTo>
                  <a:lnTo>
                    <a:pt x="1371978" y="918352"/>
                  </a:lnTo>
                  <a:lnTo>
                    <a:pt x="1387053" y="888676"/>
                  </a:lnTo>
                  <a:lnTo>
                    <a:pt x="1401757" y="858815"/>
                  </a:lnTo>
                  <a:lnTo>
                    <a:pt x="1416089" y="828773"/>
                  </a:lnTo>
                  <a:lnTo>
                    <a:pt x="1430046" y="798555"/>
                  </a:lnTo>
                  <a:lnTo>
                    <a:pt x="1443626" y="768166"/>
                  </a:lnTo>
                  <a:lnTo>
                    <a:pt x="1456826" y="737610"/>
                  </a:lnTo>
                  <a:lnTo>
                    <a:pt x="1469646" y="706892"/>
                  </a:lnTo>
                  <a:lnTo>
                    <a:pt x="1482082" y="676018"/>
                  </a:lnTo>
                  <a:lnTo>
                    <a:pt x="1494133" y="644990"/>
                  </a:lnTo>
                  <a:lnTo>
                    <a:pt x="1505797" y="613816"/>
                  </a:lnTo>
                  <a:lnTo>
                    <a:pt x="1517073" y="582498"/>
                  </a:lnTo>
                  <a:lnTo>
                    <a:pt x="1527958" y="551043"/>
                  </a:lnTo>
                  <a:lnTo>
                    <a:pt x="1538450" y="519455"/>
                  </a:lnTo>
                  <a:lnTo>
                    <a:pt x="1548549" y="487739"/>
                  </a:lnTo>
                  <a:lnTo>
                    <a:pt x="1558252" y="455899"/>
                  </a:lnTo>
                  <a:lnTo>
                    <a:pt x="1567558" y="423941"/>
                  </a:lnTo>
                  <a:lnTo>
                    <a:pt x="1576466" y="391870"/>
                  </a:lnTo>
                  <a:lnTo>
                    <a:pt x="1584975" y="359690"/>
                  </a:lnTo>
                  <a:lnTo>
                    <a:pt x="1593082" y="327408"/>
                  </a:lnTo>
                  <a:lnTo>
                    <a:pt x="1600787" y="295026"/>
                  </a:lnTo>
                  <a:lnTo>
                    <a:pt x="1608088" y="262552"/>
                  </a:lnTo>
                  <a:lnTo>
                    <a:pt x="1614985" y="229989"/>
                  </a:lnTo>
                  <a:lnTo>
                    <a:pt x="1621476" y="197342"/>
                  </a:lnTo>
                  <a:lnTo>
                    <a:pt x="1627560" y="164618"/>
                  </a:lnTo>
                  <a:lnTo>
                    <a:pt x="1633237" y="131820"/>
                  </a:lnTo>
                  <a:lnTo>
                    <a:pt x="1638505" y="98954"/>
                  </a:lnTo>
                  <a:lnTo>
                    <a:pt x="1643364" y="66026"/>
                  </a:lnTo>
                  <a:lnTo>
                    <a:pt x="1647813" y="33039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7" name="pg7"/>
            <p:cNvSpPr/>
            <p:nvPr/>
          </p:nvSpPr>
          <p:spPr>
            <a:xfrm>
              <a:off x="2893120" y="5637593"/>
              <a:ext cx="2602174" cy="767009"/>
            </a:xfrm>
            <a:custGeom>
              <a:avLst/>
              <a:pathLst>
                <a:path w="2602174" h="767009">
                  <a:moveTo>
                    <a:pt x="2508912" y="334417"/>
                  </a:moveTo>
                  <a:lnTo>
                    <a:pt x="2520570" y="370133"/>
                  </a:lnTo>
                  <a:lnTo>
                    <a:pt x="2532228" y="405849"/>
                  </a:lnTo>
                  <a:lnTo>
                    <a:pt x="2543885" y="441566"/>
                  </a:lnTo>
                  <a:lnTo>
                    <a:pt x="2555543" y="477282"/>
                  </a:lnTo>
                  <a:lnTo>
                    <a:pt x="2567201" y="512999"/>
                  </a:lnTo>
                  <a:lnTo>
                    <a:pt x="2578859" y="548715"/>
                  </a:lnTo>
                  <a:lnTo>
                    <a:pt x="2590517" y="584432"/>
                  </a:lnTo>
                  <a:lnTo>
                    <a:pt x="2602174" y="620148"/>
                  </a:lnTo>
                  <a:lnTo>
                    <a:pt x="2566647" y="631498"/>
                  </a:lnTo>
                  <a:lnTo>
                    <a:pt x="2530981" y="642402"/>
                  </a:lnTo>
                  <a:lnTo>
                    <a:pt x="2495181" y="652858"/>
                  </a:lnTo>
                  <a:lnTo>
                    <a:pt x="2459253" y="662864"/>
                  </a:lnTo>
                  <a:lnTo>
                    <a:pt x="2423202" y="672420"/>
                  </a:lnTo>
                  <a:lnTo>
                    <a:pt x="2387034" y="681522"/>
                  </a:lnTo>
                  <a:lnTo>
                    <a:pt x="2350755" y="690171"/>
                  </a:lnTo>
                  <a:lnTo>
                    <a:pt x="2314370" y="698364"/>
                  </a:lnTo>
                  <a:lnTo>
                    <a:pt x="2277885" y="706101"/>
                  </a:lnTo>
                  <a:lnTo>
                    <a:pt x="2241307" y="713380"/>
                  </a:lnTo>
                  <a:lnTo>
                    <a:pt x="2204640" y="720200"/>
                  </a:lnTo>
                  <a:lnTo>
                    <a:pt x="2167890" y="726559"/>
                  </a:lnTo>
                  <a:lnTo>
                    <a:pt x="2131064" y="732458"/>
                  </a:lnTo>
                  <a:lnTo>
                    <a:pt x="2094166" y="737894"/>
                  </a:lnTo>
                  <a:lnTo>
                    <a:pt x="2057204" y="742868"/>
                  </a:lnTo>
                  <a:lnTo>
                    <a:pt x="2020181" y="747378"/>
                  </a:lnTo>
                  <a:lnTo>
                    <a:pt x="1983106" y="751423"/>
                  </a:lnTo>
                  <a:lnTo>
                    <a:pt x="1945982" y="755004"/>
                  </a:lnTo>
                  <a:lnTo>
                    <a:pt x="1908817" y="758119"/>
                  </a:lnTo>
                  <a:lnTo>
                    <a:pt x="1871615" y="760768"/>
                  </a:lnTo>
                  <a:lnTo>
                    <a:pt x="1834383" y="762950"/>
                  </a:lnTo>
                  <a:lnTo>
                    <a:pt x="1797127" y="764666"/>
                  </a:lnTo>
                  <a:lnTo>
                    <a:pt x="1759852" y="765914"/>
                  </a:lnTo>
                  <a:lnTo>
                    <a:pt x="1722564" y="766696"/>
                  </a:lnTo>
                  <a:lnTo>
                    <a:pt x="1685270" y="767009"/>
                  </a:lnTo>
                  <a:lnTo>
                    <a:pt x="1647974" y="766856"/>
                  </a:lnTo>
                  <a:lnTo>
                    <a:pt x="1610684" y="766235"/>
                  </a:lnTo>
                  <a:lnTo>
                    <a:pt x="1573404" y="765146"/>
                  </a:lnTo>
                  <a:lnTo>
                    <a:pt x="1536140" y="763591"/>
                  </a:lnTo>
                  <a:lnTo>
                    <a:pt x="1498899" y="761568"/>
                  </a:lnTo>
                  <a:lnTo>
                    <a:pt x="1461687" y="759079"/>
                  </a:lnTo>
                  <a:lnTo>
                    <a:pt x="1424508" y="756124"/>
                  </a:lnTo>
                  <a:lnTo>
                    <a:pt x="1387370" y="752703"/>
                  </a:lnTo>
                  <a:lnTo>
                    <a:pt x="1350277" y="748817"/>
                  </a:lnTo>
                  <a:lnTo>
                    <a:pt x="1313236" y="744466"/>
                  </a:lnTo>
                  <a:lnTo>
                    <a:pt x="1276252" y="739651"/>
                  </a:lnTo>
                  <a:lnTo>
                    <a:pt x="1239332" y="734373"/>
                  </a:lnTo>
                  <a:lnTo>
                    <a:pt x="1202480" y="728633"/>
                  </a:lnTo>
                  <a:lnTo>
                    <a:pt x="1165704" y="722431"/>
                  </a:lnTo>
                  <a:lnTo>
                    <a:pt x="1129008" y="715769"/>
                  </a:lnTo>
                  <a:lnTo>
                    <a:pt x="1092398" y="708647"/>
                  </a:lnTo>
                  <a:lnTo>
                    <a:pt x="1055881" y="701067"/>
                  </a:lnTo>
                  <a:lnTo>
                    <a:pt x="1019461" y="693030"/>
                  </a:lnTo>
                  <a:lnTo>
                    <a:pt x="983145" y="684538"/>
                  </a:lnTo>
                  <a:lnTo>
                    <a:pt x="946938" y="675590"/>
                  </a:lnTo>
                  <a:lnTo>
                    <a:pt x="910847" y="666190"/>
                  </a:lnTo>
                  <a:lnTo>
                    <a:pt x="874876" y="656338"/>
                  </a:lnTo>
                  <a:lnTo>
                    <a:pt x="839031" y="646036"/>
                  </a:lnTo>
                  <a:lnTo>
                    <a:pt x="803318" y="635285"/>
                  </a:lnTo>
                  <a:lnTo>
                    <a:pt x="767743" y="624088"/>
                  </a:lnTo>
                  <a:lnTo>
                    <a:pt x="732311" y="612446"/>
                  </a:lnTo>
                  <a:lnTo>
                    <a:pt x="697027" y="600360"/>
                  </a:lnTo>
                  <a:lnTo>
                    <a:pt x="661898" y="587834"/>
                  </a:lnTo>
                  <a:lnTo>
                    <a:pt x="626929" y="574867"/>
                  </a:lnTo>
                  <a:lnTo>
                    <a:pt x="592125" y="561464"/>
                  </a:lnTo>
                  <a:lnTo>
                    <a:pt x="557491" y="547626"/>
                  </a:lnTo>
                  <a:lnTo>
                    <a:pt x="523034" y="533354"/>
                  </a:lnTo>
                  <a:lnTo>
                    <a:pt x="488758" y="518652"/>
                  </a:lnTo>
                  <a:lnTo>
                    <a:pt x="454670" y="503521"/>
                  </a:lnTo>
                  <a:lnTo>
                    <a:pt x="420773" y="487964"/>
                  </a:lnTo>
                  <a:lnTo>
                    <a:pt x="387075" y="471984"/>
                  </a:lnTo>
                  <a:lnTo>
                    <a:pt x="353579" y="455582"/>
                  </a:lnTo>
                  <a:lnTo>
                    <a:pt x="320291" y="438762"/>
                  </a:lnTo>
                  <a:lnTo>
                    <a:pt x="287217" y="421527"/>
                  </a:lnTo>
                  <a:lnTo>
                    <a:pt x="254361" y="403877"/>
                  </a:lnTo>
                  <a:lnTo>
                    <a:pt x="221730" y="385818"/>
                  </a:lnTo>
                  <a:lnTo>
                    <a:pt x="189327" y="367351"/>
                  </a:lnTo>
                  <a:lnTo>
                    <a:pt x="157158" y="348479"/>
                  </a:lnTo>
                  <a:lnTo>
                    <a:pt x="125228" y="329206"/>
                  </a:lnTo>
                  <a:lnTo>
                    <a:pt x="93543" y="309533"/>
                  </a:lnTo>
                  <a:lnTo>
                    <a:pt x="62106" y="289466"/>
                  </a:lnTo>
                  <a:lnTo>
                    <a:pt x="30923" y="269005"/>
                  </a:lnTo>
                  <a:lnTo>
                    <a:pt x="0" y="248156"/>
                  </a:lnTo>
                  <a:lnTo>
                    <a:pt x="21197" y="217136"/>
                  </a:lnTo>
                  <a:lnTo>
                    <a:pt x="42395" y="186117"/>
                  </a:lnTo>
                  <a:lnTo>
                    <a:pt x="63593" y="155097"/>
                  </a:lnTo>
                  <a:lnTo>
                    <a:pt x="84791" y="124078"/>
                  </a:lnTo>
                  <a:lnTo>
                    <a:pt x="105989" y="93058"/>
                  </a:lnTo>
                  <a:lnTo>
                    <a:pt x="127187" y="62039"/>
                  </a:lnTo>
                  <a:lnTo>
                    <a:pt x="148385" y="31019"/>
                  </a:lnTo>
                  <a:lnTo>
                    <a:pt x="169583" y="0"/>
                  </a:lnTo>
                  <a:lnTo>
                    <a:pt x="197383" y="18743"/>
                  </a:lnTo>
                  <a:lnTo>
                    <a:pt x="225416" y="37136"/>
                  </a:lnTo>
                  <a:lnTo>
                    <a:pt x="253678" y="55177"/>
                  </a:lnTo>
                  <a:lnTo>
                    <a:pt x="282163" y="72862"/>
                  </a:lnTo>
                  <a:lnTo>
                    <a:pt x="310867" y="90189"/>
                  </a:lnTo>
                  <a:lnTo>
                    <a:pt x="339787" y="107154"/>
                  </a:lnTo>
                  <a:lnTo>
                    <a:pt x="368916" y="123756"/>
                  </a:lnTo>
                  <a:lnTo>
                    <a:pt x="398252" y="139991"/>
                  </a:lnTo>
                  <a:lnTo>
                    <a:pt x="427789" y="155858"/>
                  </a:lnTo>
                  <a:lnTo>
                    <a:pt x="457522" y="171353"/>
                  </a:lnTo>
                  <a:lnTo>
                    <a:pt x="487447" y="186474"/>
                  </a:lnTo>
                  <a:lnTo>
                    <a:pt x="517560" y="201219"/>
                  </a:lnTo>
                  <a:lnTo>
                    <a:pt x="547855" y="215585"/>
                  </a:lnTo>
                  <a:lnTo>
                    <a:pt x="578327" y="229570"/>
                  </a:lnTo>
                  <a:lnTo>
                    <a:pt x="608973" y="243172"/>
                  </a:lnTo>
                  <a:lnTo>
                    <a:pt x="639786" y="256390"/>
                  </a:lnTo>
                  <a:lnTo>
                    <a:pt x="670763" y="269220"/>
                  </a:lnTo>
                  <a:lnTo>
                    <a:pt x="701898" y="281660"/>
                  </a:lnTo>
                  <a:lnTo>
                    <a:pt x="733186" y="293710"/>
                  </a:lnTo>
                  <a:lnTo>
                    <a:pt x="764624" y="305366"/>
                  </a:lnTo>
                  <a:lnTo>
                    <a:pt x="796204" y="316628"/>
                  </a:lnTo>
                  <a:lnTo>
                    <a:pt x="827924" y="327492"/>
                  </a:lnTo>
                  <a:lnTo>
                    <a:pt x="859777" y="337959"/>
                  </a:lnTo>
                  <a:lnTo>
                    <a:pt x="891759" y="348025"/>
                  </a:lnTo>
                  <a:lnTo>
                    <a:pt x="923864" y="357689"/>
                  </a:lnTo>
                  <a:lnTo>
                    <a:pt x="956088" y="366951"/>
                  </a:lnTo>
                  <a:lnTo>
                    <a:pt x="988426" y="375808"/>
                  </a:lnTo>
                  <a:lnTo>
                    <a:pt x="1020872" y="384259"/>
                  </a:lnTo>
                  <a:lnTo>
                    <a:pt x="1053421" y="392302"/>
                  </a:lnTo>
                  <a:lnTo>
                    <a:pt x="1086069" y="399937"/>
                  </a:lnTo>
                  <a:lnTo>
                    <a:pt x="1118810" y="407162"/>
                  </a:lnTo>
                  <a:lnTo>
                    <a:pt x="1151639" y="413976"/>
                  </a:lnTo>
                  <a:lnTo>
                    <a:pt x="1184550" y="420379"/>
                  </a:lnTo>
                  <a:lnTo>
                    <a:pt x="1217539" y="426368"/>
                  </a:lnTo>
                  <a:lnTo>
                    <a:pt x="1250601" y="431943"/>
                  </a:lnTo>
                  <a:lnTo>
                    <a:pt x="1283730" y="437104"/>
                  </a:lnTo>
                  <a:lnTo>
                    <a:pt x="1316921" y="441848"/>
                  </a:lnTo>
                  <a:lnTo>
                    <a:pt x="1350169" y="446177"/>
                  </a:lnTo>
                  <a:lnTo>
                    <a:pt x="1383469" y="450088"/>
                  </a:lnTo>
                  <a:lnTo>
                    <a:pt x="1416815" y="453582"/>
                  </a:lnTo>
                  <a:lnTo>
                    <a:pt x="1450202" y="456657"/>
                  </a:lnTo>
                  <a:lnTo>
                    <a:pt x="1483625" y="459314"/>
                  </a:lnTo>
                  <a:lnTo>
                    <a:pt x="1517079" y="461552"/>
                  </a:lnTo>
                  <a:lnTo>
                    <a:pt x="1550558" y="463370"/>
                  </a:lnTo>
                  <a:lnTo>
                    <a:pt x="1584058" y="464769"/>
                  </a:lnTo>
                  <a:lnTo>
                    <a:pt x="1617572" y="465747"/>
                  </a:lnTo>
                  <a:lnTo>
                    <a:pt x="1651096" y="466305"/>
                  </a:lnTo>
                  <a:lnTo>
                    <a:pt x="1684624" y="466443"/>
                  </a:lnTo>
                  <a:lnTo>
                    <a:pt x="1718152" y="466161"/>
                  </a:lnTo>
                  <a:lnTo>
                    <a:pt x="1751673" y="465459"/>
                  </a:lnTo>
                  <a:lnTo>
                    <a:pt x="1785183" y="464337"/>
                  </a:lnTo>
                  <a:lnTo>
                    <a:pt x="1818676" y="462794"/>
                  </a:lnTo>
                  <a:lnTo>
                    <a:pt x="1852147" y="460832"/>
                  </a:lnTo>
                  <a:lnTo>
                    <a:pt x="1885591" y="458451"/>
                  </a:lnTo>
                  <a:lnTo>
                    <a:pt x="1919002" y="455651"/>
                  </a:lnTo>
                  <a:lnTo>
                    <a:pt x="1952376" y="452432"/>
                  </a:lnTo>
                  <a:lnTo>
                    <a:pt x="1985706" y="448795"/>
                  </a:lnTo>
                  <a:lnTo>
                    <a:pt x="2018989" y="444740"/>
                  </a:lnTo>
                  <a:lnTo>
                    <a:pt x="2052218" y="440269"/>
                  </a:lnTo>
                  <a:lnTo>
                    <a:pt x="2085388" y="435382"/>
                  </a:lnTo>
                  <a:lnTo>
                    <a:pt x="2118495" y="430079"/>
                  </a:lnTo>
                  <a:lnTo>
                    <a:pt x="2151533" y="424362"/>
                  </a:lnTo>
                  <a:lnTo>
                    <a:pt x="2184496" y="418231"/>
                  </a:lnTo>
                  <a:lnTo>
                    <a:pt x="2217380" y="411687"/>
                  </a:lnTo>
                  <a:lnTo>
                    <a:pt x="2250179" y="404732"/>
                  </a:lnTo>
                  <a:lnTo>
                    <a:pt x="2282888" y="397367"/>
                  </a:lnTo>
                  <a:lnTo>
                    <a:pt x="2315503" y="389591"/>
                  </a:lnTo>
                  <a:lnTo>
                    <a:pt x="2348018" y="381408"/>
                  </a:lnTo>
                  <a:lnTo>
                    <a:pt x="2380427" y="372818"/>
                  </a:lnTo>
                  <a:lnTo>
                    <a:pt x="2412726" y="363822"/>
                  </a:lnTo>
                  <a:lnTo>
                    <a:pt x="2444910" y="354423"/>
                  </a:lnTo>
                  <a:lnTo>
                    <a:pt x="2476974" y="344620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1596396" y="3064401"/>
              <a:ext cx="1315921" cy="2698251"/>
            </a:xfrm>
            <a:custGeom>
              <a:avLst/>
              <a:pathLst>
                <a:path w="1315921" h="2698251">
                  <a:moveTo>
                    <a:pt x="1315921" y="2462528"/>
                  </a:moveTo>
                  <a:lnTo>
                    <a:pt x="1292610" y="2491994"/>
                  </a:lnTo>
                  <a:lnTo>
                    <a:pt x="1269300" y="2521459"/>
                  </a:lnTo>
                  <a:lnTo>
                    <a:pt x="1245990" y="2550924"/>
                  </a:lnTo>
                  <a:lnTo>
                    <a:pt x="1222680" y="2580390"/>
                  </a:lnTo>
                  <a:lnTo>
                    <a:pt x="1199370" y="2609855"/>
                  </a:lnTo>
                  <a:lnTo>
                    <a:pt x="1176060" y="2639320"/>
                  </a:lnTo>
                  <a:lnTo>
                    <a:pt x="1152750" y="2668785"/>
                  </a:lnTo>
                  <a:lnTo>
                    <a:pt x="1129439" y="2698251"/>
                  </a:lnTo>
                  <a:lnTo>
                    <a:pt x="1100432" y="2675007"/>
                  </a:lnTo>
                  <a:lnTo>
                    <a:pt x="1071718" y="2651403"/>
                  </a:lnTo>
                  <a:lnTo>
                    <a:pt x="1043300" y="2627442"/>
                  </a:lnTo>
                  <a:lnTo>
                    <a:pt x="1015185" y="2603128"/>
                  </a:lnTo>
                  <a:lnTo>
                    <a:pt x="987375" y="2578464"/>
                  </a:lnTo>
                  <a:lnTo>
                    <a:pt x="959875" y="2553455"/>
                  </a:lnTo>
                  <a:lnTo>
                    <a:pt x="932690" y="2528105"/>
                  </a:lnTo>
                  <a:lnTo>
                    <a:pt x="905823" y="2502417"/>
                  </a:lnTo>
                  <a:lnTo>
                    <a:pt x="879280" y="2476395"/>
                  </a:lnTo>
                  <a:lnTo>
                    <a:pt x="853064" y="2450044"/>
                  </a:lnTo>
                  <a:lnTo>
                    <a:pt x="827179" y="2423367"/>
                  </a:lnTo>
                  <a:lnTo>
                    <a:pt x="801629" y="2396369"/>
                  </a:lnTo>
                  <a:lnTo>
                    <a:pt x="776419" y="2369054"/>
                  </a:lnTo>
                  <a:lnTo>
                    <a:pt x="751551" y="2341426"/>
                  </a:lnTo>
                  <a:lnTo>
                    <a:pt x="727031" y="2313490"/>
                  </a:lnTo>
                  <a:lnTo>
                    <a:pt x="702862" y="2285249"/>
                  </a:lnTo>
                  <a:lnTo>
                    <a:pt x="679047" y="2256709"/>
                  </a:lnTo>
                  <a:lnTo>
                    <a:pt x="655590" y="2227874"/>
                  </a:lnTo>
                  <a:lnTo>
                    <a:pt x="632496" y="2198748"/>
                  </a:lnTo>
                  <a:lnTo>
                    <a:pt x="609767" y="2169335"/>
                  </a:lnTo>
                  <a:lnTo>
                    <a:pt x="587408" y="2139641"/>
                  </a:lnTo>
                  <a:lnTo>
                    <a:pt x="565421" y="2109671"/>
                  </a:lnTo>
                  <a:lnTo>
                    <a:pt x="543810" y="2079427"/>
                  </a:lnTo>
                  <a:lnTo>
                    <a:pt x="522579" y="2048916"/>
                  </a:lnTo>
                  <a:lnTo>
                    <a:pt x="501731" y="2018143"/>
                  </a:lnTo>
                  <a:lnTo>
                    <a:pt x="481268" y="1987111"/>
                  </a:lnTo>
                  <a:lnTo>
                    <a:pt x="461195" y="1955826"/>
                  </a:lnTo>
                  <a:lnTo>
                    <a:pt x="441514" y="1924293"/>
                  </a:lnTo>
                  <a:lnTo>
                    <a:pt x="422229" y="1892516"/>
                  </a:lnTo>
                  <a:lnTo>
                    <a:pt x="403342" y="1860501"/>
                  </a:lnTo>
                  <a:lnTo>
                    <a:pt x="384856" y="1828253"/>
                  </a:lnTo>
                  <a:lnTo>
                    <a:pt x="366775" y="1795776"/>
                  </a:lnTo>
                  <a:lnTo>
                    <a:pt x="349101" y="1763076"/>
                  </a:lnTo>
                  <a:lnTo>
                    <a:pt x="331836" y="1730157"/>
                  </a:lnTo>
                  <a:lnTo>
                    <a:pt x="314984" y="1697026"/>
                  </a:lnTo>
                  <a:lnTo>
                    <a:pt x="298548" y="1663686"/>
                  </a:lnTo>
                  <a:lnTo>
                    <a:pt x="282529" y="1630144"/>
                  </a:lnTo>
                  <a:lnTo>
                    <a:pt x="266930" y="1596405"/>
                  </a:lnTo>
                  <a:lnTo>
                    <a:pt x="251754" y="1562473"/>
                  </a:lnTo>
                  <a:lnTo>
                    <a:pt x="237004" y="1528354"/>
                  </a:lnTo>
                  <a:lnTo>
                    <a:pt x="222680" y="1494054"/>
                  </a:lnTo>
                  <a:lnTo>
                    <a:pt x="208786" y="1459577"/>
                  </a:lnTo>
                  <a:lnTo>
                    <a:pt x="195324" y="1424929"/>
                  </a:lnTo>
                  <a:lnTo>
                    <a:pt x="182295" y="1390116"/>
                  </a:lnTo>
                  <a:lnTo>
                    <a:pt x="169703" y="1355143"/>
                  </a:lnTo>
                  <a:lnTo>
                    <a:pt x="157548" y="1320016"/>
                  </a:lnTo>
                  <a:lnTo>
                    <a:pt x="145834" y="1284739"/>
                  </a:lnTo>
                  <a:lnTo>
                    <a:pt x="134560" y="1249319"/>
                  </a:lnTo>
                  <a:lnTo>
                    <a:pt x="123730" y="1213761"/>
                  </a:lnTo>
                  <a:lnTo>
                    <a:pt x="113345" y="1178070"/>
                  </a:lnTo>
                  <a:lnTo>
                    <a:pt x="103407" y="1142252"/>
                  </a:lnTo>
                  <a:lnTo>
                    <a:pt x="93917" y="1106313"/>
                  </a:lnTo>
                  <a:lnTo>
                    <a:pt x="84877" y="1070258"/>
                  </a:lnTo>
                  <a:lnTo>
                    <a:pt x="76287" y="1034093"/>
                  </a:lnTo>
                  <a:lnTo>
                    <a:pt x="68151" y="997824"/>
                  </a:lnTo>
                  <a:lnTo>
                    <a:pt x="60467" y="961456"/>
                  </a:lnTo>
                  <a:lnTo>
                    <a:pt x="53239" y="924994"/>
                  </a:lnTo>
                  <a:lnTo>
                    <a:pt x="46467" y="888445"/>
                  </a:lnTo>
                  <a:lnTo>
                    <a:pt x="40152" y="851815"/>
                  </a:lnTo>
                  <a:lnTo>
                    <a:pt x="34295" y="815108"/>
                  </a:lnTo>
                  <a:lnTo>
                    <a:pt x="28896" y="778331"/>
                  </a:lnTo>
                  <a:lnTo>
                    <a:pt x="23958" y="741490"/>
                  </a:lnTo>
                  <a:lnTo>
                    <a:pt x="19480" y="704590"/>
                  </a:lnTo>
                  <a:lnTo>
                    <a:pt x="15464" y="667636"/>
                  </a:lnTo>
                  <a:lnTo>
                    <a:pt x="11910" y="630636"/>
                  </a:lnTo>
                  <a:lnTo>
                    <a:pt x="8818" y="593593"/>
                  </a:lnTo>
                  <a:lnTo>
                    <a:pt x="6189" y="556516"/>
                  </a:lnTo>
                  <a:lnTo>
                    <a:pt x="4023" y="519408"/>
                  </a:lnTo>
                  <a:lnTo>
                    <a:pt x="2321" y="482276"/>
                  </a:lnTo>
                  <a:lnTo>
                    <a:pt x="1083" y="445126"/>
                  </a:lnTo>
                  <a:lnTo>
                    <a:pt x="309" y="407963"/>
                  </a:lnTo>
                  <a:lnTo>
                    <a:pt x="0" y="370793"/>
                  </a:lnTo>
                  <a:lnTo>
                    <a:pt x="154" y="333622"/>
                  </a:lnTo>
                  <a:lnTo>
                    <a:pt x="773" y="296457"/>
                  </a:lnTo>
                  <a:lnTo>
                    <a:pt x="1857" y="259301"/>
                  </a:lnTo>
                  <a:lnTo>
                    <a:pt x="3404" y="222163"/>
                  </a:lnTo>
                  <a:lnTo>
                    <a:pt x="5415" y="185046"/>
                  </a:lnTo>
                  <a:lnTo>
                    <a:pt x="7890" y="147958"/>
                  </a:lnTo>
                  <a:lnTo>
                    <a:pt x="10828" y="110903"/>
                  </a:lnTo>
                  <a:lnTo>
                    <a:pt x="14228" y="73888"/>
                  </a:lnTo>
                  <a:lnTo>
                    <a:pt x="18090" y="36918"/>
                  </a:lnTo>
                  <a:lnTo>
                    <a:pt x="22414" y="0"/>
                  </a:lnTo>
                  <a:lnTo>
                    <a:pt x="59702" y="4603"/>
                  </a:lnTo>
                  <a:lnTo>
                    <a:pt x="96990" y="9207"/>
                  </a:lnTo>
                  <a:lnTo>
                    <a:pt x="134278" y="13810"/>
                  </a:lnTo>
                  <a:lnTo>
                    <a:pt x="171565" y="18414"/>
                  </a:lnTo>
                  <a:lnTo>
                    <a:pt x="208853" y="23017"/>
                  </a:lnTo>
                  <a:lnTo>
                    <a:pt x="246141" y="27621"/>
                  </a:lnTo>
                  <a:lnTo>
                    <a:pt x="283429" y="32224"/>
                  </a:lnTo>
                  <a:lnTo>
                    <a:pt x="320716" y="36828"/>
                  </a:lnTo>
                  <a:lnTo>
                    <a:pt x="316829" y="70017"/>
                  </a:lnTo>
                  <a:lnTo>
                    <a:pt x="313357" y="103253"/>
                  </a:lnTo>
                  <a:lnTo>
                    <a:pt x="310300" y="136529"/>
                  </a:lnTo>
                  <a:lnTo>
                    <a:pt x="307659" y="169840"/>
                  </a:lnTo>
                  <a:lnTo>
                    <a:pt x="305434" y="203183"/>
                  </a:lnTo>
                  <a:lnTo>
                    <a:pt x="303626" y="236550"/>
                  </a:lnTo>
                  <a:lnTo>
                    <a:pt x="302235" y="269937"/>
                  </a:lnTo>
                  <a:lnTo>
                    <a:pt x="301261" y="303340"/>
                  </a:lnTo>
                  <a:lnTo>
                    <a:pt x="300705" y="336751"/>
                  </a:lnTo>
                  <a:lnTo>
                    <a:pt x="300566" y="370167"/>
                  </a:lnTo>
                  <a:lnTo>
                    <a:pt x="300844" y="403582"/>
                  </a:lnTo>
                  <a:lnTo>
                    <a:pt x="301539" y="436991"/>
                  </a:lnTo>
                  <a:lnTo>
                    <a:pt x="302652" y="470389"/>
                  </a:lnTo>
                  <a:lnTo>
                    <a:pt x="304182" y="503770"/>
                  </a:lnTo>
                  <a:lnTo>
                    <a:pt x="306129" y="537130"/>
                  </a:lnTo>
                  <a:lnTo>
                    <a:pt x="308493" y="570463"/>
                  </a:lnTo>
                  <a:lnTo>
                    <a:pt x="311273" y="603763"/>
                  </a:lnTo>
                  <a:lnTo>
                    <a:pt x="314468" y="637026"/>
                  </a:lnTo>
                  <a:lnTo>
                    <a:pt x="318079" y="670247"/>
                  </a:lnTo>
                  <a:lnTo>
                    <a:pt x="322104" y="703420"/>
                  </a:lnTo>
                  <a:lnTo>
                    <a:pt x="326544" y="736540"/>
                  </a:lnTo>
                  <a:lnTo>
                    <a:pt x="331396" y="769602"/>
                  </a:lnTo>
                  <a:lnTo>
                    <a:pt x="336662" y="802601"/>
                  </a:lnTo>
                  <a:lnTo>
                    <a:pt x="342339" y="835532"/>
                  </a:lnTo>
                  <a:lnTo>
                    <a:pt x="348427" y="868389"/>
                  </a:lnTo>
                  <a:lnTo>
                    <a:pt x="354926" y="901167"/>
                  </a:lnTo>
                  <a:lnTo>
                    <a:pt x="361833" y="933862"/>
                  </a:lnTo>
                  <a:lnTo>
                    <a:pt x="369148" y="966467"/>
                  </a:lnTo>
                  <a:lnTo>
                    <a:pt x="376869" y="998979"/>
                  </a:lnTo>
                  <a:lnTo>
                    <a:pt x="384996" y="1031392"/>
                  </a:lnTo>
                  <a:lnTo>
                    <a:pt x="393528" y="1063701"/>
                  </a:lnTo>
                  <a:lnTo>
                    <a:pt x="402462" y="1095901"/>
                  </a:lnTo>
                  <a:lnTo>
                    <a:pt x="411798" y="1127987"/>
                  </a:lnTo>
                  <a:lnTo>
                    <a:pt x="421534" y="1159953"/>
                  </a:lnTo>
                  <a:lnTo>
                    <a:pt x="431669" y="1191796"/>
                  </a:lnTo>
                  <a:lnTo>
                    <a:pt x="442200" y="1223509"/>
                  </a:lnTo>
                  <a:lnTo>
                    <a:pt x="453127" y="1255088"/>
                  </a:lnTo>
                  <a:lnTo>
                    <a:pt x="464448" y="1286529"/>
                  </a:lnTo>
                  <a:lnTo>
                    <a:pt x="476160" y="1317825"/>
                  </a:lnTo>
                  <a:lnTo>
                    <a:pt x="488262" y="1348973"/>
                  </a:lnTo>
                  <a:lnTo>
                    <a:pt x="500753" y="1379967"/>
                  </a:lnTo>
                  <a:lnTo>
                    <a:pt x="513630" y="1410803"/>
                  </a:lnTo>
                  <a:lnTo>
                    <a:pt x="526891" y="1441475"/>
                  </a:lnTo>
                  <a:lnTo>
                    <a:pt x="540534" y="1471980"/>
                  </a:lnTo>
                  <a:lnTo>
                    <a:pt x="554557" y="1502311"/>
                  </a:lnTo>
                  <a:lnTo>
                    <a:pt x="568957" y="1532465"/>
                  </a:lnTo>
                  <a:lnTo>
                    <a:pt x="583734" y="1562437"/>
                  </a:lnTo>
                  <a:lnTo>
                    <a:pt x="598883" y="1592222"/>
                  </a:lnTo>
                  <a:lnTo>
                    <a:pt x="614404" y="1621815"/>
                  </a:lnTo>
                  <a:lnTo>
                    <a:pt x="630293" y="1651212"/>
                  </a:lnTo>
                  <a:lnTo>
                    <a:pt x="646548" y="1680409"/>
                  </a:lnTo>
                  <a:lnTo>
                    <a:pt x="663166" y="1709400"/>
                  </a:lnTo>
                  <a:lnTo>
                    <a:pt x="680145" y="1738181"/>
                  </a:lnTo>
                  <a:lnTo>
                    <a:pt x="697483" y="1766748"/>
                  </a:lnTo>
                  <a:lnTo>
                    <a:pt x="715175" y="1795096"/>
                  </a:lnTo>
                  <a:lnTo>
                    <a:pt x="733221" y="1823221"/>
                  </a:lnTo>
                  <a:lnTo>
                    <a:pt x="751617" y="1851118"/>
                  </a:lnTo>
                  <a:lnTo>
                    <a:pt x="770359" y="1878783"/>
                  </a:lnTo>
                  <a:lnTo>
                    <a:pt x="789446" y="1906212"/>
                  </a:lnTo>
                  <a:lnTo>
                    <a:pt x="808874" y="1933401"/>
                  </a:lnTo>
                  <a:lnTo>
                    <a:pt x="828640" y="1960344"/>
                  </a:lnTo>
                  <a:lnTo>
                    <a:pt x="848741" y="1987039"/>
                  </a:lnTo>
                  <a:lnTo>
                    <a:pt x="869174" y="2013480"/>
                  </a:lnTo>
                  <a:lnTo>
                    <a:pt x="889935" y="2039664"/>
                  </a:lnTo>
                  <a:lnTo>
                    <a:pt x="911022" y="2065587"/>
                  </a:lnTo>
                  <a:lnTo>
                    <a:pt x="932431" y="2091244"/>
                  </a:lnTo>
                  <a:lnTo>
                    <a:pt x="954159" y="2116632"/>
                  </a:lnTo>
                  <a:lnTo>
                    <a:pt x="976203" y="2141746"/>
                  </a:lnTo>
                  <a:lnTo>
                    <a:pt x="998558" y="2166584"/>
                  </a:lnTo>
                  <a:lnTo>
                    <a:pt x="1021222" y="2191140"/>
                  </a:lnTo>
                  <a:lnTo>
                    <a:pt x="1044191" y="2215410"/>
                  </a:lnTo>
                  <a:lnTo>
                    <a:pt x="1067462" y="2239393"/>
                  </a:lnTo>
                  <a:lnTo>
                    <a:pt x="1091030" y="2263082"/>
                  </a:lnTo>
                  <a:lnTo>
                    <a:pt x="1114892" y="2286475"/>
                  </a:lnTo>
                  <a:lnTo>
                    <a:pt x="1139045" y="2309569"/>
                  </a:lnTo>
                  <a:lnTo>
                    <a:pt x="1163484" y="2332359"/>
                  </a:lnTo>
                  <a:lnTo>
                    <a:pt x="1188206" y="2354841"/>
                  </a:lnTo>
                  <a:lnTo>
                    <a:pt x="1213207" y="2377014"/>
                  </a:lnTo>
                  <a:lnTo>
                    <a:pt x="1238483" y="2398872"/>
                  </a:lnTo>
                  <a:lnTo>
                    <a:pt x="1264029" y="2420413"/>
                  </a:lnTo>
                  <a:lnTo>
                    <a:pt x="1289843" y="2441632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1651438" y="1645158"/>
              <a:ext cx="779500" cy="1271674"/>
            </a:xfrm>
            <a:custGeom>
              <a:avLst/>
              <a:pathLst>
                <a:path w="779500" h="1271674">
                  <a:moveTo>
                    <a:pt x="295006" y="1271674"/>
                  </a:moveTo>
                  <a:lnTo>
                    <a:pt x="258130" y="1264480"/>
                  </a:lnTo>
                  <a:lnTo>
                    <a:pt x="221254" y="1257287"/>
                  </a:lnTo>
                  <a:lnTo>
                    <a:pt x="184378" y="1250094"/>
                  </a:lnTo>
                  <a:lnTo>
                    <a:pt x="147503" y="1242900"/>
                  </a:lnTo>
                  <a:lnTo>
                    <a:pt x="110627" y="1235707"/>
                  </a:lnTo>
                  <a:lnTo>
                    <a:pt x="73751" y="1228514"/>
                  </a:lnTo>
                  <a:lnTo>
                    <a:pt x="36875" y="1221320"/>
                  </a:lnTo>
                  <a:lnTo>
                    <a:pt x="0" y="1214127"/>
                  </a:lnTo>
                  <a:lnTo>
                    <a:pt x="7352" y="1177648"/>
                  </a:lnTo>
                  <a:lnTo>
                    <a:pt x="15161" y="1141265"/>
                  </a:lnTo>
                  <a:lnTo>
                    <a:pt x="23424" y="1104981"/>
                  </a:lnTo>
                  <a:lnTo>
                    <a:pt x="32140" y="1068804"/>
                  </a:lnTo>
                  <a:lnTo>
                    <a:pt x="41308" y="1032739"/>
                  </a:lnTo>
                  <a:lnTo>
                    <a:pt x="50926" y="996791"/>
                  </a:lnTo>
                  <a:lnTo>
                    <a:pt x="60993" y="960966"/>
                  </a:lnTo>
                  <a:lnTo>
                    <a:pt x="71507" y="925270"/>
                  </a:lnTo>
                  <a:lnTo>
                    <a:pt x="82466" y="889709"/>
                  </a:lnTo>
                  <a:lnTo>
                    <a:pt x="93870" y="854287"/>
                  </a:lnTo>
                  <a:lnTo>
                    <a:pt x="105716" y="819010"/>
                  </a:lnTo>
                  <a:lnTo>
                    <a:pt x="118001" y="783885"/>
                  </a:lnTo>
                  <a:lnTo>
                    <a:pt x="130725" y="748915"/>
                  </a:lnTo>
                  <a:lnTo>
                    <a:pt x="143886" y="714108"/>
                  </a:lnTo>
                  <a:lnTo>
                    <a:pt x="157481" y="679468"/>
                  </a:lnTo>
                  <a:lnTo>
                    <a:pt x="171507" y="645000"/>
                  </a:lnTo>
                  <a:lnTo>
                    <a:pt x="185964" y="610711"/>
                  </a:lnTo>
                  <a:lnTo>
                    <a:pt x="200849" y="576605"/>
                  </a:lnTo>
                  <a:lnTo>
                    <a:pt x="216158" y="542688"/>
                  </a:lnTo>
                  <a:lnTo>
                    <a:pt x="231891" y="508966"/>
                  </a:lnTo>
                  <a:lnTo>
                    <a:pt x="248044" y="475442"/>
                  </a:lnTo>
                  <a:lnTo>
                    <a:pt x="264616" y="442123"/>
                  </a:lnTo>
                  <a:lnTo>
                    <a:pt x="281602" y="409014"/>
                  </a:lnTo>
                  <a:lnTo>
                    <a:pt x="299001" y="376120"/>
                  </a:lnTo>
                  <a:lnTo>
                    <a:pt x="316811" y="343446"/>
                  </a:lnTo>
                  <a:lnTo>
                    <a:pt x="335027" y="310998"/>
                  </a:lnTo>
                  <a:lnTo>
                    <a:pt x="353648" y="278779"/>
                  </a:lnTo>
                  <a:lnTo>
                    <a:pt x="372670" y="246797"/>
                  </a:lnTo>
                  <a:lnTo>
                    <a:pt x="392091" y="215054"/>
                  </a:lnTo>
                  <a:lnTo>
                    <a:pt x="411907" y="183557"/>
                  </a:lnTo>
                  <a:lnTo>
                    <a:pt x="432116" y="152310"/>
                  </a:lnTo>
                  <a:lnTo>
                    <a:pt x="452714" y="121318"/>
                  </a:lnTo>
                  <a:lnTo>
                    <a:pt x="473697" y="90587"/>
                  </a:lnTo>
                  <a:lnTo>
                    <a:pt x="495064" y="60120"/>
                  </a:lnTo>
                  <a:lnTo>
                    <a:pt x="516809" y="29922"/>
                  </a:lnTo>
                  <a:lnTo>
                    <a:pt x="538931" y="0"/>
                  </a:lnTo>
                  <a:lnTo>
                    <a:pt x="569002" y="22523"/>
                  </a:lnTo>
                  <a:lnTo>
                    <a:pt x="599073" y="45046"/>
                  </a:lnTo>
                  <a:lnTo>
                    <a:pt x="629144" y="67569"/>
                  </a:lnTo>
                  <a:lnTo>
                    <a:pt x="659215" y="90093"/>
                  </a:lnTo>
                  <a:lnTo>
                    <a:pt x="689286" y="112616"/>
                  </a:lnTo>
                  <a:lnTo>
                    <a:pt x="719357" y="135139"/>
                  </a:lnTo>
                  <a:lnTo>
                    <a:pt x="749428" y="157662"/>
                  </a:lnTo>
                  <a:lnTo>
                    <a:pt x="779500" y="180186"/>
                  </a:lnTo>
                  <a:lnTo>
                    <a:pt x="759612" y="207086"/>
                  </a:lnTo>
                  <a:lnTo>
                    <a:pt x="740063" y="234233"/>
                  </a:lnTo>
                  <a:lnTo>
                    <a:pt x="720855" y="261623"/>
                  </a:lnTo>
                  <a:lnTo>
                    <a:pt x="701991" y="289250"/>
                  </a:lnTo>
                  <a:lnTo>
                    <a:pt x="683474" y="317111"/>
                  </a:lnTo>
                  <a:lnTo>
                    <a:pt x="665307" y="345202"/>
                  </a:lnTo>
                  <a:lnTo>
                    <a:pt x="647492" y="373517"/>
                  </a:lnTo>
                  <a:lnTo>
                    <a:pt x="630033" y="402054"/>
                  </a:lnTo>
                  <a:lnTo>
                    <a:pt x="612932" y="430806"/>
                  </a:lnTo>
                  <a:lnTo>
                    <a:pt x="596192" y="459770"/>
                  </a:lnTo>
                  <a:lnTo>
                    <a:pt x="579816" y="488941"/>
                  </a:lnTo>
                  <a:lnTo>
                    <a:pt x="563805" y="518314"/>
                  </a:lnTo>
                  <a:lnTo>
                    <a:pt x="548164" y="547886"/>
                  </a:lnTo>
                  <a:lnTo>
                    <a:pt x="532893" y="577650"/>
                  </a:lnTo>
                  <a:lnTo>
                    <a:pt x="517996" y="607604"/>
                  </a:lnTo>
                  <a:lnTo>
                    <a:pt x="503474" y="637741"/>
                  </a:lnTo>
                  <a:lnTo>
                    <a:pt x="489330" y="668057"/>
                  </a:lnTo>
                  <a:lnTo>
                    <a:pt x="475567" y="698548"/>
                  </a:lnTo>
                  <a:lnTo>
                    <a:pt x="462186" y="729209"/>
                  </a:lnTo>
                  <a:lnTo>
                    <a:pt x="449190" y="760035"/>
                  </a:lnTo>
                  <a:lnTo>
                    <a:pt x="436580" y="791021"/>
                  </a:lnTo>
                  <a:lnTo>
                    <a:pt x="424358" y="822162"/>
                  </a:lnTo>
                  <a:lnTo>
                    <a:pt x="412527" y="853453"/>
                  </a:lnTo>
                  <a:lnTo>
                    <a:pt x="401088" y="884890"/>
                  </a:lnTo>
                  <a:lnTo>
                    <a:pt x="390043" y="916468"/>
                  </a:lnTo>
                  <a:lnTo>
                    <a:pt x="379394" y="948181"/>
                  </a:lnTo>
                  <a:lnTo>
                    <a:pt x="369143" y="980025"/>
                  </a:lnTo>
                  <a:lnTo>
                    <a:pt x="359290" y="1011995"/>
                  </a:lnTo>
                  <a:lnTo>
                    <a:pt x="349838" y="1044085"/>
                  </a:lnTo>
                  <a:lnTo>
                    <a:pt x="340788" y="1076291"/>
                  </a:lnTo>
                  <a:lnTo>
                    <a:pt x="332141" y="1108608"/>
                  </a:lnTo>
                  <a:lnTo>
                    <a:pt x="323900" y="1141030"/>
                  </a:lnTo>
                  <a:lnTo>
                    <a:pt x="316064" y="1173553"/>
                  </a:lnTo>
                  <a:lnTo>
                    <a:pt x="308636" y="1206171"/>
                  </a:lnTo>
                  <a:lnTo>
                    <a:pt x="301616" y="1238880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2320605" y="460638"/>
              <a:ext cx="2064792" cy="1219259"/>
            </a:xfrm>
            <a:custGeom>
              <a:avLst/>
              <a:pathLst>
                <a:path w="2064792" h="1219259">
                  <a:moveTo>
                    <a:pt x="227413" y="1219259"/>
                  </a:moveTo>
                  <a:lnTo>
                    <a:pt x="198986" y="1194693"/>
                  </a:lnTo>
                  <a:lnTo>
                    <a:pt x="170560" y="1170127"/>
                  </a:lnTo>
                  <a:lnTo>
                    <a:pt x="142133" y="1145561"/>
                  </a:lnTo>
                  <a:lnTo>
                    <a:pt x="113706" y="1120995"/>
                  </a:lnTo>
                  <a:lnTo>
                    <a:pt x="85280" y="1096428"/>
                  </a:lnTo>
                  <a:lnTo>
                    <a:pt x="56853" y="1071862"/>
                  </a:lnTo>
                  <a:lnTo>
                    <a:pt x="28426" y="1047296"/>
                  </a:lnTo>
                  <a:lnTo>
                    <a:pt x="0" y="1022730"/>
                  </a:lnTo>
                  <a:lnTo>
                    <a:pt x="24520" y="994712"/>
                  </a:lnTo>
                  <a:lnTo>
                    <a:pt x="49390" y="967003"/>
                  </a:lnTo>
                  <a:lnTo>
                    <a:pt x="74605" y="939607"/>
                  </a:lnTo>
                  <a:lnTo>
                    <a:pt x="100160" y="912529"/>
                  </a:lnTo>
                  <a:lnTo>
                    <a:pt x="126052" y="885772"/>
                  </a:lnTo>
                  <a:lnTo>
                    <a:pt x="152277" y="859342"/>
                  </a:lnTo>
                  <a:lnTo>
                    <a:pt x="178830" y="833242"/>
                  </a:lnTo>
                  <a:lnTo>
                    <a:pt x="205708" y="807476"/>
                  </a:lnTo>
                  <a:lnTo>
                    <a:pt x="232906" y="782048"/>
                  </a:lnTo>
                  <a:lnTo>
                    <a:pt x="260421" y="756963"/>
                  </a:lnTo>
                  <a:lnTo>
                    <a:pt x="288247" y="732224"/>
                  </a:lnTo>
                  <a:lnTo>
                    <a:pt x="316380" y="707835"/>
                  </a:lnTo>
                  <a:lnTo>
                    <a:pt x="344816" y="683800"/>
                  </a:lnTo>
                  <a:lnTo>
                    <a:pt x="373551" y="660123"/>
                  </a:lnTo>
                  <a:lnTo>
                    <a:pt x="402580" y="636807"/>
                  </a:lnTo>
                  <a:lnTo>
                    <a:pt x="431898" y="613857"/>
                  </a:lnTo>
                  <a:lnTo>
                    <a:pt x="461502" y="591274"/>
                  </a:lnTo>
                  <a:lnTo>
                    <a:pt x="491385" y="569064"/>
                  </a:lnTo>
                  <a:lnTo>
                    <a:pt x="521544" y="547230"/>
                  </a:lnTo>
                  <a:lnTo>
                    <a:pt x="551974" y="525775"/>
                  </a:lnTo>
                  <a:lnTo>
                    <a:pt x="582670" y="504702"/>
                  </a:lnTo>
                  <a:lnTo>
                    <a:pt x="613627" y="484015"/>
                  </a:lnTo>
                  <a:lnTo>
                    <a:pt x="644841" y="463717"/>
                  </a:lnTo>
                  <a:lnTo>
                    <a:pt x="676306" y="443811"/>
                  </a:lnTo>
                  <a:lnTo>
                    <a:pt x="708018" y="424300"/>
                  </a:lnTo>
                  <a:lnTo>
                    <a:pt x="739971" y="405188"/>
                  </a:lnTo>
                  <a:lnTo>
                    <a:pt x="772161" y="386477"/>
                  </a:lnTo>
                  <a:lnTo>
                    <a:pt x="804583" y="368170"/>
                  </a:lnTo>
                  <a:lnTo>
                    <a:pt x="837231" y="350270"/>
                  </a:lnTo>
                  <a:lnTo>
                    <a:pt x="870100" y="332781"/>
                  </a:lnTo>
                  <a:lnTo>
                    <a:pt x="903186" y="315704"/>
                  </a:lnTo>
                  <a:lnTo>
                    <a:pt x="936483" y="299042"/>
                  </a:lnTo>
                  <a:lnTo>
                    <a:pt x="969986" y="282798"/>
                  </a:lnTo>
                  <a:lnTo>
                    <a:pt x="1003690" y="266975"/>
                  </a:lnTo>
                  <a:lnTo>
                    <a:pt x="1037588" y="251574"/>
                  </a:lnTo>
                  <a:lnTo>
                    <a:pt x="1071677" y="236599"/>
                  </a:lnTo>
                  <a:lnTo>
                    <a:pt x="1105951" y="222052"/>
                  </a:lnTo>
                  <a:lnTo>
                    <a:pt x="1140404" y="207934"/>
                  </a:lnTo>
                  <a:lnTo>
                    <a:pt x="1175031" y="194249"/>
                  </a:lnTo>
                  <a:lnTo>
                    <a:pt x="1209826" y="180998"/>
                  </a:lnTo>
                  <a:lnTo>
                    <a:pt x="1244784" y="168184"/>
                  </a:lnTo>
                  <a:lnTo>
                    <a:pt x="1279900" y="155808"/>
                  </a:lnTo>
                  <a:lnTo>
                    <a:pt x="1315169" y="143872"/>
                  </a:lnTo>
                  <a:lnTo>
                    <a:pt x="1350583" y="132379"/>
                  </a:lnTo>
                  <a:lnTo>
                    <a:pt x="1386139" y="121329"/>
                  </a:lnTo>
                  <a:lnTo>
                    <a:pt x="1421830" y="110726"/>
                  </a:lnTo>
                  <a:lnTo>
                    <a:pt x="1457652" y="100570"/>
                  </a:lnTo>
                  <a:lnTo>
                    <a:pt x="1493597" y="90862"/>
                  </a:lnTo>
                  <a:lnTo>
                    <a:pt x="1529661" y="81606"/>
                  </a:lnTo>
                  <a:lnTo>
                    <a:pt x="1565838" y="72801"/>
                  </a:lnTo>
                  <a:lnTo>
                    <a:pt x="1602123" y="64450"/>
                  </a:lnTo>
                  <a:lnTo>
                    <a:pt x="1638509" y="56553"/>
                  </a:lnTo>
                  <a:lnTo>
                    <a:pt x="1674991" y="49112"/>
                  </a:lnTo>
                  <a:lnTo>
                    <a:pt x="1711563" y="42128"/>
                  </a:lnTo>
                  <a:lnTo>
                    <a:pt x="1748220" y="35603"/>
                  </a:lnTo>
                  <a:lnTo>
                    <a:pt x="1784955" y="29536"/>
                  </a:lnTo>
                  <a:lnTo>
                    <a:pt x="1821764" y="23930"/>
                  </a:lnTo>
                  <a:lnTo>
                    <a:pt x="1858640" y="18785"/>
                  </a:lnTo>
                  <a:lnTo>
                    <a:pt x="1895577" y="14102"/>
                  </a:lnTo>
                  <a:lnTo>
                    <a:pt x="1932570" y="9881"/>
                  </a:lnTo>
                  <a:lnTo>
                    <a:pt x="1969613" y="6123"/>
                  </a:lnTo>
                  <a:lnTo>
                    <a:pt x="2006700" y="2829"/>
                  </a:lnTo>
                  <a:lnTo>
                    <a:pt x="2043826" y="0"/>
                  </a:lnTo>
                  <a:lnTo>
                    <a:pt x="2046446" y="37479"/>
                  </a:lnTo>
                  <a:lnTo>
                    <a:pt x="2049067" y="74958"/>
                  </a:lnTo>
                  <a:lnTo>
                    <a:pt x="2051688" y="112437"/>
                  </a:lnTo>
                  <a:lnTo>
                    <a:pt x="2054309" y="149917"/>
                  </a:lnTo>
                  <a:lnTo>
                    <a:pt x="2056930" y="187396"/>
                  </a:lnTo>
                  <a:lnTo>
                    <a:pt x="2059551" y="224875"/>
                  </a:lnTo>
                  <a:lnTo>
                    <a:pt x="2062171" y="262355"/>
                  </a:lnTo>
                  <a:lnTo>
                    <a:pt x="2064792" y="299834"/>
                  </a:lnTo>
                  <a:lnTo>
                    <a:pt x="2031417" y="302378"/>
                  </a:lnTo>
                  <a:lnTo>
                    <a:pt x="1998076" y="305339"/>
                  </a:lnTo>
                  <a:lnTo>
                    <a:pt x="1964775" y="308717"/>
                  </a:lnTo>
                  <a:lnTo>
                    <a:pt x="1931518" y="312512"/>
                  </a:lnTo>
                  <a:lnTo>
                    <a:pt x="1898312" y="316722"/>
                  </a:lnTo>
                  <a:lnTo>
                    <a:pt x="1865161" y="321347"/>
                  </a:lnTo>
                  <a:lnTo>
                    <a:pt x="1832070" y="326387"/>
                  </a:lnTo>
                  <a:lnTo>
                    <a:pt x="1799045" y="331841"/>
                  </a:lnTo>
                  <a:lnTo>
                    <a:pt x="1766091" y="337707"/>
                  </a:lnTo>
                  <a:lnTo>
                    <a:pt x="1733213" y="343986"/>
                  </a:lnTo>
                  <a:lnTo>
                    <a:pt x="1700416" y="350675"/>
                  </a:lnTo>
                  <a:lnTo>
                    <a:pt x="1667706" y="357774"/>
                  </a:lnTo>
                  <a:lnTo>
                    <a:pt x="1635086" y="365282"/>
                  </a:lnTo>
                  <a:lnTo>
                    <a:pt x="1602563" y="373197"/>
                  </a:lnTo>
                  <a:lnTo>
                    <a:pt x="1570142" y="381519"/>
                  </a:lnTo>
                  <a:lnTo>
                    <a:pt x="1537828" y="390245"/>
                  </a:lnTo>
                  <a:lnTo>
                    <a:pt x="1505625" y="399376"/>
                  </a:lnTo>
                  <a:lnTo>
                    <a:pt x="1473539" y="408908"/>
                  </a:lnTo>
                  <a:lnTo>
                    <a:pt x="1441574" y="418842"/>
                  </a:lnTo>
                  <a:lnTo>
                    <a:pt x="1409737" y="429174"/>
                  </a:lnTo>
                  <a:lnTo>
                    <a:pt x="1378031" y="439904"/>
                  </a:lnTo>
                  <a:lnTo>
                    <a:pt x="1346462" y="451030"/>
                  </a:lnTo>
                  <a:lnTo>
                    <a:pt x="1315035" y="462550"/>
                  </a:lnTo>
                  <a:lnTo>
                    <a:pt x="1283754" y="474462"/>
                  </a:lnTo>
                  <a:lnTo>
                    <a:pt x="1252625" y="486765"/>
                  </a:lnTo>
                  <a:lnTo>
                    <a:pt x="1221652" y="499457"/>
                  </a:lnTo>
                  <a:lnTo>
                    <a:pt x="1190841" y="512535"/>
                  </a:lnTo>
                  <a:lnTo>
                    <a:pt x="1160195" y="525997"/>
                  </a:lnTo>
                  <a:lnTo>
                    <a:pt x="1129720" y="539842"/>
                  </a:lnTo>
                  <a:lnTo>
                    <a:pt x="1099421" y="554067"/>
                  </a:lnTo>
                  <a:lnTo>
                    <a:pt x="1069303" y="568670"/>
                  </a:lnTo>
                  <a:lnTo>
                    <a:pt x="1039369" y="583649"/>
                  </a:lnTo>
                  <a:lnTo>
                    <a:pt x="1009625" y="599001"/>
                  </a:lnTo>
                  <a:lnTo>
                    <a:pt x="980076" y="614724"/>
                  </a:lnTo>
                  <a:lnTo>
                    <a:pt x="950725" y="630816"/>
                  </a:lnTo>
                  <a:lnTo>
                    <a:pt x="921578" y="647273"/>
                  </a:lnTo>
                  <a:lnTo>
                    <a:pt x="892640" y="664094"/>
                  </a:lnTo>
                  <a:lnTo>
                    <a:pt x="863914" y="681276"/>
                  </a:lnTo>
                  <a:lnTo>
                    <a:pt x="835406" y="698816"/>
                  </a:lnTo>
                  <a:lnTo>
                    <a:pt x="807119" y="716711"/>
                  </a:lnTo>
                  <a:lnTo>
                    <a:pt x="779058" y="734959"/>
                  </a:lnTo>
                  <a:lnTo>
                    <a:pt x="751228" y="753557"/>
                  </a:lnTo>
                  <a:lnTo>
                    <a:pt x="723632" y="772501"/>
                  </a:lnTo>
                  <a:lnTo>
                    <a:pt x="696276" y="791789"/>
                  </a:lnTo>
                  <a:lnTo>
                    <a:pt x="669164" y="811418"/>
                  </a:lnTo>
                  <a:lnTo>
                    <a:pt x="642299" y="831384"/>
                  </a:lnTo>
                  <a:lnTo>
                    <a:pt x="615686" y="851685"/>
                  </a:lnTo>
                  <a:lnTo>
                    <a:pt x="589329" y="872318"/>
                  </a:lnTo>
                  <a:lnTo>
                    <a:pt x="563232" y="893279"/>
                  </a:lnTo>
                  <a:lnTo>
                    <a:pt x="537400" y="914564"/>
                  </a:lnTo>
                  <a:lnTo>
                    <a:pt x="511836" y="936171"/>
                  </a:lnTo>
                  <a:lnTo>
                    <a:pt x="486544" y="958097"/>
                  </a:lnTo>
                  <a:lnTo>
                    <a:pt x="461529" y="980337"/>
                  </a:lnTo>
                  <a:lnTo>
                    <a:pt x="436794" y="1002888"/>
                  </a:lnTo>
                  <a:lnTo>
                    <a:pt x="412343" y="1025747"/>
                  </a:lnTo>
                  <a:lnTo>
                    <a:pt x="388180" y="1048910"/>
                  </a:lnTo>
                  <a:lnTo>
                    <a:pt x="364309" y="1072374"/>
                  </a:lnTo>
                  <a:lnTo>
                    <a:pt x="340733" y="1096135"/>
                  </a:lnTo>
                  <a:lnTo>
                    <a:pt x="317456" y="1120188"/>
                  </a:lnTo>
                  <a:lnTo>
                    <a:pt x="294482" y="1144532"/>
                  </a:lnTo>
                  <a:lnTo>
                    <a:pt x="271815" y="1169160"/>
                  </a:lnTo>
                  <a:lnTo>
                    <a:pt x="249457" y="1194071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4572000" y="814070"/>
              <a:ext cx="1402375" cy="499005"/>
            </a:xfrm>
            <a:custGeom>
              <a:avLst/>
              <a:pathLst>
                <a:path w="1402375" h="499005">
                  <a:moveTo>
                    <a:pt x="0" y="107999"/>
                  </a:moveTo>
                  <a:lnTo>
                    <a:pt x="0" y="71999"/>
                  </a:lnTo>
                  <a:lnTo>
                    <a:pt x="0" y="35999"/>
                  </a:lnTo>
                  <a:lnTo>
                    <a:pt x="0" y="0"/>
                  </a:lnTo>
                  <a:lnTo>
                    <a:pt x="32176" y="197"/>
                  </a:lnTo>
                  <a:lnTo>
                    <a:pt x="64348" y="791"/>
                  </a:lnTo>
                  <a:lnTo>
                    <a:pt x="96510" y="1781"/>
                  </a:lnTo>
                  <a:lnTo>
                    <a:pt x="128657" y="3166"/>
                  </a:lnTo>
                  <a:lnTo>
                    <a:pt x="160785" y="4947"/>
                  </a:lnTo>
                  <a:lnTo>
                    <a:pt x="192889" y="7123"/>
                  </a:lnTo>
                  <a:lnTo>
                    <a:pt x="224963" y="9694"/>
                  </a:lnTo>
                  <a:lnTo>
                    <a:pt x="257003" y="12660"/>
                  </a:lnTo>
                  <a:lnTo>
                    <a:pt x="289005" y="16019"/>
                  </a:lnTo>
                  <a:lnTo>
                    <a:pt x="320962" y="19772"/>
                  </a:lnTo>
                  <a:lnTo>
                    <a:pt x="352871" y="23918"/>
                  </a:lnTo>
                  <a:lnTo>
                    <a:pt x="384727" y="28456"/>
                  </a:lnTo>
                  <a:lnTo>
                    <a:pt x="416524" y="33386"/>
                  </a:lnTo>
                  <a:lnTo>
                    <a:pt x="448258" y="38707"/>
                  </a:lnTo>
                  <a:lnTo>
                    <a:pt x="479925" y="44418"/>
                  </a:lnTo>
                  <a:lnTo>
                    <a:pt x="511518" y="50518"/>
                  </a:lnTo>
                  <a:lnTo>
                    <a:pt x="543035" y="57006"/>
                  </a:lnTo>
                  <a:lnTo>
                    <a:pt x="574469" y="63882"/>
                  </a:lnTo>
                  <a:lnTo>
                    <a:pt x="605816" y="71144"/>
                  </a:lnTo>
                  <a:lnTo>
                    <a:pt x="637071" y="78791"/>
                  </a:lnTo>
                  <a:lnTo>
                    <a:pt x="668230" y="86822"/>
                  </a:lnTo>
                  <a:lnTo>
                    <a:pt x="699287" y="95236"/>
                  </a:lnTo>
                  <a:lnTo>
                    <a:pt x="730239" y="104031"/>
                  </a:lnTo>
                  <a:lnTo>
                    <a:pt x="761080" y="113207"/>
                  </a:lnTo>
                  <a:lnTo>
                    <a:pt x="791806" y="122762"/>
                  </a:lnTo>
                  <a:lnTo>
                    <a:pt x="822412" y="132693"/>
                  </a:lnTo>
                  <a:lnTo>
                    <a:pt x="852894" y="143001"/>
                  </a:lnTo>
                  <a:lnTo>
                    <a:pt x="883246" y="153683"/>
                  </a:lnTo>
                  <a:lnTo>
                    <a:pt x="913465" y="164738"/>
                  </a:lnTo>
                  <a:lnTo>
                    <a:pt x="943545" y="176163"/>
                  </a:lnTo>
                  <a:lnTo>
                    <a:pt x="973483" y="187958"/>
                  </a:lnTo>
                  <a:lnTo>
                    <a:pt x="1003273" y="200121"/>
                  </a:lnTo>
                  <a:lnTo>
                    <a:pt x="1032911" y="212649"/>
                  </a:lnTo>
                  <a:lnTo>
                    <a:pt x="1062393" y="225541"/>
                  </a:lnTo>
                  <a:lnTo>
                    <a:pt x="1091714" y="238794"/>
                  </a:lnTo>
                  <a:lnTo>
                    <a:pt x="1120869" y="252408"/>
                  </a:lnTo>
                  <a:lnTo>
                    <a:pt x="1149855" y="266379"/>
                  </a:lnTo>
                  <a:lnTo>
                    <a:pt x="1178667" y="280705"/>
                  </a:lnTo>
                  <a:lnTo>
                    <a:pt x="1207300" y="295386"/>
                  </a:lnTo>
                  <a:lnTo>
                    <a:pt x="1235751" y="310417"/>
                  </a:lnTo>
                  <a:lnTo>
                    <a:pt x="1264014" y="325797"/>
                  </a:lnTo>
                  <a:lnTo>
                    <a:pt x="1292086" y="341524"/>
                  </a:lnTo>
                  <a:lnTo>
                    <a:pt x="1319962" y="357596"/>
                  </a:lnTo>
                  <a:lnTo>
                    <a:pt x="1347639" y="374008"/>
                  </a:lnTo>
                  <a:lnTo>
                    <a:pt x="1375111" y="390761"/>
                  </a:lnTo>
                  <a:lnTo>
                    <a:pt x="1402375" y="407850"/>
                  </a:lnTo>
                  <a:lnTo>
                    <a:pt x="1383069" y="438235"/>
                  </a:lnTo>
                  <a:lnTo>
                    <a:pt x="1363762" y="468620"/>
                  </a:lnTo>
                  <a:lnTo>
                    <a:pt x="1344456" y="499005"/>
                  </a:lnTo>
                  <a:lnTo>
                    <a:pt x="1318317" y="482622"/>
                  </a:lnTo>
                  <a:lnTo>
                    <a:pt x="1291980" y="466561"/>
                  </a:lnTo>
                  <a:lnTo>
                    <a:pt x="1265446" y="450826"/>
                  </a:lnTo>
                  <a:lnTo>
                    <a:pt x="1238721" y="435419"/>
                  </a:lnTo>
                  <a:lnTo>
                    <a:pt x="1211809" y="420341"/>
                  </a:lnTo>
                  <a:lnTo>
                    <a:pt x="1184713" y="405596"/>
                  </a:lnTo>
                  <a:lnTo>
                    <a:pt x="1157437" y="391186"/>
                  </a:lnTo>
                  <a:lnTo>
                    <a:pt x="1129987" y="377112"/>
                  </a:lnTo>
                  <a:lnTo>
                    <a:pt x="1102365" y="363377"/>
                  </a:lnTo>
                  <a:lnTo>
                    <a:pt x="1074576" y="349983"/>
                  </a:lnTo>
                  <a:lnTo>
                    <a:pt x="1046625" y="336932"/>
                  </a:lnTo>
                  <a:lnTo>
                    <a:pt x="1018515" y="324225"/>
                  </a:lnTo>
                  <a:lnTo>
                    <a:pt x="990251" y="311866"/>
                  </a:lnTo>
                  <a:lnTo>
                    <a:pt x="961836" y="299855"/>
                  </a:lnTo>
                  <a:lnTo>
                    <a:pt x="933277" y="288195"/>
                  </a:lnTo>
                  <a:lnTo>
                    <a:pt x="904576" y="276888"/>
                  </a:lnTo>
                  <a:lnTo>
                    <a:pt x="875738" y="265934"/>
                  </a:lnTo>
                  <a:lnTo>
                    <a:pt x="846767" y="255336"/>
                  </a:lnTo>
                  <a:lnTo>
                    <a:pt x="817668" y="245095"/>
                  </a:lnTo>
                  <a:lnTo>
                    <a:pt x="788446" y="235213"/>
                  </a:lnTo>
                  <a:lnTo>
                    <a:pt x="759104" y="225691"/>
                  </a:lnTo>
                  <a:lnTo>
                    <a:pt x="729647" y="216532"/>
                  </a:lnTo>
                  <a:lnTo>
                    <a:pt x="700079" y="207735"/>
                  </a:lnTo>
                  <a:lnTo>
                    <a:pt x="670406" y="199303"/>
                  </a:lnTo>
                  <a:lnTo>
                    <a:pt x="640631" y="191236"/>
                  </a:lnTo>
                  <a:lnTo>
                    <a:pt x="610759" y="183537"/>
                  </a:lnTo>
                  <a:lnTo>
                    <a:pt x="580795" y="176205"/>
                  </a:lnTo>
                  <a:lnTo>
                    <a:pt x="550742" y="169243"/>
                  </a:lnTo>
                  <a:lnTo>
                    <a:pt x="520607" y="162652"/>
                  </a:lnTo>
                  <a:lnTo>
                    <a:pt x="490392" y="156431"/>
                  </a:lnTo>
                  <a:lnTo>
                    <a:pt x="460103" y="150583"/>
                  </a:lnTo>
                  <a:lnTo>
                    <a:pt x="429745" y="145108"/>
                  </a:lnTo>
                  <a:lnTo>
                    <a:pt x="399321" y="140007"/>
                  </a:lnTo>
                  <a:lnTo>
                    <a:pt x="368837" y="135281"/>
                  </a:lnTo>
                  <a:lnTo>
                    <a:pt x="338297" y="130930"/>
                  </a:lnTo>
                  <a:lnTo>
                    <a:pt x="307706" y="126955"/>
                  </a:lnTo>
                  <a:lnTo>
                    <a:pt x="277068" y="123358"/>
                  </a:lnTo>
                  <a:lnTo>
                    <a:pt x="246389" y="120137"/>
                  </a:lnTo>
                  <a:lnTo>
                    <a:pt x="215672" y="117294"/>
                  </a:lnTo>
                  <a:lnTo>
                    <a:pt x="184922" y="114829"/>
                  </a:lnTo>
                  <a:lnTo>
                    <a:pt x="154144" y="112743"/>
                  </a:lnTo>
                  <a:lnTo>
                    <a:pt x="123343" y="111036"/>
                  </a:lnTo>
                  <a:lnTo>
                    <a:pt x="92524" y="109707"/>
                  </a:lnTo>
                  <a:lnTo>
                    <a:pt x="61690" y="108759"/>
                  </a:lnTo>
                  <a:lnTo>
                    <a:pt x="30847" y="108189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4572000" y="814070"/>
              <a:ext cx="1402375" cy="499005"/>
            </a:xfrm>
            <a:custGeom>
              <a:avLst/>
              <a:pathLst>
                <a:path w="1402375" h="499005">
                  <a:moveTo>
                    <a:pt x="0" y="107999"/>
                  </a:moveTo>
                  <a:lnTo>
                    <a:pt x="0" y="71999"/>
                  </a:lnTo>
                  <a:lnTo>
                    <a:pt x="0" y="35999"/>
                  </a:lnTo>
                  <a:lnTo>
                    <a:pt x="0" y="0"/>
                  </a:lnTo>
                  <a:lnTo>
                    <a:pt x="32176" y="197"/>
                  </a:lnTo>
                  <a:lnTo>
                    <a:pt x="64348" y="791"/>
                  </a:lnTo>
                  <a:lnTo>
                    <a:pt x="96510" y="1781"/>
                  </a:lnTo>
                  <a:lnTo>
                    <a:pt x="128657" y="3166"/>
                  </a:lnTo>
                  <a:lnTo>
                    <a:pt x="160785" y="4947"/>
                  </a:lnTo>
                  <a:lnTo>
                    <a:pt x="192889" y="7123"/>
                  </a:lnTo>
                  <a:lnTo>
                    <a:pt x="224963" y="9694"/>
                  </a:lnTo>
                  <a:lnTo>
                    <a:pt x="257003" y="12660"/>
                  </a:lnTo>
                  <a:lnTo>
                    <a:pt x="289005" y="16019"/>
                  </a:lnTo>
                  <a:lnTo>
                    <a:pt x="320962" y="19772"/>
                  </a:lnTo>
                  <a:lnTo>
                    <a:pt x="352871" y="23918"/>
                  </a:lnTo>
                  <a:lnTo>
                    <a:pt x="384727" y="28456"/>
                  </a:lnTo>
                  <a:lnTo>
                    <a:pt x="416524" y="33386"/>
                  </a:lnTo>
                  <a:lnTo>
                    <a:pt x="448258" y="38707"/>
                  </a:lnTo>
                  <a:lnTo>
                    <a:pt x="479925" y="44418"/>
                  </a:lnTo>
                  <a:lnTo>
                    <a:pt x="511518" y="50518"/>
                  </a:lnTo>
                  <a:lnTo>
                    <a:pt x="543035" y="57006"/>
                  </a:lnTo>
                  <a:lnTo>
                    <a:pt x="574469" y="63882"/>
                  </a:lnTo>
                  <a:lnTo>
                    <a:pt x="605816" y="71144"/>
                  </a:lnTo>
                  <a:lnTo>
                    <a:pt x="637071" y="78791"/>
                  </a:lnTo>
                  <a:lnTo>
                    <a:pt x="668230" y="86822"/>
                  </a:lnTo>
                  <a:lnTo>
                    <a:pt x="699287" y="95236"/>
                  </a:lnTo>
                  <a:lnTo>
                    <a:pt x="730239" y="104031"/>
                  </a:lnTo>
                  <a:lnTo>
                    <a:pt x="761080" y="113207"/>
                  </a:lnTo>
                  <a:lnTo>
                    <a:pt x="791806" y="122762"/>
                  </a:lnTo>
                  <a:lnTo>
                    <a:pt x="822412" y="132693"/>
                  </a:lnTo>
                  <a:lnTo>
                    <a:pt x="852894" y="143001"/>
                  </a:lnTo>
                  <a:lnTo>
                    <a:pt x="883246" y="153683"/>
                  </a:lnTo>
                  <a:lnTo>
                    <a:pt x="913465" y="164738"/>
                  </a:lnTo>
                  <a:lnTo>
                    <a:pt x="943545" y="176163"/>
                  </a:lnTo>
                  <a:lnTo>
                    <a:pt x="973483" y="187958"/>
                  </a:lnTo>
                  <a:lnTo>
                    <a:pt x="1003273" y="200121"/>
                  </a:lnTo>
                  <a:lnTo>
                    <a:pt x="1032911" y="212649"/>
                  </a:lnTo>
                  <a:lnTo>
                    <a:pt x="1062393" y="225541"/>
                  </a:lnTo>
                  <a:lnTo>
                    <a:pt x="1091714" y="238794"/>
                  </a:lnTo>
                  <a:lnTo>
                    <a:pt x="1120869" y="252408"/>
                  </a:lnTo>
                  <a:lnTo>
                    <a:pt x="1149855" y="266379"/>
                  </a:lnTo>
                  <a:lnTo>
                    <a:pt x="1178667" y="280705"/>
                  </a:lnTo>
                  <a:lnTo>
                    <a:pt x="1207300" y="295386"/>
                  </a:lnTo>
                  <a:lnTo>
                    <a:pt x="1235751" y="310417"/>
                  </a:lnTo>
                  <a:lnTo>
                    <a:pt x="1264014" y="325797"/>
                  </a:lnTo>
                  <a:lnTo>
                    <a:pt x="1292086" y="341524"/>
                  </a:lnTo>
                  <a:lnTo>
                    <a:pt x="1319962" y="357596"/>
                  </a:lnTo>
                  <a:lnTo>
                    <a:pt x="1347639" y="374008"/>
                  </a:lnTo>
                  <a:lnTo>
                    <a:pt x="1375111" y="390761"/>
                  </a:lnTo>
                  <a:lnTo>
                    <a:pt x="1402375" y="407850"/>
                  </a:lnTo>
                  <a:lnTo>
                    <a:pt x="1383069" y="438235"/>
                  </a:lnTo>
                  <a:lnTo>
                    <a:pt x="1363762" y="468620"/>
                  </a:lnTo>
                  <a:lnTo>
                    <a:pt x="1344456" y="499005"/>
                  </a:lnTo>
                  <a:lnTo>
                    <a:pt x="1318317" y="482622"/>
                  </a:lnTo>
                  <a:lnTo>
                    <a:pt x="1291980" y="466561"/>
                  </a:lnTo>
                  <a:lnTo>
                    <a:pt x="1265446" y="450826"/>
                  </a:lnTo>
                  <a:lnTo>
                    <a:pt x="1238721" y="435419"/>
                  </a:lnTo>
                  <a:lnTo>
                    <a:pt x="1211809" y="420341"/>
                  </a:lnTo>
                  <a:lnTo>
                    <a:pt x="1184713" y="405596"/>
                  </a:lnTo>
                  <a:lnTo>
                    <a:pt x="1157437" y="391186"/>
                  </a:lnTo>
                  <a:lnTo>
                    <a:pt x="1129987" y="377112"/>
                  </a:lnTo>
                  <a:lnTo>
                    <a:pt x="1102365" y="363377"/>
                  </a:lnTo>
                  <a:lnTo>
                    <a:pt x="1074576" y="349983"/>
                  </a:lnTo>
                  <a:lnTo>
                    <a:pt x="1046625" y="336932"/>
                  </a:lnTo>
                  <a:lnTo>
                    <a:pt x="1018515" y="324225"/>
                  </a:lnTo>
                  <a:lnTo>
                    <a:pt x="990251" y="311866"/>
                  </a:lnTo>
                  <a:lnTo>
                    <a:pt x="961836" y="299855"/>
                  </a:lnTo>
                  <a:lnTo>
                    <a:pt x="933277" y="288195"/>
                  </a:lnTo>
                  <a:lnTo>
                    <a:pt x="904576" y="276888"/>
                  </a:lnTo>
                  <a:lnTo>
                    <a:pt x="875738" y="265934"/>
                  </a:lnTo>
                  <a:lnTo>
                    <a:pt x="846767" y="255336"/>
                  </a:lnTo>
                  <a:lnTo>
                    <a:pt x="817668" y="245095"/>
                  </a:lnTo>
                  <a:lnTo>
                    <a:pt x="788446" y="235213"/>
                  </a:lnTo>
                  <a:lnTo>
                    <a:pt x="759104" y="225691"/>
                  </a:lnTo>
                  <a:lnTo>
                    <a:pt x="729647" y="216532"/>
                  </a:lnTo>
                  <a:lnTo>
                    <a:pt x="700079" y="207735"/>
                  </a:lnTo>
                  <a:lnTo>
                    <a:pt x="670406" y="199303"/>
                  </a:lnTo>
                  <a:lnTo>
                    <a:pt x="640631" y="191236"/>
                  </a:lnTo>
                  <a:lnTo>
                    <a:pt x="610759" y="183537"/>
                  </a:lnTo>
                  <a:lnTo>
                    <a:pt x="580795" y="176205"/>
                  </a:lnTo>
                  <a:lnTo>
                    <a:pt x="550742" y="169243"/>
                  </a:lnTo>
                  <a:lnTo>
                    <a:pt x="520607" y="162652"/>
                  </a:lnTo>
                  <a:lnTo>
                    <a:pt x="490392" y="156431"/>
                  </a:lnTo>
                  <a:lnTo>
                    <a:pt x="460103" y="150583"/>
                  </a:lnTo>
                  <a:lnTo>
                    <a:pt x="429745" y="145108"/>
                  </a:lnTo>
                  <a:lnTo>
                    <a:pt x="399321" y="140007"/>
                  </a:lnTo>
                  <a:lnTo>
                    <a:pt x="368837" y="135281"/>
                  </a:lnTo>
                  <a:lnTo>
                    <a:pt x="338297" y="130930"/>
                  </a:lnTo>
                  <a:lnTo>
                    <a:pt x="307706" y="126955"/>
                  </a:lnTo>
                  <a:lnTo>
                    <a:pt x="277068" y="123358"/>
                  </a:lnTo>
                  <a:lnTo>
                    <a:pt x="246389" y="120137"/>
                  </a:lnTo>
                  <a:lnTo>
                    <a:pt x="215672" y="117294"/>
                  </a:lnTo>
                  <a:lnTo>
                    <a:pt x="184922" y="114829"/>
                  </a:lnTo>
                  <a:lnTo>
                    <a:pt x="154144" y="112743"/>
                  </a:lnTo>
                  <a:lnTo>
                    <a:pt x="123343" y="111036"/>
                  </a:lnTo>
                  <a:lnTo>
                    <a:pt x="92524" y="109707"/>
                  </a:lnTo>
                  <a:lnTo>
                    <a:pt x="61690" y="108759"/>
                  </a:lnTo>
                  <a:lnTo>
                    <a:pt x="30847" y="108189"/>
                  </a:lnTo>
                  <a:close/>
                </a:path>
              </a:pathLst>
            </a:custGeom>
            <a:solidFill>
              <a:srgbClr val="E066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6060780" y="1325121"/>
              <a:ext cx="1126127" cy="2223018"/>
            </a:xfrm>
            <a:custGeom>
              <a:avLst/>
              <a:pathLst>
                <a:path w="1126127" h="2223018">
                  <a:moveTo>
                    <a:pt x="0" y="86892"/>
                  </a:moveTo>
                  <a:lnTo>
                    <a:pt x="21379" y="57928"/>
                  </a:lnTo>
                  <a:lnTo>
                    <a:pt x="42758" y="28964"/>
                  </a:lnTo>
                  <a:lnTo>
                    <a:pt x="64137" y="0"/>
                  </a:lnTo>
                  <a:lnTo>
                    <a:pt x="90129" y="19435"/>
                  </a:lnTo>
                  <a:lnTo>
                    <a:pt x="115878" y="39192"/>
                  </a:lnTo>
                  <a:lnTo>
                    <a:pt x="141380" y="59267"/>
                  </a:lnTo>
                  <a:lnTo>
                    <a:pt x="166631" y="79657"/>
                  </a:lnTo>
                  <a:lnTo>
                    <a:pt x="191627" y="100359"/>
                  </a:lnTo>
                  <a:lnTo>
                    <a:pt x="216363" y="121369"/>
                  </a:lnTo>
                  <a:lnTo>
                    <a:pt x="240838" y="142685"/>
                  </a:lnTo>
                  <a:lnTo>
                    <a:pt x="265045" y="164303"/>
                  </a:lnTo>
                  <a:lnTo>
                    <a:pt x="288983" y="186219"/>
                  </a:lnTo>
                  <a:lnTo>
                    <a:pt x="312647" y="208432"/>
                  </a:lnTo>
                  <a:lnTo>
                    <a:pt x="336033" y="230936"/>
                  </a:lnTo>
                  <a:lnTo>
                    <a:pt x="359138" y="253728"/>
                  </a:lnTo>
                  <a:lnTo>
                    <a:pt x="381958" y="276806"/>
                  </a:lnTo>
                  <a:lnTo>
                    <a:pt x="404491" y="300165"/>
                  </a:lnTo>
                  <a:lnTo>
                    <a:pt x="426731" y="323802"/>
                  </a:lnTo>
                  <a:lnTo>
                    <a:pt x="448677" y="347713"/>
                  </a:lnTo>
                  <a:lnTo>
                    <a:pt x="470324" y="371894"/>
                  </a:lnTo>
                  <a:lnTo>
                    <a:pt x="491669" y="396343"/>
                  </a:lnTo>
                  <a:lnTo>
                    <a:pt x="512709" y="421054"/>
                  </a:lnTo>
                  <a:lnTo>
                    <a:pt x="533441" y="446025"/>
                  </a:lnTo>
                  <a:lnTo>
                    <a:pt x="553862" y="471251"/>
                  </a:lnTo>
                  <a:lnTo>
                    <a:pt x="573967" y="496729"/>
                  </a:lnTo>
                  <a:lnTo>
                    <a:pt x="593755" y="522454"/>
                  </a:lnTo>
                  <a:lnTo>
                    <a:pt x="613222" y="548423"/>
                  </a:lnTo>
                  <a:lnTo>
                    <a:pt x="632366" y="574631"/>
                  </a:lnTo>
                  <a:lnTo>
                    <a:pt x="651182" y="601075"/>
                  </a:lnTo>
                  <a:lnTo>
                    <a:pt x="669669" y="627751"/>
                  </a:lnTo>
                  <a:lnTo>
                    <a:pt x="687824" y="654654"/>
                  </a:lnTo>
                  <a:lnTo>
                    <a:pt x="705643" y="681780"/>
                  </a:lnTo>
                  <a:lnTo>
                    <a:pt x="723124" y="709125"/>
                  </a:lnTo>
                  <a:lnTo>
                    <a:pt x="740264" y="736685"/>
                  </a:lnTo>
                  <a:lnTo>
                    <a:pt x="757061" y="764456"/>
                  </a:lnTo>
                  <a:lnTo>
                    <a:pt x="773512" y="792433"/>
                  </a:lnTo>
                  <a:lnTo>
                    <a:pt x="789615" y="820612"/>
                  </a:lnTo>
                  <a:lnTo>
                    <a:pt x="805366" y="848988"/>
                  </a:lnTo>
                  <a:lnTo>
                    <a:pt x="820764" y="877558"/>
                  </a:lnTo>
                  <a:lnTo>
                    <a:pt x="835807" y="906317"/>
                  </a:lnTo>
                  <a:lnTo>
                    <a:pt x="850491" y="935261"/>
                  </a:lnTo>
                  <a:lnTo>
                    <a:pt x="864815" y="964384"/>
                  </a:lnTo>
                  <a:lnTo>
                    <a:pt x="878776" y="993683"/>
                  </a:lnTo>
                  <a:lnTo>
                    <a:pt x="892373" y="1023153"/>
                  </a:lnTo>
                  <a:lnTo>
                    <a:pt x="905602" y="1052789"/>
                  </a:lnTo>
                  <a:lnTo>
                    <a:pt x="918463" y="1082588"/>
                  </a:lnTo>
                  <a:lnTo>
                    <a:pt x="930954" y="1112544"/>
                  </a:lnTo>
                  <a:lnTo>
                    <a:pt x="943071" y="1142652"/>
                  </a:lnTo>
                  <a:lnTo>
                    <a:pt x="954814" y="1172908"/>
                  </a:lnTo>
                  <a:lnTo>
                    <a:pt x="966180" y="1203308"/>
                  </a:lnTo>
                  <a:lnTo>
                    <a:pt x="977168" y="1233847"/>
                  </a:lnTo>
                  <a:lnTo>
                    <a:pt x="987776" y="1264520"/>
                  </a:lnTo>
                  <a:lnTo>
                    <a:pt x="998003" y="1295322"/>
                  </a:lnTo>
                  <a:lnTo>
                    <a:pt x="1007847" y="1326248"/>
                  </a:lnTo>
                  <a:lnTo>
                    <a:pt x="1017306" y="1357294"/>
                  </a:lnTo>
                  <a:lnTo>
                    <a:pt x="1026379" y="1388456"/>
                  </a:lnTo>
                  <a:lnTo>
                    <a:pt x="1035065" y="1419727"/>
                  </a:lnTo>
                  <a:lnTo>
                    <a:pt x="1043361" y="1451104"/>
                  </a:lnTo>
                  <a:lnTo>
                    <a:pt x="1051268" y="1482582"/>
                  </a:lnTo>
                  <a:lnTo>
                    <a:pt x="1058784" y="1514155"/>
                  </a:lnTo>
                  <a:lnTo>
                    <a:pt x="1065907" y="1545819"/>
                  </a:lnTo>
                  <a:lnTo>
                    <a:pt x="1072636" y="1577569"/>
                  </a:lnTo>
                  <a:lnTo>
                    <a:pt x="1078971" y="1609400"/>
                  </a:lnTo>
                  <a:lnTo>
                    <a:pt x="1084910" y="1641307"/>
                  </a:lnTo>
                  <a:lnTo>
                    <a:pt x="1090453" y="1673286"/>
                  </a:lnTo>
                  <a:lnTo>
                    <a:pt x="1095599" y="1705330"/>
                  </a:lnTo>
                  <a:lnTo>
                    <a:pt x="1100346" y="1737437"/>
                  </a:lnTo>
                  <a:lnTo>
                    <a:pt x="1104695" y="1769599"/>
                  </a:lnTo>
                  <a:lnTo>
                    <a:pt x="1108644" y="1801814"/>
                  </a:lnTo>
                  <a:lnTo>
                    <a:pt x="1112193" y="1834074"/>
                  </a:lnTo>
                  <a:lnTo>
                    <a:pt x="1115341" y="1866377"/>
                  </a:lnTo>
                  <a:lnTo>
                    <a:pt x="1118088" y="1898715"/>
                  </a:lnTo>
                  <a:lnTo>
                    <a:pt x="1120434" y="1931086"/>
                  </a:lnTo>
                  <a:lnTo>
                    <a:pt x="1122377" y="1963483"/>
                  </a:lnTo>
                  <a:lnTo>
                    <a:pt x="1123919" y="1995902"/>
                  </a:lnTo>
                  <a:lnTo>
                    <a:pt x="1125058" y="2028337"/>
                  </a:lnTo>
                  <a:lnTo>
                    <a:pt x="1125794" y="2060784"/>
                  </a:lnTo>
                  <a:lnTo>
                    <a:pt x="1126127" y="2093237"/>
                  </a:lnTo>
                  <a:lnTo>
                    <a:pt x="1126058" y="2125693"/>
                  </a:lnTo>
                  <a:lnTo>
                    <a:pt x="1125586" y="2158145"/>
                  </a:lnTo>
                  <a:lnTo>
                    <a:pt x="1124711" y="2190588"/>
                  </a:lnTo>
                  <a:lnTo>
                    <a:pt x="1123434" y="2223018"/>
                  </a:lnTo>
                  <a:lnTo>
                    <a:pt x="1087471" y="2221378"/>
                  </a:lnTo>
                  <a:lnTo>
                    <a:pt x="1051508" y="2219738"/>
                  </a:lnTo>
                  <a:lnTo>
                    <a:pt x="1015546" y="2218098"/>
                  </a:lnTo>
                  <a:lnTo>
                    <a:pt x="1016770" y="2187007"/>
                  </a:lnTo>
                  <a:lnTo>
                    <a:pt x="1017609" y="2155903"/>
                  </a:lnTo>
                  <a:lnTo>
                    <a:pt x="1018062" y="2124792"/>
                  </a:lnTo>
                  <a:lnTo>
                    <a:pt x="1018128" y="2093677"/>
                  </a:lnTo>
                  <a:lnTo>
                    <a:pt x="1017809" y="2062564"/>
                  </a:lnTo>
                  <a:lnTo>
                    <a:pt x="1017103" y="2031457"/>
                  </a:lnTo>
                  <a:lnTo>
                    <a:pt x="1016011" y="2000361"/>
                  </a:lnTo>
                  <a:lnTo>
                    <a:pt x="1014533" y="1969281"/>
                  </a:lnTo>
                  <a:lnTo>
                    <a:pt x="1012670" y="1938222"/>
                  </a:lnTo>
                  <a:lnTo>
                    <a:pt x="1010421" y="1907189"/>
                  </a:lnTo>
                  <a:lnTo>
                    <a:pt x="1007788" y="1876186"/>
                  </a:lnTo>
                  <a:lnTo>
                    <a:pt x="1004769" y="1845217"/>
                  </a:lnTo>
                  <a:lnTo>
                    <a:pt x="1001367" y="1814289"/>
                  </a:lnTo>
                  <a:lnTo>
                    <a:pt x="997581" y="1783406"/>
                  </a:lnTo>
                  <a:lnTo>
                    <a:pt x="993412" y="1752571"/>
                  </a:lnTo>
                  <a:lnTo>
                    <a:pt x="988861" y="1721791"/>
                  </a:lnTo>
                  <a:lnTo>
                    <a:pt x="983928" y="1691070"/>
                  </a:lnTo>
                  <a:lnTo>
                    <a:pt x="978614" y="1660412"/>
                  </a:lnTo>
                  <a:lnTo>
                    <a:pt x="972920" y="1629823"/>
                  </a:lnTo>
                  <a:lnTo>
                    <a:pt x="966846" y="1599306"/>
                  </a:lnTo>
                  <a:lnTo>
                    <a:pt x="960395" y="1568867"/>
                  </a:lnTo>
                  <a:lnTo>
                    <a:pt x="953566" y="1538511"/>
                  </a:lnTo>
                  <a:lnTo>
                    <a:pt x="946361" y="1508242"/>
                  </a:lnTo>
                  <a:lnTo>
                    <a:pt x="938781" y="1478065"/>
                  </a:lnTo>
                  <a:lnTo>
                    <a:pt x="930827" y="1447984"/>
                  </a:lnTo>
                  <a:lnTo>
                    <a:pt x="922500" y="1418004"/>
                  </a:lnTo>
                  <a:lnTo>
                    <a:pt x="913801" y="1388129"/>
                  </a:lnTo>
                  <a:lnTo>
                    <a:pt x="904733" y="1358365"/>
                  </a:lnTo>
                  <a:lnTo>
                    <a:pt x="895296" y="1328716"/>
                  </a:lnTo>
                  <a:lnTo>
                    <a:pt x="885491" y="1299186"/>
                  </a:lnTo>
                  <a:lnTo>
                    <a:pt x="875321" y="1269780"/>
                  </a:lnTo>
                  <a:lnTo>
                    <a:pt x="864787" y="1240503"/>
                  </a:lnTo>
                  <a:lnTo>
                    <a:pt x="853890" y="1211359"/>
                  </a:lnTo>
                  <a:lnTo>
                    <a:pt x="842632" y="1182352"/>
                  </a:lnTo>
                  <a:lnTo>
                    <a:pt x="831015" y="1153487"/>
                  </a:lnTo>
                  <a:lnTo>
                    <a:pt x="819041" y="1124768"/>
                  </a:lnTo>
                  <a:lnTo>
                    <a:pt x="806711" y="1096201"/>
                  </a:lnTo>
                  <a:lnTo>
                    <a:pt x="794028" y="1067788"/>
                  </a:lnTo>
                  <a:lnTo>
                    <a:pt x="780993" y="1039536"/>
                  </a:lnTo>
                  <a:lnTo>
                    <a:pt x="767608" y="1011447"/>
                  </a:lnTo>
                  <a:lnTo>
                    <a:pt x="753876" y="983526"/>
                  </a:lnTo>
                  <a:lnTo>
                    <a:pt x="739798" y="955778"/>
                  </a:lnTo>
                  <a:lnTo>
                    <a:pt x="725377" y="928207"/>
                  </a:lnTo>
                  <a:lnTo>
                    <a:pt x="710615" y="900817"/>
                  </a:lnTo>
                  <a:lnTo>
                    <a:pt x="695514" y="873612"/>
                  </a:lnTo>
                  <a:lnTo>
                    <a:pt x="680076" y="846597"/>
                  </a:lnTo>
                  <a:lnTo>
                    <a:pt x="664305" y="819775"/>
                  </a:lnTo>
                  <a:lnTo>
                    <a:pt x="648202" y="793152"/>
                  </a:lnTo>
                  <a:lnTo>
                    <a:pt x="631769" y="766730"/>
                  </a:lnTo>
                  <a:lnTo>
                    <a:pt x="615010" y="740514"/>
                  </a:lnTo>
                  <a:lnTo>
                    <a:pt x="597927" y="714508"/>
                  </a:lnTo>
                  <a:lnTo>
                    <a:pt x="580522" y="688717"/>
                  </a:lnTo>
                  <a:lnTo>
                    <a:pt x="562799" y="663143"/>
                  </a:lnTo>
                  <a:lnTo>
                    <a:pt x="544760" y="637791"/>
                  </a:lnTo>
                  <a:lnTo>
                    <a:pt x="526407" y="612665"/>
                  </a:lnTo>
                  <a:lnTo>
                    <a:pt x="507744" y="587769"/>
                  </a:lnTo>
                  <a:lnTo>
                    <a:pt x="488773" y="563106"/>
                  </a:lnTo>
                  <a:lnTo>
                    <a:pt x="469498" y="538681"/>
                  </a:lnTo>
                  <a:lnTo>
                    <a:pt x="449921" y="514497"/>
                  </a:lnTo>
                  <a:lnTo>
                    <a:pt x="430045" y="490557"/>
                  </a:lnTo>
                  <a:lnTo>
                    <a:pt x="409874" y="466866"/>
                  </a:lnTo>
                  <a:lnTo>
                    <a:pt x="389410" y="443428"/>
                  </a:lnTo>
                  <a:lnTo>
                    <a:pt x="368657" y="420245"/>
                  </a:lnTo>
                  <a:lnTo>
                    <a:pt x="347618" y="397321"/>
                  </a:lnTo>
                  <a:lnTo>
                    <a:pt x="326296" y="374660"/>
                  </a:lnTo>
                  <a:lnTo>
                    <a:pt x="304694" y="352266"/>
                  </a:lnTo>
                  <a:lnTo>
                    <a:pt x="282817" y="330142"/>
                  </a:lnTo>
                  <a:lnTo>
                    <a:pt x="260666" y="308291"/>
                  </a:lnTo>
                  <a:lnTo>
                    <a:pt x="238245" y="286716"/>
                  </a:lnTo>
                  <a:lnTo>
                    <a:pt x="215559" y="265421"/>
                  </a:lnTo>
                  <a:lnTo>
                    <a:pt x="192610" y="244410"/>
                  </a:lnTo>
                  <a:lnTo>
                    <a:pt x="169402" y="223685"/>
                  </a:lnTo>
                  <a:lnTo>
                    <a:pt x="145939" y="203249"/>
                  </a:lnTo>
                  <a:lnTo>
                    <a:pt x="122224" y="183107"/>
                  </a:lnTo>
                  <a:lnTo>
                    <a:pt x="98260" y="163260"/>
                  </a:lnTo>
                  <a:lnTo>
                    <a:pt x="74052" y="143712"/>
                  </a:lnTo>
                  <a:lnTo>
                    <a:pt x="49604" y="124466"/>
                  </a:lnTo>
                  <a:lnTo>
                    <a:pt x="24918" y="105525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6060780" y="1325121"/>
              <a:ext cx="1126127" cy="2223018"/>
            </a:xfrm>
            <a:custGeom>
              <a:avLst/>
              <a:pathLst>
                <a:path w="1126127" h="2223018">
                  <a:moveTo>
                    <a:pt x="0" y="86892"/>
                  </a:moveTo>
                  <a:lnTo>
                    <a:pt x="21379" y="57928"/>
                  </a:lnTo>
                  <a:lnTo>
                    <a:pt x="42758" y="28964"/>
                  </a:lnTo>
                  <a:lnTo>
                    <a:pt x="64137" y="0"/>
                  </a:lnTo>
                  <a:lnTo>
                    <a:pt x="90129" y="19435"/>
                  </a:lnTo>
                  <a:lnTo>
                    <a:pt x="115878" y="39192"/>
                  </a:lnTo>
                  <a:lnTo>
                    <a:pt x="141380" y="59267"/>
                  </a:lnTo>
                  <a:lnTo>
                    <a:pt x="166631" y="79657"/>
                  </a:lnTo>
                  <a:lnTo>
                    <a:pt x="191627" y="100359"/>
                  </a:lnTo>
                  <a:lnTo>
                    <a:pt x="216363" y="121369"/>
                  </a:lnTo>
                  <a:lnTo>
                    <a:pt x="240838" y="142685"/>
                  </a:lnTo>
                  <a:lnTo>
                    <a:pt x="265045" y="164303"/>
                  </a:lnTo>
                  <a:lnTo>
                    <a:pt x="288983" y="186219"/>
                  </a:lnTo>
                  <a:lnTo>
                    <a:pt x="312647" y="208432"/>
                  </a:lnTo>
                  <a:lnTo>
                    <a:pt x="336033" y="230936"/>
                  </a:lnTo>
                  <a:lnTo>
                    <a:pt x="359138" y="253728"/>
                  </a:lnTo>
                  <a:lnTo>
                    <a:pt x="381958" y="276806"/>
                  </a:lnTo>
                  <a:lnTo>
                    <a:pt x="404491" y="300165"/>
                  </a:lnTo>
                  <a:lnTo>
                    <a:pt x="426731" y="323802"/>
                  </a:lnTo>
                  <a:lnTo>
                    <a:pt x="448677" y="347713"/>
                  </a:lnTo>
                  <a:lnTo>
                    <a:pt x="470324" y="371894"/>
                  </a:lnTo>
                  <a:lnTo>
                    <a:pt x="491669" y="396343"/>
                  </a:lnTo>
                  <a:lnTo>
                    <a:pt x="512709" y="421054"/>
                  </a:lnTo>
                  <a:lnTo>
                    <a:pt x="533441" y="446025"/>
                  </a:lnTo>
                  <a:lnTo>
                    <a:pt x="553862" y="471251"/>
                  </a:lnTo>
                  <a:lnTo>
                    <a:pt x="573967" y="496729"/>
                  </a:lnTo>
                  <a:lnTo>
                    <a:pt x="593755" y="522454"/>
                  </a:lnTo>
                  <a:lnTo>
                    <a:pt x="613222" y="548423"/>
                  </a:lnTo>
                  <a:lnTo>
                    <a:pt x="632366" y="574631"/>
                  </a:lnTo>
                  <a:lnTo>
                    <a:pt x="651182" y="601075"/>
                  </a:lnTo>
                  <a:lnTo>
                    <a:pt x="669669" y="627751"/>
                  </a:lnTo>
                  <a:lnTo>
                    <a:pt x="687824" y="654654"/>
                  </a:lnTo>
                  <a:lnTo>
                    <a:pt x="705643" y="681780"/>
                  </a:lnTo>
                  <a:lnTo>
                    <a:pt x="723124" y="709125"/>
                  </a:lnTo>
                  <a:lnTo>
                    <a:pt x="740264" y="736685"/>
                  </a:lnTo>
                  <a:lnTo>
                    <a:pt x="757061" y="764456"/>
                  </a:lnTo>
                  <a:lnTo>
                    <a:pt x="773512" y="792433"/>
                  </a:lnTo>
                  <a:lnTo>
                    <a:pt x="789615" y="820612"/>
                  </a:lnTo>
                  <a:lnTo>
                    <a:pt x="805366" y="848988"/>
                  </a:lnTo>
                  <a:lnTo>
                    <a:pt x="820764" y="877558"/>
                  </a:lnTo>
                  <a:lnTo>
                    <a:pt x="835807" y="906317"/>
                  </a:lnTo>
                  <a:lnTo>
                    <a:pt x="850491" y="935261"/>
                  </a:lnTo>
                  <a:lnTo>
                    <a:pt x="864815" y="964384"/>
                  </a:lnTo>
                  <a:lnTo>
                    <a:pt x="878776" y="993683"/>
                  </a:lnTo>
                  <a:lnTo>
                    <a:pt x="892373" y="1023153"/>
                  </a:lnTo>
                  <a:lnTo>
                    <a:pt x="905602" y="1052789"/>
                  </a:lnTo>
                  <a:lnTo>
                    <a:pt x="918463" y="1082588"/>
                  </a:lnTo>
                  <a:lnTo>
                    <a:pt x="930954" y="1112544"/>
                  </a:lnTo>
                  <a:lnTo>
                    <a:pt x="943071" y="1142652"/>
                  </a:lnTo>
                  <a:lnTo>
                    <a:pt x="954814" y="1172908"/>
                  </a:lnTo>
                  <a:lnTo>
                    <a:pt x="966180" y="1203308"/>
                  </a:lnTo>
                  <a:lnTo>
                    <a:pt x="977168" y="1233847"/>
                  </a:lnTo>
                  <a:lnTo>
                    <a:pt x="987776" y="1264520"/>
                  </a:lnTo>
                  <a:lnTo>
                    <a:pt x="998003" y="1295322"/>
                  </a:lnTo>
                  <a:lnTo>
                    <a:pt x="1007847" y="1326248"/>
                  </a:lnTo>
                  <a:lnTo>
                    <a:pt x="1017306" y="1357294"/>
                  </a:lnTo>
                  <a:lnTo>
                    <a:pt x="1026379" y="1388456"/>
                  </a:lnTo>
                  <a:lnTo>
                    <a:pt x="1035065" y="1419727"/>
                  </a:lnTo>
                  <a:lnTo>
                    <a:pt x="1043361" y="1451104"/>
                  </a:lnTo>
                  <a:lnTo>
                    <a:pt x="1051268" y="1482582"/>
                  </a:lnTo>
                  <a:lnTo>
                    <a:pt x="1058784" y="1514155"/>
                  </a:lnTo>
                  <a:lnTo>
                    <a:pt x="1065907" y="1545819"/>
                  </a:lnTo>
                  <a:lnTo>
                    <a:pt x="1072636" y="1577569"/>
                  </a:lnTo>
                  <a:lnTo>
                    <a:pt x="1078971" y="1609400"/>
                  </a:lnTo>
                  <a:lnTo>
                    <a:pt x="1084910" y="1641307"/>
                  </a:lnTo>
                  <a:lnTo>
                    <a:pt x="1090453" y="1673286"/>
                  </a:lnTo>
                  <a:lnTo>
                    <a:pt x="1095599" y="1705330"/>
                  </a:lnTo>
                  <a:lnTo>
                    <a:pt x="1100346" y="1737437"/>
                  </a:lnTo>
                  <a:lnTo>
                    <a:pt x="1104695" y="1769599"/>
                  </a:lnTo>
                  <a:lnTo>
                    <a:pt x="1108644" y="1801814"/>
                  </a:lnTo>
                  <a:lnTo>
                    <a:pt x="1112193" y="1834074"/>
                  </a:lnTo>
                  <a:lnTo>
                    <a:pt x="1115341" y="1866377"/>
                  </a:lnTo>
                  <a:lnTo>
                    <a:pt x="1118088" y="1898715"/>
                  </a:lnTo>
                  <a:lnTo>
                    <a:pt x="1120434" y="1931086"/>
                  </a:lnTo>
                  <a:lnTo>
                    <a:pt x="1122377" y="1963483"/>
                  </a:lnTo>
                  <a:lnTo>
                    <a:pt x="1123919" y="1995902"/>
                  </a:lnTo>
                  <a:lnTo>
                    <a:pt x="1125058" y="2028337"/>
                  </a:lnTo>
                  <a:lnTo>
                    <a:pt x="1125794" y="2060784"/>
                  </a:lnTo>
                  <a:lnTo>
                    <a:pt x="1126127" y="2093237"/>
                  </a:lnTo>
                  <a:lnTo>
                    <a:pt x="1126058" y="2125693"/>
                  </a:lnTo>
                  <a:lnTo>
                    <a:pt x="1125586" y="2158145"/>
                  </a:lnTo>
                  <a:lnTo>
                    <a:pt x="1124711" y="2190588"/>
                  </a:lnTo>
                  <a:lnTo>
                    <a:pt x="1123434" y="2223018"/>
                  </a:lnTo>
                  <a:lnTo>
                    <a:pt x="1087471" y="2221378"/>
                  </a:lnTo>
                  <a:lnTo>
                    <a:pt x="1051508" y="2219738"/>
                  </a:lnTo>
                  <a:lnTo>
                    <a:pt x="1015546" y="2218098"/>
                  </a:lnTo>
                  <a:lnTo>
                    <a:pt x="1016770" y="2187007"/>
                  </a:lnTo>
                  <a:lnTo>
                    <a:pt x="1017609" y="2155903"/>
                  </a:lnTo>
                  <a:lnTo>
                    <a:pt x="1018062" y="2124792"/>
                  </a:lnTo>
                  <a:lnTo>
                    <a:pt x="1018128" y="2093677"/>
                  </a:lnTo>
                  <a:lnTo>
                    <a:pt x="1017809" y="2062564"/>
                  </a:lnTo>
                  <a:lnTo>
                    <a:pt x="1017103" y="2031457"/>
                  </a:lnTo>
                  <a:lnTo>
                    <a:pt x="1016011" y="2000361"/>
                  </a:lnTo>
                  <a:lnTo>
                    <a:pt x="1014533" y="1969281"/>
                  </a:lnTo>
                  <a:lnTo>
                    <a:pt x="1012670" y="1938222"/>
                  </a:lnTo>
                  <a:lnTo>
                    <a:pt x="1010421" y="1907189"/>
                  </a:lnTo>
                  <a:lnTo>
                    <a:pt x="1007788" y="1876186"/>
                  </a:lnTo>
                  <a:lnTo>
                    <a:pt x="1004769" y="1845217"/>
                  </a:lnTo>
                  <a:lnTo>
                    <a:pt x="1001367" y="1814289"/>
                  </a:lnTo>
                  <a:lnTo>
                    <a:pt x="997581" y="1783406"/>
                  </a:lnTo>
                  <a:lnTo>
                    <a:pt x="993412" y="1752571"/>
                  </a:lnTo>
                  <a:lnTo>
                    <a:pt x="988861" y="1721791"/>
                  </a:lnTo>
                  <a:lnTo>
                    <a:pt x="983928" y="1691070"/>
                  </a:lnTo>
                  <a:lnTo>
                    <a:pt x="978614" y="1660412"/>
                  </a:lnTo>
                  <a:lnTo>
                    <a:pt x="972920" y="1629823"/>
                  </a:lnTo>
                  <a:lnTo>
                    <a:pt x="966846" y="1599306"/>
                  </a:lnTo>
                  <a:lnTo>
                    <a:pt x="960395" y="1568867"/>
                  </a:lnTo>
                  <a:lnTo>
                    <a:pt x="953566" y="1538511"/>
                  </a:lnTo>
                  <a:lnTo>
                    <a:pt x="946361" y="1508242"/>
                  </a:lnTo>
                  <a:lnTo>
                    <a:pt x="938781" y="1478065"/>
                  </a:lnTo>
                  <a:lnTo>
                    <a:pt x="930827" y="1447984"/>
                  </a:lnTo>
                  <a:lnTo>
                    <a:pt x="922500" y="1418004"/>
                  </a:lnTo>
                  <a:lnTo>
                    <a:pt x="913801" y="1388129"/>
                  </a:lnTo>
                  <a:lnTo>
                    <a:pt x="904733" y="1358365"/>
                  </a:lnTo>
                  <a:lnTo>
                    <a:pt x="895296" y="1328716"/>
                  </a:lnTo>
                  <a:lnTo>
                    <a:pt x="885491" y="1299186"/>
                  </a:lnTo>
                  <a:lnTo>
                    <a:pt x="875321" y="1269780"/>
                  </a:lnTo>
                  <a:lnTo>
                    <a:pt x="864787" y="1240503"/>
                  </a:lnTo>
                  <a:lnTo>
                    <a:pt x="853890" y="1211359"/>
                  </a:lnTo>
                  <a:lnTo>
                    <a:pt x="842632" y="1182352"/>
                  </a:lnTo>
                  <a:lnTo>
                    <a:pt x="831015" y="1153487"/>
                  </a:lnTo>
                  <a:lnTo>
                    <a:pt x="819041" y="1124768"/>
                  </a:lnTo>
                  <a:lnTo>
                    <a:pt x="806711" y="1096201"/>
                  </a:lnTo>
                  <a:lnTo>
                    <a:pt x="794028" y="1067788"/>
                  </a:lnTo>
                  <a:lnTo>
                    <a:pt x="780993" y="1039536"/>
                  </a:lnTo>
                  <a:lnTo>
                    <a:pt x="767608" y="1011447"/>
                  </a:lnTo>
                  <a:lnTo>
                    <a:pt x="753876" y="983526"/>
                  </a:lnTo>
                  <a:lnTo>
                    <a:pt x="739798" y="955778"/>
                  </a:lnTo>
                  <a:lnTo>
                    <a:pt x="725377" y="928207"/>
                  </a:lnTo>
                  <a:lnTo>
                    <a:pt x="710615" y="900817"/>
                  </a:lnTo>
                  <a:lnTo>
                    <a:pt x="695514" y="873612"/>
                  </a:lnTo>
                  <a:lnTo>
                    <a:pt x="680076" y="846597"/>
                  </a:lnTo>
                  <a:lnTo>
                    <a:pt x="664305" y="819775"/>
                  </a:lnTo>
                  <a:lnTo>
                    <a:pt x="648202" y="793152"/>
                  </a:lnTo>
                  <a:lnTo>
                    <a:pt x="631769" y="766730"/>
                  </a:lnTo>
                  <a:lnTo>
                    <a:pt x="615010" y="740514"/>
                  </a:lnTo>
                  <a:lnTo>
                    <a:pt x="597927" y="714508"/>
                  </a:lnTo>
                  <a:lnTo>
                    <a:pt x="580522" y="688717"/>
                  </a:lnTo>
                  <a:lnTo>
                    <a:pt x="562799" y="663143"/>
                  </a:lnTo>
                  <a:lnTo>
                    <a:pt x="544760" y="637791"/>
                  </a:lnTo>
                  <a:lnTo>
                    <a:pt x="526407" y="612665"/>
                  </a:lnTo>
                  <a:lnTo>
                    <a:pt x="507744" y="587769"/>
                  </a:lnTo>
                  <a:lnTo>
                    <a:pt x="488773" y="563106"/>
                  </a:lnTo>
                  <a:lnTo>
                    <a:pt x="469498" y="538681"/>
                  </a:lnTo>
                  <a:lnTo>
                    <a:pt x="449921" y="514497"/>
                  </a:lnTo>
                  <a:lnTo>
                    <a:pt x="430045" y="490557"/>
                  </a:lnTo>
                  <a:lnTo>
                    <a:pt x="409874" y="466866"/>
                  </a:lnTo>
                  <a:lnTo>
                    <a:pt x="389410" y="443428"/>
                  </a:lnTo>
                  <a:lnTo>
                    <a:pt x="368657" y="420245"/>
                  </a:lnTo>
                  <a:lnTo>
                    <a:pt x="347618" y="397321"/>
                  </a:lnTo>
                  <a:lnTo>
                    <a:pt x="326296" y="374660"/>
                  </a:lnTo>
                  <a:lnTo>
                    <a:pt x="304694" y="352266"/>
                  </a:lnTo>
                  <a:lnTo>
                    <a:pt x="282817" y="330142"/>
                  </a:lnTo>
                  <a:lnTo>
                    <a:pt x="260666" y="308291"/>
                  </a:lnTo>
                  <a:lnTo>
                    <a:pt x="238245" y="286716"/>
                  </a:lnTo>
                  <a:lnTo>
                    <a:pt x="215559" y="265421"/>
                  </a:lnTo>
                  <a:lnTo>
                    <a:pt x="192610" y="244410"/>
                  </a:lnTo>
                  <a:lnTo>
                    <a:pt x="169402" y="223685"/>
                  </a:lnTo>
                  <a:lnTo>
                    <a:pt x="145939" y="203249"/>
                  </a:lnTo>
                  <a:lnTo>
                    <a:pt x="122224" y="183107"/>
                  </a:lnTo>
                  <a:lnTo>
                    <a:pt x="98260" y="163260"/>
                  </a:lnTo>
                  <a:lnTo>
                    <a:pt x="74052" y="143712"/>
                  </a:lnTo>
                  <a:lnTo>
                    <a:pt x="49604" y="124466"/>
                  </a:lnTo>
                  <a:lnTo>
                    <a:pt x="24918" y="105525"/>
                  </a:lnTo>
                  <a:close/>
                </a:path>
              </a:pathLst>
            </a:custGeom>
            <a:solidFill>
              <a:srgbClr val="EE61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5514218" y="3717634"/>
              <a:ext cx="1655322" cy="2134575"/>
            </a:xfrm>
            <a:custGeom>
              <a:avLst/>
              <a:pathLst>
                <a:path w="1655322" h="2134575">
                  <a:moveTo>
                    <a:pt x="1548040" y="0"/>
                  </a:moveTo>
                  <a:lnTo>
                    <a:pt x="1583800" y="4144"/>
                  </a:lnTo>
                  <a:lnTo>
                    <a:pt x="1619561" y="8289"/>
                  </a:lnTo>
                  <a:lnTo>
                    <a:pt x="1655322" y="12434"/>
                  </a:lnTo>
                  <a:lnTo>
                    <a:pt x="1651374" y="44731"/>
                  </a:lnTo>
                  <a:lnTo>
                    <a:pt x="1647026" y="76976"/>
                  </a:lnTo>
                  <a:lnTo>
                    <a:pt x="1642276" y="109165"/>
                  </a:lnTo>
                  <a:lnTo>
                    <a:pt x="1637126" y="141292"/>
                  </a:lnTo>
                  <a:lnTo>
                    <a:pt x="1631577" y="173353"/>
                  </a:lnTo>
                  <a:lnTo>
                    <a:pt x="1625630" y="205342"/>
                  </a:lnTo>
                  <a:lnTo>
                    <a:pt x="1619284" y="237255"/>
                  </a:lnTo>
                  <a:lnTo>
                    <a:pt x="1612543" y="269086"/>
                  </a:lnTo>
                  <a:lnTo>
                    <a:pt x="1605405" y="300831"/>
                  </a:lnTo>
                  <a:lnTo>
                    <a:pt x="1597874" y="332485"/>
                  </a:lnTo>
                  <a:lnTo>
                    <a:pt x="1589949" y="364042"/>
                  </a:lnTo>
                  <a:lnTo>
                    <a:pt x="1581632" y="395498"/>
                  </a:lnTo>
                  <a:lnTo>
                    <a:pt x="1572924" y="426849"/>
                  </a:lnTo>
                  <a:lnTo>
                    <a:pt x="1563826" y="458089"/>
                  </a:lnTo>
                  <a:lnTo>
                    <a:pt x="1554341" y="489213"/>
                  </a:lnTo>
                  <a:lnTo>
                    <a:pt x="1544469" y="520216"/>
                  </a:lnTo>
                  <a:lnTo>
                    <a:pt x="1534213" y="551095"/>
                  </a:lnTo>
                  <a:lnTo>
                    <a:pt x="1523573" y="581843"/>
                  </a:lnTo>
                  <a:lnTo>
                    <a:pt x="1512551" y="612457"/>
                  </a:lnTo>
                  <a:lnTo>
                    <a:pt x="1501149" y="642931"/>
                  </a:lnTo>
                  <a:lnTo>
                    <a:pt x="1489368" y="673261"/>
                  </a:lnTo>
                  <a:lnTo>
                    <a:pt x="1477211" y="703442"/>
                  </a:lnTo>
                  <a:lnTo>
                    <a:pt x="1464680" y="733469"/>
                  </a:lnTo>
                  <a:lnTo>
                    <a:pt x="1451776" y="763338"/>
                  </a:lnTo>
                  <a:lnTo>
                    <a:pt x="1438501" y="793044"/>
                  </a:lnTo>
                  <a:lnTo>
                    <a:pt x="1424858" y="822583"/>
                  </a:lnTo>
                  <a:lnTo>
                    <a:pt x="1410848" y="851950"/>
                  </a:lnTo>
                  <a:lnTo>
                    <a:pt x="1396474" y="881140"/>
                  </a:lnTo>
                  <a:lnTo>
                    <a:pt x="1381738" y="910149"/>
                  </a:lnTo>
                  <a:lnTo>
                    <a:pt x="1366642" y="938972"/>
                  </a:lnTo>
                  <a:lnTo>
                    <a:pt x="1351189" y="967606"/>
                  </a:lnTo>
                  <a:lnTo>
                    <a:pt x="1335380" y="996045"/>
                  </a:lnTo>
                  <a:lnTo>
                    <a:pt x="1319219" y="1024285"/>
                  </a:lnTo>
                  <a:lnTo>
                    <a:pt x="1302708" y="1052321"/>
                  </a:lnTo>
                  <a:lnTo>
                    <a:pt x="1285849" y="1080150"/>
                  </a:lnTo>
                  <a:lnTo>
                    <a:pt x="1268645" y="1107767"/>
                  </a:lnTo>
                  <a:lnTo>
                    <a:pt x="1251099" y="1135168"/>
                  </a:lnTo>
                  <a:lnTo>
                    <a:pt x="1233213" y="1162349"/>
                  </a:lnTo>
                  <a:lnTo>
                    <a:pt x="1214991" y="1189305"/>
                  </a:lnTo>
                  <a:lnTo>
                    <a:pt x="1196434" y="1216032"/>
                  </a:lnTo>
                  <a:lnTo>
                    <a:pt x="1177547" y="1242526"/>
                  </a:lnTo>
                  <a:lnTo>
                    <a:pt x="1158331" y="1268783"/>
                  </a:lnTo>
                  <a:lnTo>
                    <a:pt x="1138790" y="1294799"/>
                  </a:lnTo>
                  <a:lnTo>
                    <a:pt x="1118927" y="1320569"/>
                  </a:lnTo>
                  <a:lnTo>
                    <a:pt x="1098744" y="1346091"/>
                  </a:lnTo>
                  <a:lnTo>
                    <a:pt x="1078246" y="1371359"/>
                  </a:lnTo>
                  <a:lnTo>
                    <a:pt x="1057435" y="1396371"/>
                  </a:lnTo>
                  <a:lnTo>
                    <a:pt x="1036314" y="1421122"/>
                  </a:lnTo>
                  <a:lnTo>
                    <a:pt x="1014887" y="1445607"/>
                  </a:lnTo>
                  <a:lnTo>
                    <a:pt x="993157" y="1469825"/>
                  </a:lnTo>
                  <a:lnTo>
                    <a:pt x="971127" y="1493770"/>
                  </a:lnTo>
                  <a:lnTo>
                    <a:pt x="948801" y="1517439"/>
                  </a:lnTo>
                  <a:lnTo>
                    <a:pt x="926182" y="1540829"/>
                  </a:lnTo>
                  <a:lnTo>
                    <a:pt x="903274" y="1563935"/>
                  </a:lnTo>
                  <a:lnTo>
                    <a:pt x="880080" y="1586754"/>
                  </a:lnTo>
                  <a:lnTo>
                    <a:pt x="856605" y="1609283"/>
                  </a:lnTo>
                  <a:lnTo>
                    <a:pt x="832850" y="1631519"/>
                  </a:lnTo>
                  <a:lnTo>
                    <a:pt x="808821" y="1653456"/>
                  </a:lnTo>
                  <a:lnTo>
                    <a:pt x="784521" y="1675094"/>
                  </a:lnTo>
                  <a:lnTo>
                    <a:pt x="759953" y="1696427"/>
                  </a:lnTo>
                  <a:lnTo>
                    <a:pt x="735122" y="1717453"/>
                  </a:lnTo>
                  <a:lnTo>
                    <a:pt x="710031" y="1738168"/>
                  </a:lnTo>
                  <a:lnTo>
                    <a:pt x="684684" y="1758570"/>
                  </a:lnTo>
                  <a:lnTo>
                    <a:pt x="659085" y="1778654"/>
                  </a:lnTo>
                  <a:lnTo>
                    <a:pt x="633239" y="1798419"/>
                  </a:lnTo>
                  <a:lnTo>
                    <a:pt x="607148" y="1817860"/>
                  </a:lnTo>
                  <a:lnTo>
                    <a:pt x="580818" y="1836975"/>
                  </a:lnTo>
                  <a:lnTo>
                    <a:pt x="554252" y="1855761"/>
                  </a:lnTo>
                  <a:lnTo>
                    <a:pt x="527454" y="1874215"/>
                  </a:lnTo>
                  <a:lnTo>
                    <a:pt x="500429" y="1892334"/>
                  </a:lnTo>
                  <a:lnTo>
                    <a:pt x="473180" y="1910116"/>
                  </a:lnTo>
                  <a:lnTo>
                    <a:pt x="445712" y="1927557"/>
                  </a:lnTo>
                  <a:lnTo>
                    <a:pt x="418029" y="1944655"/>
                  </a:lnTo>
                  <a:lnTo>
                    <a:pt x="390136" y="1961407"/>
                  </a:lnTo>
                  <a:lnTo>
                    <a:pt x="362036" y="1977811"/>
                  </a:lnTo>
                  <a:lnTo>
                    <a:pt x="333734" y="1993864"/>
                  </a:lnTo>
                  <a:lnTo>
                    <a:pt x="305235" y="2009564"/>
                  </a:lnTo>
                  <a:lnTo>
                    <a:pt x="276543" y="2024907"/>
                  </a:lnTo>
                  <a:lnTo>
                    <a:pt x="247662" y="2039893"/>
                  </a:lnTo>
                  <a:lnTo>
                    <a:pt x="218597" y="2054518"/>
                  </a:lnTo>
                  <a:lnTo>
                    <a:pt x="189352" y="2068780"/>
                  </a:lnTo>
                  <a:lnTo>
                    <a:pt x="159932" y="2082678"/>
                  </a:lnTo>
                  <a:lnTo>
                    <a:pt x="130341" y="2096208"/>
                  </a:lnTo>
                  <a:lnTo>
                    <a:pt x="100584" y="2109369"/>
                  </a:lnTo>
                  <a:lnTo>
                    <a:pt x="70666" y="2122158"/>
                  </a:lnTo>
                  <a:lnTo>
                    <a:pt x="40591" y="2134575"/>
                  </a:lnTo>
                  <a:lnTo>
                    <a:pt x="27060" y="2101214"/>
                  </a:lnTo>
                  <a:lnTo>
                    <a:pt x="13530" y="2067853"/>
                  </a:lnTo>
                  <a:lnTo>
                    <a:pt x="0" y="2034493"/>
                  </a:lnTo>
                  <a:lnTo>
                    <a:pt x="28832" y="2022589"/>
                  </a:lnTo>
                  <a:lnTo>
                    <a:pt x="57515" y="2010328"/>
                  </a:lnTo>
                  <a:lnTo>
                    <a:pt x="86043" y="1997711"/>
                  </a:lnTo>
                  <a:lnTo>
                    <a:pt x="114412" y="1984739"/>
                  </a:lnTo>
                  <a:lnTo>
                    <a:pt x="142617" y="1971416"/>
                  </a:lnTo>
                  <a:lnTo>
                    <a:pt x="170654" y="1957743"/>
                  </a:lnTo>
                  <a:lnTo>
                    <a:pt x="198518" y="1943722"/>
                  </a:lnTo>
                  <a:lnTo>
                    <a:pt x="226207" y="1929355"/>
                  </a:lnTo>
                  <a:lnTo>
                    <a:pt x="253714" y="1914645"/>
                  </a:lnTo>
                  <a:lnTo>
                    <a:pt x="281036" y="1899594"/>
                  </a:lnTo>
                  <a:lnTo>
                    <a:pt x="308169" y="1884204"/>
                  </a:lnTo>
                  <a:lnTo>
                    <a:pt x="335108" y="1868478"/>
                  </a:lnTo>
                  <a:lnTo>
                    <a:pt x="361849" y="1852417"/>
                  </a:lnTo>
                  <a:lnTo>
                    <a:pt x="388389" y="1836026"/>
                  </a:lnTo>
                  <a:lnTo>
                    <a:pt x="414722" y="1819305"/>
                  </a:lnTo>
                  <a:lnTo>
                    <a:pt x="440845" y="1802258"/>
                  </a:lnTo>
                  <a:lnTo>
                    <a:pt x="466755" y="1784887"/>
                  </a:lnTo>
                  <a:lnTo>
                    <a:pt x="492446" y="1767195"/>
                  </a:lnTo>
                  <a:lnTo>
                    <a:pt x="517915" y="1749185"/>
                  </a:lnTo>
                  <a:lnTo>
                    <a:pt x="543157" y="1730859"/>
                  </a:lnTo>
                  <a:lnTo>
                    <a:pt x="568170" y="1712221"/>
                  </a:lnTo>
                  <a:lnTo>
                    <a:pt x="592949" y="1693272"/>
                  </a:lnTo>
                  <a:lnTo>
                    <a:pt x="617491" y="1674017"/>
                  </a:lnTo>
                  <a:lnTo>
                    <a:pt x="641791" y="1654459"/>
                  </a:lnTo>
                  <a:lnTo>
                    <a:pt x="665845" y="1634599"/>
                  </a:lnTo>
                  <a:lnTo>
                    <a:pt x="689651" y="1614441"/>
                  </a:lnTo>
                  <a:lnTo>
                    <a:pt x="713204" y="1593989"/>
                  </a:lnTo>
                  <a:lnTo>
                    <a:pt x="736501" y="1573246"/>
                  </a:lnTo>
                  <a:lnTo>
                    <a:pt x="759537" y="1552214"/>
                  </a:lnTo>
                  <a:lnTo>
                    <a:pt x="782311" y="1530897"/>
                  </a:lnTo>
                  <a:lnTo>
                    <a:pt x="804817" y="1509298"/>
                  </a:lnTo>
                  <a:lnTo>
                    <a:pt x="827053" y="1487421"/>
                  </a:lnTo>
                  <a:lnTo>
                    <a:pt x="849015" y="1465269"/>
                  </a:lnTo>
                  <a:lnTo>
                    <a:pt x="870699" y="1442846"/>
                  </a:lnTo>
                  <a:lnTo>
                    <a:pt x="892103" y="1420154"/>
                  </a:lnTo>
                  <a:lnTo>
                    <a:pt x="913223" y="1397198"/>
                  </a:lnTo>
                  <a:lnTo>
                    <a:pt x="934056" y="1373981"/>
                  </a:lnTo>
                  <a:lnTo>
                    <a:pt x="954598" y="1350506"/>
                  </a:lnTo>
                  <a:lnTo>
                    <a:pt x="974846" y="1326778"/>
                  </a:lnTo>
                  <a:lnTo>
                    <a:pt x="994798" y="1302800"/>
                  </a:lnTo>
                  <a:lnTo>
                    <a:pt x="1014450" y="1278575"/>
                  </a:lnTo>
                  <a:lnTo>
                    <a:pt x="1033799" y="1254107"/>
                  </a:lnTo>
                  <a:lnTo>
                    <a:pt x="1052841" y="1229401"/>
                  </a:lnTo>
                  <a:lnTo>
                    <a:pt x="1071575" y="1204459"/>
                  </a:lnTo>
                  <a:lnTo>
                    <a:pt x="1089998" y="1179287"/>
                  </a:lnTo>
                  <a:lnTo>
                    <a:pt x="1108105" y="1153887"/>
                  </a:lnTo>
                  <a:lnTo>
                    <a:pt x="1125895" y="1128264"/>
                  </a:lnTo>
                  <a:lnTo>
                    <a:pt x="1143365" y="1102421"/>
                  </a:lnTo>
                  <a:lnTo>
                    <a:pt x="1160512" y="1076363"/>
                  </a:lnTo>
                  <a:lnTo>
                    <a:pt x="1177334" y="1050094"/>
                  </a:lnTo>
                  <a:lnTo>
                    <a:pt x="1193827" y="1023618"/>
                  </a:lnTo>
                  <a:lnTo>
                    <a:pt x="1209989" y="996938"/>
                  </a:lnTo>
                  <a:lnTo>
                    <a:pt x="1225819" y="970059"/>
                  </a:lnTo>
                  <a:lnTo>
                    <a:pt x="1241312" y="942986"/>
                  </a:lnTo>
                  <a:lnTo>
                    <a:pt x="1256468" y="915721"/>
                  </a:lnTo>
                  <a:lnTo>
                    <a:pt x="1271283" y="888271"/>
                  </a:lnTo>
                  <a:lnTo>
                    <a:pt x="1285756" y="860638"/>
                  </a:lnTo>
                  <a:lnTo>
                    <a:pt x="1299883" y="832827"/>
                  </a:lnTo>
                  <a:lnTo>
                    <a:pt x="1313664" y="804842"/>
                  </a:lnTo>
                  <a:lnTo>
                    <a:pt x="1327095" y="776688"/>
                  </a:lnTo>
                  <a:lnTo>
                    <a:pt x="1340175" y="748370"/>
                  </a:lnTo>
                  <a:lnTo>
                    <a:pt x="1352901" y="719890"/>
                  </a:lnTo>
                  <a:lnTo>
                    <a:pt x="1365272" y="691255"/>
                  </a:lnTo>
                  <a:lnTo>
                    <a:pt x="1377286" y="662468"/>
                  </a:lnTo>
                  <a:lnTo>
                    <a:pt x="1388941" y="633533"/>
                  </a:lnTo>
                  <a:lnTo>
                    <a:pt x="1400234" y="604456"/>
                  </a:lnTo>
                  <a:lnTo>
                    <a:pt x="1411165" y="575240"/>
                  </a:lnTo>
                  <a:lnTo>
                    <a:pt x="1421732" y="545891"/>
                  </a:lnTo>
                  <a:lnTo>
                    <a:pt x="1431933" y="516413"/>
                  </a:lnTo>
                  <a:lnTo>
                    <a:pt x="1441766" y="486810"/>
                  </a:lnTo>
                  <a:lnTo>
                    <a:pt x="1451230" y="457087"/>
                  </a:lnTo>
                  <a:lnTo>
                    <a:pt x="1460324" y="427248"/>
                  </a:lnTo>
                  <a:lnTo>
                    <a:pt x="1469045" y="397298"/>
                  </a:lnTo>
                  <a:lnTo>
                    <a:pt x="1477393" y="367243"/>
                  </a:lnTo>
                  <a:lnTo>
                    <a:pt x="1485367" y="337086"/>
                  </a:lnTo>
                  <a:lnTo>
                    <a:pt x="1492964" y="306832"/>
                  </a:lnTo>
                  <a:lnTo>
                    <a:pt x="1500185" y="276485"/>
                  </a:lnTo>
                  <a:lnTo>
                    <a:pt x="1507028" y="246051"/>
                  </a:lnTo>
                  <a:lnTo>
                    <a:pt x="1513491" y="215535"/>
                  </a:lnTo>
                  <a:lnTo>
                    <a:pt x="1519574" y="184940"/>
                  </a:lnTo>
                  <a:lnTo>
                    <a:pt x="1525276" y="154272"/>
                  </a:lnTo>
                  <a:lnTo>
                    <a:pt x="1530596" y="123536"/>
                  </a:lnTo>
                  <a:lnTo>
                    <a:pt x="1535533" y="92736"/>
                  </a:lnTo>
                  <a:lnTo>
                    <a:pt x="1540087" y="61876"/>
                  </a:lnTo>
                  <a:lnTo>
                    <a:pt x="1544256" y="30963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5514218" y="3717634"/>
              <a:ext cx="1655322" cy="2134575"/>
            </a:xfrm>
            <a:custGeom>
              <a:avLst/>
              <a:pathLst>
                <a:path w="1655322" h="2134575">
                  <a:moveTo>
                    <a:pt x="1548040" y="0"/>
                  </a:moveTo>
                  <a:lnTo>
                    <a:pt x="1583800" y="4144"/>
                  </a:lnTo>
                  <a:lnTo>
                    <a:pt x="1619561" y="8289"/>
                  </a:lnTo>
                  <a:lnTo>
                    <a:pt x="1655322" y="12434"/>
                  </a:lnTo>
                  <a:lnTo>
                    <a:pt x="1651374" y="44731"/>
                  </a:lnTo>
                  <a:lnTo>
                    <a:pt x="1647026" y="76976"/>
                  </a:lnTo>
                  <a:lnTo>
                    <a:pt x="1642276" y="109165"/>
                  </a:lnTo>
                  <a:lnTo>
                    <a:pt x="1637126" y="141292"/>
                  </a:lnTo>
                  <a:lnTo>
                    <a:pt x="1631577" y="173353"/>
                  </a:lnTo>
                  <a:lnTo>
                    <a:pt x="1625630" y="205342"/>
                  </a:lnTo>
                  <a:lnTo>
                    <a:pt x="1619284" y="237255"/>
                  </a:lnTo>
                  <a:lnTo>
                    <a:pt x="1612543" y="269086"/>
                  </a:lnTo>
                  <a:lnTo>
                    <a:pt x="1605405" y="300831"/>
                  </a:lnTo>
                  <a:lnTo>
                    <a:pt x="1597874" y="332485"/>
                  </a:lnTo>
                  <a:lnTo>
                    <a:pt x="1589949" y="364042"/>
                  </a:lnTo>
                  <a:lnTo>
                    <a:pt x="1581632" y="395498"/>
                  </a:lnTo>
                  <a:lnTo>
                    <a:pt x="1572924" y="426849"/>
                  </a:lnTo>
                  <a:lnTo>
                    <a:pt x="1563826" y="458089"/>
                  </a:lnTo>
                  <a:lnTo>
                    <a:pt x="1554341" y="489213"/>
                  </a:lnTo>
                  <a:lnTo>
                    <a:pt x="1544469" y="520216"/>
                  </a:lnTo>
                  <a:lnTo>
                    <a:pt x="1534213" y="551095"/>
                  </a:lnTo>
                  <a:lnTo>
                    <a:pt x="1523573" y="581843"/>
                  </a:lnTo>
                  <a:lnTo>
                    <a:pt x="1512551" y="612457"/>
                  </a:lnTo>
                  <a:lnTo>
                    <a:pt x="1501149" y="642931"/>
                  </a:lnTo>
                  <a:lnTo>
                    <a:pt x="1489368" y="673261"/>
                  </a:lnTo>
                  <a:lnTo>
                    <a:pt x="1477211" y="703442"/>
                  </a:lnTo>
                  <a:lnTo>
                    <a:pt x="1464680" y="733469"/>
                  </a:lnTo>
                  <a:lnTo>
                    <a:pt x="1451776" y="763338"/>
                  </a:lnTo>
                  <a:lnTo>
                    <a:pt x="1438501" y="793044"/>
                  </a:lnTo>
                  <a:lnTo>
                    <a:pt x="1424858" y="822583"/>
                  </a:lnTo>
                  <a:lnTo>
                    <a:pt x="1410848" y="851950"/>
                  </a:lnTo>
                  <a:lnTo>
                    <a:pt x="1396474" y="881140"/>
                  </a:lnTo>
                  <a:lnTo>
                    <a:pt x="1381738" y="910149"/>
                  </a:lnTo>
                  <a:lnTo>
                    <a:pt x="1366642" y="938972"/>
                  </a:lnTo>
                  <a:lnTo>
                    <a:pt x="1351189" y="967606"/>
                  </a:lnTo>
                  <a:lnTo>
                    <a:pt x="1335380" y="996045"/>
                  </a:lnTo>
                  <a:lnTo>
                    <a:pt x="1319219" y="1024285"/>
                  </a:lnTo>
                  <a:lnTo>
                    <a:pt x="1302708" y="1052321"/>
                  </a:lnTo>
                  <a:lnTo>
                    <a:pt x="1285849" y="1080150"/>
                  </a:lnTo>
                  <a:lnTo>
                    <a:pt x="1268645" y="1107767"/>
                  </a:lnTo>
                  <a:lnTo>
                    <a:pt x="1251099" y="1135168"/>
                  </a:lnTo>
                  <a:lnTo>
                    <a:pt x="1233213" y="1162349"/>
                  </a:lnTo>
                  <a:lnTo>
                    <a:pt x="1214991" y="1189305"/>
                  </a:lnTo>
                  <a:lnTo>
                    <a:pt x="1196434" y="1216032"/>
                  </a:lnTo>
                  <a:lnTo>
                    <a:pt x="1177547" y="1242526"/>
                  </a:lnTo>
                  <a:lnTo>
                    <a:pt x="1158331" y="1268783"/>
                  </a:lnTo>
                  <a:lnTo>
                    <a:pt x="1138790" y="1294799"/>
                  </a:lnTo>
                  <a:lnTo>
                    <a:pt x="1118927" y="1320569"/>
                  </a:lnTo>
                  <a:lnTo>
                    <a:pt x="1098744" y="1346091"/>
                  </a:lnTo>
                  <a:lnTo>
                    <a:pt x="1078246" y="1371359"/>
                  </a:lnTo>
                  <a:lnTo>
                    <a:pt x="1057435" y="1396371"/>
                  </a:lnTo>
                  <a:lnTo>
                    <a:pt x="1036314" y="1421122"/>
                  </a:lnTo>
                  <a:lnTo>
                    <a:pt x="1014887" y="1445607"/>
                  </a:lnTo>
                  <a:lnTo>
                    <a:pt x="993157" y="1469825"/>
                  </a:lnTo>
                  <a:lnTo>
                    <a:pt x="971127" y="1493770"/>
                  </a:lnTo>
                  <a:lnTo>
                    <a:pt x="948801" y="1517439"/>
                  </a:lnTo>
                  <a:lnTo>
                    <a:pt x="926182" y="1540829"/>
                  </a:lnTo>
                  <a:lnTo>
                    <a:pt x="903274" y="1563935"/>
                  </a:lnTo>
                  <a:lnTo>
                    <a:pt x="880080" y="1586754"/>
                  </a:lnTo>
                  <a:lnTo>
                    <a:pt x="856605" y="1609283"/>
                  </a:lnTo>
                  <a:lnTo>
                    <a:pt x="832850" y="1631519"/>
                  </a:lnTo>
                  <a:lnTo>
                    <a:pt x="808821" y="1653456"/>
                  </a:lnTo>
                  <a:lnTo>
                    <a:pt x="784521" y="1675094"/>
                  </a:lnTo>
                  <a:lnTo>
                    <a:pt x="759953" y="1696427"/>
                  </a:lnTo>
                  <a:lnTo>
                    <a:pt x="735122" y="1717453"/>
                  </a:lnTo>
                  <a:lnTo>
                    <a:pt x="710031" y="1738168"/>
                  </a:lnTo>
                  <a:lnTo>
                    <a:pt x="684684" y="1758570"/>
                  </a:lnTo>
                  <a:lnTo>
                    <a:pt x="659085" y="1778654"/>
                  </a:lnTo>
                  <a:lnTo>
                    <a:pt x="633239" y="1798419"/>
                  </a:lnTo>
                  <a:lnTo>
                    <a:pt x="607148" y="1817860"/>
                  </a:lnTo>
                  <a:lnTo>
                    <a:pt x="580818" y="1836975"/>
                  </a:lnTo>
                  <a:lnTo>
                    <a:pt x="554252" y="1855761"/>
                  </a:lnTo>
                  <a:lnTo>
                    <a:pt x="527454" y="1874215"/>
                  </a:lnTo>
                  <a:lnTo>
                    <a:pt x="500429" y="1892334"/>
                  </a:lnTo>
                  <a:lnTo>
                    <a:pt x="473180" y="1910116"/>
                  </a:lnTo>
                  <a:lnTo>
                    <a:pt x="445712" y="1927557"/>
                  </a:lnTo>
                  <a:lnTo>
                    <a:pt x="418029" y="1944655"/>
                  </a:lnTo>
                  <a:lnTo>
                    <a:pt x="390136" y="1961407"/>
                  </a:lnTo>
                  <a:lnTo>
                    <a:pt x="362036" y="1977811"/>
                  </a:lnTo>
                  <a:lnTo>
                    <a:pt x="333734" y="1993864"/>
                  </a:lnTo>
                  <a:lnTo>
                    <a:pt x="305235" y="2009564"/>
                  </a:lnTo>
                  <a:lnTo>
                    <a:pt x="276543" y="2024907"/>
                  </a:lnTo>
                  <a:lnTo>
                    <a:pt x="247662" y="2039893"/>
                  </a:lnTo>
                  <a:lnTo>
                    <a:pt x="218597" y="2054518"/>
                  </a:lnTo>
                  <a:lnTo>
                    <a:pt x="189352" y="2068780"/>
                  </a:lnTo>
                  <a:lnTo>
                    <a:pt x="159932" y="2082678"/>
                  </a:lnTo>
                  <a:lnTo>
                    <a:pt x="130341" y="2096208"/>
                  </a:lnTo>
                  <a:lnTo>
                    <a:pt x="100584" y="2109369"/>
                  </a:lnTo>
                  <a:lnTo>
                    <a:pt x="70666" y="2122158"/>
                  </a:lnTo>
                  <a:lnTo>
                    <a:pt x="40591" y="2134575"/>
                  </a:lnTo>
                  <a:lnTo>
                    <a:pt x="27060" y="2101214"/>
                  </a:lnTo>
                  <a:lnTo>
                    <a:pt x="13530" y="2067853"/>
                  </a:lnTo>
                  <a:lnTo>
                    <a:pt x="0" y="2034493"/>
                  </a:lnTo>
                  <a:lnTo>
                    <a:pt x="28832" y="2022589"/>
                  </a:lnTo>
                  <a:lnTo>
                    <a:pt x="57515" y="2010328"/>
                  </a:lnTo>
                  <a:lnTo>
                    <a:pt x="86043" y="1997711"/>
                  </a:lnTo>
                  <a:lnTo>
                    <a:pt x="114412" y="1984739"/>
                  </a:lnTo>
                  <a:lnTo>
                    <a:pt x="142617" y="1971416"/>
                  </a:lnTo>
                  <a:lnTo>
                    <a:pt x="170654" y="1957743"/>
                  </a:lnTo>
                  <a:lnTo>
                    <a:pt x="198518" y="1943722"/>
                  </a:lnTo>
                  <a:lnTo>
                    <a:pt x="226207" y="1929355"/>
                  </a:lnTo>
                  <a:lnTo>
                    <a:pt x="253714" y="1914645"/>
                  </a:lnTo>
                  <a:lnTo>
                    <a:pt x="281036" y="1899594"/>
                  </a:lnTo>
                  <a:lnTo>
                    <a:pt x="308169" y="1884204"/>
                  </a:lnTo>
                  <a:lnTo>
                    <a:pt x="335108" y="1868478"/>
                  </a:lnTo>
                  <a:lnTo>
                    <a:pt x="361849" y="1852417"/>
                  </a:lnTo>
                  <a:lnTo>
                    <a:pt x="388389" y="1836026"/>
                  </a:lnTo>
                  <a:lnTo>
                    <a:pt x="414722" y="1819305"/>
                  </a:lnTo>
                  <a:lnTo>
                    <a:pt x="440845" y="1802258"/>
                  </a:lnTo>
                  <a:lnTo>
                    <a:pt x="466755" y="1784887"/>
                  </a:lnTo>
                  <a:lnTo>
                    <a:pt x="492446" y="1767195"/>
                  </a:lnTo>
                  <a:lnTo>
                    <a:pt x="517915" y="1749185"/>
                  </a:lnTo>
                  <a:lnTo>
                    <a:pt x="543157" y="1730859"/>
                  </a:lnTo>
                  <a:lnTo>
                    <a:pt x="568170" y="1712221"/>
                  </a:lnTo>
                  <a:lnTo>
                    <a:pt x="592949" y="1693272"/>
                  </a:lnTo>
                  <a:lnTo>
                    <a:pt x="617491" y="1674017"/>
                  </a:lnTo>
                  <a:lnTo>
                    <a:pt x="641791" y="1654459"/>
                  </a:lnTo>
                  <a:lnTo>
                    <a:pt x="665845" y="1634599"/>
                  </a:lnTo>
                  <a:lnTo>
                    <a:pt x="689651" y="1614441"/>
                  </a:lnTo>
                  <a:lnTo>
                    <a:pt x="713204" y="1593989"/>
                  </a:lnTo>
                  <a:lnTo>
                    <a:pt x="736501" y="1573246"/>
                  </a:lnTo>
                  <a:lnTo>
                    <a:pt x="759537" y="1552214"/>
                  </a:lnTo>
                  <a:lnTo>
                    <a:pt x="782311" y="1530897"/>
                  </a:lnTo>
                  <a:lnTo>
                    <a:pt x="804817" y="1509298"/>
                  </a:lnTo>
                  <a:lnTo>
                    <a:pt x="827053" y="1487421"/>
                  </a:lnTo>
                  <a:lnTo>
                    <a:pt x="849015" y="1465269"/>
                  </a:lnTo>
                  <a:lnTo>
                    <a:pt x="870699" y="1442846"/>
                  </a:lnTo>
                  <a:lnTo>
                    <a:pt x="892103" y="1420154"/>
                  </a:lnTo>
                  <a:lnTo>
                    <a:pt x="913223" y="1397198"/>
                  </a:lnTo>
                  <a:lnTo>
                    <a:pt x="934056" y="1373981"/>
                  </a:lnTo>
                  <a:lnTo>
                    <a:pt x="954598" y="1350506"/>
                  </a:lnTo>
                  <a:lnTo>
                    <a:pt x="974846" y="1326778"/>
                  </a:lnTo>
                  <a:lnTo>
                    <a:pt x="994798" y="1302800"/>
                  </a:lnTo>
                  <a:lnTo>
                    <a:pt x="1014450" y="1278575"/>
                  </a:lnTo>
                  <a:lnTo>
                    <a:pt x="1033799" y="1254107"/>
                  </a:lnTo>
                  <a:lnTo>
                    <a:pt x="1052841" y="1229401"/>
                  </a:lnTo>
                  <a:lnTo>
                    <a:pt x="1071575" y="1204459"/>
                  </a:lnTo>
                  <a:lnTo>
                    <a:pt x="1089998" y="1179287"/>
                  </a:lnTo>
                  <a:lnTo>
                    <a:pt x="1108105" y="1153887"/>
                  </a:lnTo>
                  <a:lnTo>
                    <a:pt x="1125895" y="1128264"/>
                  </a:lnTo>
                  <a:lnTo>
                    <a:pt x="1143365" y="1102421"/>
                  </a:lnTo>
                  <a:lnTo>
                    <a:pt x="1160512" y="1076363"/>
                  </a:lnTo>
                  <a:lnTo>
                    <a:pt x="1177334" y="1050094"/>
                  </a:lnTo>
                  <a:lnTo>
                    <a:pt x="1193827" y="1023618"/>
                  </a:lnTo>
                  <a:lnTo>
                    <a:pt x="1209989" y="996938"/>
                  </a:lnTo>
                  <a:lnTo>
                    <a:pt x="1225819" y="970059"/>
                  </a:lnTo>
                  <a:lnTo>
                    <a:pt x="1241312" y="942986"/>
                  </a:lnTo>
                  <a:lnTo>
                    <a:pt x="1256468" y="915721"/>
                  </a:lnTo>
                  <a:lnTo>
                    <a:pt x="1271283" y="888271"/>
                  </a:lnTo>
                  <a:lnTo>
                    <a:pt x="1285756" y="860638"/>
                  </a:lnTo>
                  <a:lnTo>
                    <a:pt x="1299883" y="832827"/>
                  </a:lnTo>
                  <a:lnTo>
                    <a:pt x="1313664" y="804842"/>
                  </a:lnTo>
                  <a:lnTo>
                    <a:pt x="1327095" y="776688"/>
                  </a:lnTo>
                  <a:lnTo>
                    <a:pt x="1340175" y="748370"/>
                  </a:lnTo>
                  <a:lnTo>
                    <a:pt x="1352901" y="719890"/>
                  </a:lnTo>
                  <a:lnTo>
                    <a:pt x="1365272" y="691255"/>
                  </a:lnTo>
                  <a:lnTo>
                    <a:pt x="1377286" y="662468"/>
                  </a:lnTo>
                  <a:lnTo>
                    <a:pt x="1388941" y="633533"/>
                  </a:lnTo>
                  <a:lnTo>
                    <a:pt x="1400234" y="604456"/>
                  </a:lnTo>
                  <a:lnTo>
                    <a:pt x="1411165" y="575240"/>
                  </a:lnTo>
                  <a:lnTo>
                    <a:pt x="1421732" y="545891"/>
                  </a:lnTo>
                  <a:lnTo>
                    <a:pt x="1431933" y="516413"/>
                  </a:lnTo>
                  <a:lnTo>
                    <a:pt x="1441766" y="486810"/>
                  </a:lnTo>
                  <a:lnTo>
                    <a:pt x="1451230" y="457087"/>
                  </a:lnTo>
                  <a:lnTo>
                    <a:pt x="1460324" y="427248"/>
                  </a:lnTo>
                  <a:lnTo>
                    <a:pt x="1469045" y="397298"/>
                  </a:lnTo>
                  <a:lnTo>
                    <a:pt x="1477393" y="367243"/>
                  </a:lnTo>
                  <a:lnTo>
                    <a:pt x="1485367" y="337086"/>
                  </a:lnTo>
                  <a:lnTo>
                    <a:pt x="1492964" y="306832"/>
                  </a:lnTo>
                  <a:lnTo>
                    <a:pt x="1500185" y="276485"/>
                  </a:lnTo>
                  <a:lnTo>
                    <a:pt x="1507028" y="246051"/>
                  </a:lnTo>
                  <a:lnTo>
                    <a:pt x="1513491" y="215535"/>
                  </a:lnTo>
                  <a:lnTo>
                    <a:pt x="1519574" y="184940"/>
                  </a:lnTo>
                  <a:lnTo>
                    <a:pt x="1525276" y="154272"/>
                  </a:lnTo>
                  <a:lnTo>
                    <a:pt x="1530596" y="123536"/>
                  </a:lnTo>
                  <a:lnTo>
                    <a:pt x="1535533" y="92736"/>
                  </a:lnTo>
                  <a:lnTo>
                    <a:pt x="1540087" y="61876"/>
                  </a:lnTo>
                  <a:lnTo>
                    <a:pt x="1544256" y="30963"/>
                  </a:lnTo>
                  <a:close/>
                </a:path>
              </a:pathLst>
            </a:custGeom>
            <a:solidFill>
              <a:srgbClr val="ED9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3096621" y="5498794"/>
              <a:ext cx="2286759" cy="545129"/>
            </a:xfrm>
            <a:custGeom>
              <a:avLst/>
              <a:pathLst>
                <a:path w="2286759" h="545129">
                  <a:moveTo>
                    <a:pt x="2253248" y="313400"/>
                  </a:moveTo>
                  <a:lnTo>
                    <a:pt x="2264418" y="347623"/>
                  </a:lnTo>
                  <a:lnTo>
                    <a:pt x="2275589" y="381846"/>
                  </a:lnTo>
                  <a:lnTo>
                    <a:pt x="2286759" y="416069"/>
                  </a:lnTo>
                  <a:lnTo>
                    <a:pt x="2255539" y="426044"/>
                  </a:lnTo>
                  <a:lnTo>
                    <a:pt x="2224196" y="435626"/>
                  </a:lnTo>
                  <a:lnTo>
                    <a:pt x="2192735" y="444814"/>
                  </a:lnTo>
                  <a:lnTo>
                    <a:pt x="2161161" y="453608"/>
                  </a:lnTo>
                  <a:lnTo>
                    <a:pt x="2129480" y="462005"/>
                  </a:lnTo>
                  <a:lnTo>
                    <a:pt x="2097696" y="470004"/>
                  </a:lnTo>
                  <a:lnTo>
                    <a:pt x="2065815" y="477605"/>
                  </a:lnTo>
                  <a:lnTo>
                    <a:pt x="2033840" y="484805"/>
                  </a:lnTo>
                  <a:lnTo>
                    <a:pt x="2001778" y="491604"/>
                  </a:lnTo>
                  <a:lnTo>
                    <a:pt x="1969633" y="498000"/>
                  </a:lnTo>
                  <a:lnTo>
                    <a:pt x="1937411" y="503994"/>
                  </a:lnTo>
                  <a:lnTo>
                    <a:pt x="1905116" y="509582"/>
                  </a:lnTo>
                  <a:lnTo>
                    <a:pt x="1872753" y="514766"/>
                  </a:lnTo>
                  <a:lnTo>
                    <a:pt x="1840328" y="519543"/>
                  </a:lnTo>
                  <a:lnTo>
                    <a:pt x="1807846" y="523914"/>
                  </a:lnTo>
                  <a:lnTo>
                    <a:pt x="1775311" y="527877"/>
                  </a:lnTo>
                  <a:lnTo>
                    <a:pt x="1742729" y="531433"/>
                  </a:lnTo>
                  <a:lnTo>
                    <a:pt x="1710105" y="534579"/>
                  </a:lnTo>
                  <a:lnTo>
                    <a:pt x="1677445" y="537316"/>
                  </a:lnTo>
                  <a:lnTo>
                    <a:pt x="1644753" y="539644"/>
                  </a:lnTo>
                  <a:lnTo>
                    <a:pt x="1612034" y="541562"/>
                  </a:lnTo>
                  <a:lnTo>
                    <a:pt x="1579293" y="543070"/>
                  </a:lnTo>
                  <a:lnTo>
                    <a:pt x="1546536" y="544167"/>
                  </a:lnTo>
                  <a:lnTo>
                    <a:pt x="1513769" y="544854"/>
                  </a:lnTo>
                  <a:lnTo>
                    <a:pt x="1480995" y="545129"/>
                  </a:lnTo>
                  <a:lnTo>
                    <a:pt x="1448220" y="544994"/>
                  </a:lnTo>
                  <a:lnTo>
                    <a:pt x="1415449" y="544449"/>
                  </a:lnTo>
                  <a:lnTo>
                    <a:pt x="1382688" y="543492"/>
                  </a:lnTo>
                  <a:lnTo>
                    <a:pt x="1349941" y="542125"/>
                  </a:lnTo>
                  <a:lnTo>
                    <a:pt x="1317215" y="540348"/>
                  </a:lnTo>
                  <a:lnTo>
                    <a:pt x="1284513" y="538160"/>
                  </a:lnTo>
                  <a:lnTo>
                    <a:pt x="1251841" y="535563"/>
                  </a:lnTo>
                  <a:lnTo>
                    <a:pt x="1219204" y="532557"/>
                  </a:lnTo>
                  <a:lnTo>
                    <a:pt x="1186607" y="529142"/>
                  </a:lnTo>
                  <a:lnTo>
                    <a:pt x="1154056" y="525318"/>
                  </a:lnTo>
                  <a:lnTo>
                    <a:pt x="1121555" y="521087"/>
                  </a:lnTo>
                  <a:lnTo>
                    <a:pt x="1089109" y="516449"/>
                  </a:lnTo>
                  <a:lnTo>
                    <a:pt x="1056725" y="511404"/>
                  </a:lnTo>
                  <a:lnTo>
                    <a:pt x="1024406" y="505955"/>
                  </a:lnTo>
                  <a:lnTo>
                    <a:pt x="992158" y="500100"/>
                  </a:lnTo>
                  <a:lnTo>
                    <a:pt x="959986" y="493842"/>
                  </a:lnTo>
                  <a:lnTo>
                    <a:pt x="927895" y="487180"/>
                  </a:lnTo>
                  <a:lnTo>
                    <a:pt x="895890" y="480118"/>
                  </a:lnTo>
                  <a:lnTo>
                    <a:pt x="863976" y="472654"/>
                  </a:lnTo>
                  <a:lnTo>
                    <a:pt x="832158" y="464792"/>
                  </a:lnTo>
                  <a:lnTo>
                    <a:pt x="800441" y="456531"/>
                  </a:lnTo>
                  <a:lnTo>
                    <a:pt x="768830" y="447873"/>
                  </a:lnTo>
                  <a:lnTo>
                    <a:pt x="737330" y="438819"/>
                  </a:lnTo>
                  <a:lnTo>
                    <a:pt x="705946" y="429372"/>
                  </a:lnTo>
                  <a:lnTo>
                    <a:pt x="674683" y="419532"/>
                  </a:lnTo>
                  <a:lnTo>
                    <a:pt x="643546" y="409301"/>
                  </a:lnTo>
                  <a:lnTo>
                    <a:pt x="612539" y="398680"/>
                  </a:lnTo>
                  <a:lnTo>
                    <a:pt x="581668" y="387672"/>
                  </a:lnTo>
                  <a:lnTo>
                    <a:pt x="550937" y="376277"/>
                  </a:lnTo>
                  <a:lnTo>
                    <a:pt x="520352" y="364499"/>
                  </a:lnTo>
                  <a:lnTo>
                    <a:pt x="489917" y="352338"/>
                  </a:lnTo>
                  <a:lnTo>
                    <a:pt x="459636" y="339796"/>
                  </a:lnTo>
                  <a:lnTo>
                    <a:pt x="429515" y="326876"/>
                  </a:lnTo>
                  <a:lnTo>
                    <a:pt x="399558" y="313579"/>
                  </a:lnTo>
                  <a:lnTo>
                    <a:pt x="369770" y="299908"/>
                  </a:lnTo>
                  <a:lnTo>
                    <a:pt x="340156" y="285865"/>
                  </a:lnTo>
                  <a:lnTo>
                    <a:pt x="310721" y="271451"/>
                  </a:lnTo>
                  <a:lnTo>
                    <a:pt x="281468" y="256670"/>
                  </a:lnTo>
                  <a:lnTo>
                    <a:pt x="252403" y="241523"/>
                  </a:lnTo>
                  <a:lnTo>
                    <a:pt x="223530" y="226013"/>
                  </a:lnTo>
                  <a:lnTo>
                    <a:pt x="194853" y="210143"/>
                  </a:lnTo>
                  <a:lnTo>
                    <a:pt x="166378" y="193914"/>
                  </a:lnTo>
                  <a:lnTo>
                    <a:pt x="138109" y="177330"/>
                  </a:lnTo>
                  <a:lnTo>
                    <a:pt x="110049" y="160393"/>
                  </a:lnTo>
                  <a:lnTo>
                    <a:pt x="82204" y="143105"/>
                  </a:lnTo>
                  <a:lnTo>
                    <a:pt x="54578" y="125470"/>
                  </a:lnTo>
                  <a:lnTo>
                    <a:pt x="27175" y="107490"/>
                  </a:lnTo>
                  <a:lnTo>
                    <a:pt x="0" y="89167"/>
                  </a:lnTo>
                  <a:lnTo>
                    <a:pt x="20311" y="59445"/>
                  </a:lnTo>
                  <a:lnTo>
                    <a:pt x="40623" y="29722"/>
                  </a:lnTo>
                  <a:lnTo>
                    <a:pt x="60935" y="0"/>
                  </a:lnTo>
                  <a:lnTo>
                    <a:pt x="86988" y="17565"/>
                  </a:lnTo>
                  <a:lnTo>
                    <a:pt x="113259" y="34803"/>
                  </a:lnTo>
                  <a:lnTo>
                    <a:pt x="139744" y="51709"/>
                  </a:lnTo>
                  <a:lnTo>
                    <a:pt x="166439" y="68283"/>
                  </a:lnTo>
                  <a:lnTo>
                    <a:pt x="193340" y="84521"/>
                  </a:lnTo>
                  <a:lnTo>
                    <a:pt x="220442" y="100420"/>
                  </a:lnTo>
                  <a:lnTo>
                    <a:pt x="247741" y="115979"/>
                  </a:lnTo>
                  <a:lnTo>
                    <a:pt x="275233" y="131194"/>
                  </a:lnTo>
                  <a:lnTo>
                    <a:pt x="302913" y="146063"/>
                  </a:lnTo>
                  <a:lnTo>
                    <a:pt x="330778" y="160584"/>
                  </a:lnTo>
                  <a:lnTo>
                    <a:pt x="358823" y="174755"/>
                  </a:lnTo>
                  <a:lnTo>
                    <a:pt x="387043" y="188573"/>
                  </a:lnTo>
                  <a:lnTo>
                    <a:pt x="415433" y="202036"/>
                  </a:lnTo>
                  <a:lnTo>
                    <a:pt x="443991" y="215143"/>
                  </a:lnTo>
                  <a:lnTo>
                    <a:pt x="472710" y="227890"/>
                  </a:lnTo>
                  <a:lnTo>
                    <a:pt x="501587" y="240277"/>
                  </a:lnTo>
                  <a:lnTo>
                    <a:pt x="530617" y="252300"/>
                  </a:lnTo>
                  <a:lnTo>
                    <a:pt x="559796" y="263959"/>
                  </a:lnTo>
                  <a:lnTo>
                    <a:pt x="589118" y="275252"/>
                  </a:lnTo>
                  <a:lnTo>
                    <a:pt x="618579" y="286175"/>
                  </a:lnTo>
                  <a:lnTo>
                    <a:pt x="648176" y="296729"/>
                  </a:lnTo>
                  <a:lnTo>
                    <a:pt x="677902" y="306911"/>
                  </a:lnTo>
                  <a:lnTo>
                    <a:pt x="707753" y="316720"/>
                  </a:lnTo>
                  <a:lnTo>
                    <a:pt x="737725" y="326153"/>
                  </a:lnTo>
                  <a:lnTo>
                    <a:pt x="767812" y="335210"/>
                  </a:lnTo>
                  <a:lnTo>
                    <a:pt x="798011" y="343890"/>
                  </a:lnTo>
                  <a:lnTo>
                    <a:pt x="828317" y="352190"/>
                  </a:lnTo>
                  <a:lnTo>
                    <a:pt x="858724" y="360110"/>
                  </a:lnTo>
                  <a:lnTo>
                    <a:pt x="889228" y="367648"/>
                  </a:lnTo>
                  <a:lnTo>
                    <a:pt x="919824" y="374803"/>
                  </a:lnTo>
                  <a:lnTo>
                    <a:pt x="950507" y="381574"/>
                  </a:lnTo>
                  <a:lnTo>
                    <a:pt x="981272" y="387960"/>
                  </a:lnTo>
                  <a:lnTo>
                    <a:pt x="1012116" y="393960"/>
                  </a:lnTo>
                  <a:lnTo>
                    <a:pt x="1043032" y="399573"/>
                  </a:lnTo>
                  <a:lnTo>
                    <a:pt x="1074016" y="404798"/>
                  </a:lnTo>
                  <a:lnTo>
                    <a:pt x="1105063" y="409634"/>
                  </a:lnTo>
                  <a:lnTo>
                    <a:pt x="1136168" y="414080"/>
                  </a:lnTo>
                  <a:lnTo>
                    <a:pt x="1167327" y="418137"/>
                  </a:lnTo>
                  <a:lnTo>
                    <a:pt x="1198534" y="421802"/>
                  </a:lnTo>
                  <a:lnTo>
                    <a:pt x="1229784" y="425077"/>
                  </a:lnTo>
                  <a:lnTo>
                    <a:pt x="1261073" y="427959"/>
                  </a:lnTo>
                  <a:lnTo>
                    <a:pt x="1292396" y="430449"/>
                  </a:lnTo>
                  <a:lnTo>
                    <a:pt x="1323747" y="432546"/>
                  </a:lnTo>
                  <a:lnTo>
                    <a:pt x="1355122" y="434250"/>
                  </a:lnTo>
                  <a:lnTo>
                    <a:pt x="1386516" y="435560"/>
                  </a:lnTo>
                  <a:lnTo>
                    <a:pt x="1417924" y="436477"/>
                  </a:lnTo>
                  <a:lnTo>
                    <a:pt x="1449341" y="437000"/>
                  </a:lnTo>
                  <a:lnTo>
                    <a:pt x="1480763" y="437130"/>
                  </a:lnTo>
                  <a:lnTo>
                    <a:pt x="1512183" y="436865"/>
                  </a:lnTo>
                  <a:lnTo>
                    <a:pt x="1543598" y="436207"/>
                  </a:lnTo>
                  <a:lnTo>
                    <a:pt x="1575001" y="435155"/>
                  </a:lnTo>
                  <a:lnTo>
                    <a:pt x="1606390" y="433710"/>
                  </a:lnTo>
                  <a:lnTo>
                    <a:pt x="1637757" y="431871"/>
                  </a:lnTo>
                  <a:lnTo>
                    <a:pt x="1669099" y="429639"/>
                  </a:lnTo>
                  <a:lnTo>
                    <a:pt x="1700411" y="427015"/>
                  </a:lnTo>
                  <a:lnTo>
                    <a:pt x="1731687" y="423998"/>
                  </a:lnTo>
                  <a:lnTo>
                    <a:pt x="1762923" y="420590"/>
                  </a:lnTo>
                  <a:lnTo>
                    <a:pt x="1794114" y="416791"/>
                  </a:lnTo>
                  <a:lnTo>
                    <a:pt x="1825255" y="412600"/>
                  </a:lnTo>
                  <a:lnTo>
                    <a:pt x="1856341" y="408020"/>
                  </a:lnTo>
                  <a:lnTo>
                    <a:pt x="1887367" y="403051"/>
                  </a:lnTo>
                  <a:lnTo>
                    <a:pt x="1918328" y="397693"/>
                  </a:lnTo>
                  <a:lnTo>
                    <a:pt x="1949220" y="391947"/>
                  </a:lnTo>
                  <a:lnTo>
                    <a:pt x="1980037" y="385815"/>
                  </a:lnTo>
                  <a:lnTo>
                    <a:pt x="2010775" y="379297"/>
                  </a:lnTo>
                  <a:lnTo>
                    <a:pt x="2041429" y="372394"/>
                  </a:lnTo>
                  <a:lnTo>
                    <a:pt x="2071994" y="365107"/>
                  </a:lnTo>
                  <a:lnTo>
                    <a:pt x="2102465" y="357438"/>
                  </a:lnTo>
                  <a:lnTo>
                    <a:pt x="2132838" y="349388"/>
                  </a:lnTo>
                  <a:lnTo>
                    <a:pt x="2163107" y="340958"/>
                  </a:lnTo>
                  <a:lnTo>
                    <a:pt x="2193268" y="332149"/>
                  </a:lnTo>
                  <a:lnTo>
                    <a:pt x="2223317" y="322962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3096621" y="5498794"/>
              <a:ext cx="2286759" cy="545129"/>
            </a:xfrm>
            <a:custGeom>
              <a:avLst/>
              <a:pathLst>
                <a:path w="2286759" h="545129">
                  <a:moveTo>
                    <a:pt x="2253248" y="313400"/>
                  </a:moveTo>
                  <a:lnTo>
                    <a:pt x="2264418" y="347623"/>
                  </a:lnTo>
                  <a:lnTo>
                    <a:pt x="2275589" y="381846"/>
                  </a:lnTo>
                  <a:lnTo>
                    <a:pt x="2286759" y="416069"/>
                  </a:lnTo>
                  <a:lnTo>
                    <a:pt x="2255539" y="426044"/>
                  </a:lnTo>
                  <a:lnTo>
                    <a:pt x="2224196" y="435626"/>
                  </a:lnTo>
                  <a:lnTo>
                    <a:pt x="2192735" y="444814"/>
                  </a:lnTo>
                  <a:lnTo>
                    <a:pt x="2161161" y="453608"/>
                  </a:lnTo>
                  <a:lnTo>
                    <a:pt x="2129480" y="462005"/>
                  </a:lnTo>
                  <a:lnTo>
                    <a:pt x="2097696" y="470004"/>
                  </a:lnTo>
                  <a:lnTo>
                    <a:pt x="2065815" y="477605"/>
                  </a:lnTo>
                  <a:lnTo>
                    <a:pt x="2033840" y="484805"/>
                  </a:lnTo>
                  <a:lnTo>
                    <a:pt x="2001778" y="491604"/>
                  </a:lnTo>
                  <a:lnTo>
                    <a:pt x="1969633" y="498000"/>
                  </a:lnTo>
                  <a:lnTo>
                    <a:pt x="1937411" y="503994"/>
                  </a:lnTo>
                  <a:lnTo>
                    <a:pt x="1905116" y="509582"/>
                  </a:lnTo>
                  <a:lnTo>
                    <a:pt x="1872753" y="514766"/>
                  </a:lnTo>
                  <a:lnTo>
                    <a:pt x="1840328" y="519543"/>
                  </a:lnTo>
                  <a:lnTo>
                    <a:pt x="1807846" y="523914"/>
                  </a:lnTo>
                  <a:lnTo>
                    <a:pt x="1775311" y="527877"/>
                  </a:lnTo>
                  <a:lnTo>
                    <a:pt x="1742729" y="531433"/>
                  </a:lnTo>
                  <a:lnTo>
                    <a:pt x="1710105" y="534579"/>
                  </a:lnTo>
                  <a:lnTo>
                    <a:pt x="1677445" y="537316"/>
                  </a:lnTo>
                  <a:lnTo>
                    <a:pt x="1644753" y="539644"/>
                  </a:lnTo>
                  <a:lnTo>
                    <a:pt x="1612034" y="541562"/>
                  </a:lnTo>
                  <a:lnTo>
                    <a:pt x="1579293" y="543070"/>
                  </a:lnTo>
                  <a:lnTo>
                    <a:pt x="1546536" y="544167"/>
                  </a:lnTo>
                  <a:lnTo>
                    <a:pt x="1513769" y="544854"/>
                  </a:lnTo>
                  <a:lnTo>
                    <a:pt x="1480995" y="545129"/>
                  </a:lnTo>
                  <a:lnTo>
                    <a:pt x="1448220" y="544994"/>
                  </a:lnTo>
                  <a:lnTo>
                    <a:pt x="1415449" y="544449"/>
                  </a:lnTo>
                  <a:lnTo>
                    <a:pt x="1382688" y="543492"/>
                  </a:lnTo>
                  <a:lnTo>
                    <a:pt x="1349941" y="542125"/>
                  </a:lnTo>
                  <a:lnTo>
                    <a:pt x="1317215" y="540348"/>
                  </a:lnTo>
                  <a:lnTo>
                    <a:pt x="1284513" y="538160"/>
                  </a:lnTo>
                  <a:lnTo>
                    <a:pt x="1251841" y="535563"/>
                  </a:lnTo>
                  <a:lnTo>
                    <a:pt x="1219204" y="532557"/>
                  </a:lnTo>
                  <a:lnTo>
                    <a:pt x="1186607" y="529142"/>
                  </a:lnTo>
                  <a:lnTo>
                    <a:pt x="1154056" y="525318"/>
                  </a:lnTo>
                  <a:lnTo>
                    <a:pt x="1121555" y="521087"/>
                  </a:lnTo>
                  <a:lnTo>
                    <a:pt x="1089109" y="516449"/>
                  </a:lnTo>
                  <a:lnTo>
                    <a:pt x="1056725" y="511404"/>
                  </a:lnTo>
                  <a:lnTo>
                    <a:pt x="1024406" y="505955"/>
                  </a:lnTo>
                  <a:lnTo>
                    <a:pt x="992158" y="500100"/>
                  </a:lnTo>
                  <a:lnTo>
                    <a:pt x="959986" y="493842"/>
                  </a:lnTo>
                  <a:lnTo>
                    <a:pt x="927895" y="487180"/>
                  </a:lnTo>
                  <a:lnTo>
                    <a:pt x="895890" y="480118"/>
                  </a:lnTo>
                  <a:lnTo>
                    <a:pt x="863976" y="472654"/>
                  </a:lnTo>
                  <a:lnTo>
                    <a:pt x="832158" y="464792"/>
                  </a:lnTo>
                  <a:lnTo>
                    <a:pt x="800441" y="456531"/>
                  </a:lnTo>
                  <a:lnTo>
                    <a:pt x="768830" y="447873"/>
                  </a:lnTo>
                  <a:lnTo>
                    <a:pt x="737330" y="438819"/>
                  </a:lnTo>
                  <a:lnTo>
                    <a:pt x="705946" y="429372"/>
                  </a:lnTo>
                  <a:lnTo>
                    <a:pt x="674683" y="419532"/>
                  </a:lnTo>
                  <a:lnTo>
                    <a:pt x="643546" y="409301"/>
                  </a:lnTo>
                  <a:lnTo>
                    <a:pt x="612539" y="398680"/>
                  </a:lnTo>
                  <a:lnTo>
                    <a:pt x="581668" y="387672"/>
                  </a:lnTo>
                  <a:lnTo>
                    <a:pt x="550937" y="376277"/>
                  </a:lnTo>
                  <a:lnTo>
                    <a:pt x="520352" y="364499"/>
                  </a:lnTo>
                  <a:lnTo>
                    <a:pt x="489917" y="352338"/>
                  </a:lnTo>
                  <a:lnTo>
                    <a:pt x="459636" y="339796"/>
                  </a:lnTo>
                  <a:lnTo>
                    <a:pt x="429515" y="326876"/>
                  </a:lnTo>
                  <a:lnTo>
                    <a:pt x="399558" y="313579"/>
                  </a:lnTo>
                  <a:lnTo>
                    <a:pt x="369770" y="299908"/>
                  </a:lnTo>
                  <a:lnTo>
                    <a:pt x="340156" y="285865"/>
                  </a:lnTo>
                  <a:lnTo>
                    <a:pt x="310721" y="271451"/>
                  </a:lnTo>
                  <a:lnTo>
                    <a:pt x="281468" y="256670"/>
                  </a:lnTo>
                  <a:lnTo>
                    <a:pt x="252403" y="241523"/>
                  </a:lnTo>
                  <a:lnTo>
                    <a:pt x="223530" y="226013"/>
                  </a:lnTo>
                  <a:lnTo>
                    <a:pt x="194853" y="210143"/>
                  </a:lnTo>
                  <a:lnTo>
                    <a:pt x="166378" y="193914"/>
                  </a:lnTo>
                  <a:lnTo>
                    <a:pt x="138109" y="177330"/>
                  </a:lnTo>
                  <a:lnTo>
                    <a:pt x="110049" y="160393"/>
                  </a:lnTo>
                  <a:lnTo>
                    <a:pt x="82204" y="143105"/>
                  </a:lnTo>
                  <a:lnTo>
                    <a:pt x="54578" y="125470"/>
                  </a:lnTo>
                  <a:lnTo>
                    <a:pt x="27175" y="107490"/>
                  </a:lnTo>
                  <a:lnTo>
                    <a:pt x="0" y="89167"/>
                  </a:lnTo>
                  <a:lnTo>
                    <a:pt x="20311" y="59445"/>
                  </a:lnTo>
                  <a:lnTo>
                    <a:pt x="40623" y="29722"/>
                  </a:lnTo>
                  <a:lnTo>
                    <a:pt x="60935" y="0"/>
                  </a:lnTo>
                  <a:lnTo>
                    <a:pt x="86988" y="17565"/>
                  </a:lnTo>
                  <a:lnTo>
                    <a:pt x="113259" y="34803"/>
                  </a:lnTo>
                  <a:lnTo>
                    <a:pt x="139744" y="51709"/>
                  </a:lnTo>
                  <a:lnTo>
                    <a:pt x="166439" y="68283"/>
                  </a:lnTo>
                  <a:lnTo>
                    <a:pt x="193340" y="84521"/>
                  </a:lnTo>
                  <a:lnTo>
                    <a:pt x="220442" y="100420"/>
                  </a:lnTo>
                  <a:lnTo>
                    <a:pt x="247741" y="115979"/>
                  </a:lnTo>
                  <a:lnTo>
                    <a:pt x="275233" y="131194"/>
                  </a:lnTo>
                  <a:lnTo>
                    <a:pt x="302913" y="146063"/>
                  </a:lnTo>
                  <a:lnTo>
                    <a:pt x="330778" y="160584"/>
                  </a:lnTo>
                  <a:lnTo>
                    <a:pt x="358823" y="174755"/>
                  </a:lnTo>
                  <a:lnTo>
                    <a:pt x="387043" y="188573"/>
                  </a:lnTo>
                  <a:lnTo>
                    <a:pt x="415433" y="202036"/>
                  </a:lnTo>
                  <a:lnTo>
                    <a:pt x="443991" y="215143"/>
                  </a:lnTo>
                  <a:lnTo>
                    <a:pt x="472710" y="227890"/>
                  </a:lnTo>
                  <a:lnTo>
                    <a:pt x="501587" y="240277"/>
                  </a:lnTo>
                  <a:lnTo>
                    <a:pt x="530617" y="252300"/>
                  </a:lnTo>
                  <a:lnTo>
                    <a:pt x="559796" y="263959"/>
                  </a:lnTo>
                  <a:lnTo>
                    <a:pt x="589118" y="275252"/>
                  </a:lnTo>
                  <a:lnTo>
                    <a:pt x="618579" y="286175"/>
                  </a:lnTo>
                  <a:lnTo>
                    <a:pt x="648176" y="296729"/>
                  </a:lnTo>
                  <a:lnTo>
                    <a:pt x="677902" y="306911"/>
                  </a:lnTo>
                  <a:lnTo>
                    <a:pt x="707753" y="316720"/>
                  </a:lnTo>
                  <a:lnTo>
                    <a:pt x="737725" y="326153"/>
                  </a:lnTo>
                  <a:lnTo>
                    <a:pt x="767812" y="335210"/>
                  </a:lnTo>
                  <a:lnTo>
                    <a:pt x="798011" y="343890"/>
                  </a:lnTo>
                  <a:lnTo>
                    <a:pt x="828317" y="352190"/>
                  </a:lnTo>
                  <a:lnTo>
                    <a:pt x="858724" y="360110"/>
                  </a:lnTo>
                  <a:lnTo>
                    <a:pt x="889228" y="367648"/>
                  </a:lnTo>
                  <a:lnTo>
                    <a:pt x="919824" y="374803"/>
                  </a:lnTo>
                  <a:lnTo>
                    <a:pt x="950507" y="381574"/>
                  </a:lnTo>
                  <a:lnTo>
                    <a:pt x="981272" y="387960"/>
                  </a:lnTo>
                  <a:lnTo>
                    <a:pt x="1012116" y="393960"/>
                  </a:lnTo>
                  <a:lnTo>
                    <a:pt x="1043032" y="399573"/>
                  </a:lnTo>
                  <a:lnTo>
                    <a:pt x="1074016" y="404798"/>
                  </a:lnTo>
                  <a:lnTo>
                    <a:pt x="1105063" y="409634"/>
                  </a:lnTo>
                  <a:lnTo>
                    <a:pt x="1136168" y="414080"/>
                  </a:lnTo>
                  <a:lnTo>
                    <a:pt x="1167327" y="418137"/>
                  </a:lnTo>
                  <a:lnTo>
                    <a:pt x="1198534" y="421802"/>
                  </a:lnTo>
                  <a:lnTo>
                    <a:pt x="1229784" y="425077"/>
                  </a:lnTo>
                  <a:lnTo>
                    <a:pt x="1261073" y="427959"/>
                  </a:lnTo>
                  <a:lnTo>
                    <a:pt x="1292396" y="430449"/>
                  </a:lnTo>
                  <a:lnTo>
                    <a:pt x="1323747" y="432546"/>
                  </a:lnTo>
                  <a:lnTo>
                    <a:pt x="1355122" y="434250"/>
                  </a:lnTo>
                  <a:lnTo>
                    <a:pt x="1386516" y="435560"/>
                  </a:lnTo>
                  <a:lnTo>
                    <a:pt x="1417924" y="436477"/>
                  </a:lnTo>
                  <a:lnTo>
                    <a:pt x="1449341" y="437000"/>
                  </a:lnTo>
                  <a:lnTo>
                    <a:pt x="1480763" y="437130"/>
                  </a:lnTo>
                  <a:lnTo>
                    <a:pt x="1512183" y="436865"/>
                  </a:lnTo>
                  <a:lnTo>
                    <a:pt x="1543598" y="436207"/>
                  </a:lnTo>
                  <a:lnTo>
                    <a:pt x="1575001" y="435155"/>
                  </a:lnTo>
                  <a:lnTo>
                    <a:pt x="1606390" y="433710"/>
                  </a:lnTo>
                  <a:lnTo>
                    <a:pt x="1637757" y="431871"/>
                  </a:lnTo>
                  <a:lnTo>
                    <a:pt x="1669099" y="429639"/>
                  </a:lnTo>
                  <a:lnTo>
                    <a:pt x="1700411" y="427015"/>
                  </a:lnTo>
                  <a:lnTo>
                    <a:pt x="1731687" y="423998"/>
                  </a:lnTo>
                  <a:lnTo>
                    <a:pt x="1762923" y="420590"/>
                  </a:lnTo>
                  <a:lnTo>
                    <a:pt x="1794114" y="416791"/>
                  </a:lnTo>
                  <a:lnTo>
                    <a:pt x="1825255" y="412600"/>
                  </a:lnTo>
                  <a:lnTo>
                    <a:pt x="1856341" y="408020"/>
                  </a:lnTo>
                  <a:lnTo>
                    <a:pt x="1887367" y="403051"/>
                  </a:lnTo>
                  <a:lnTo>
                    <a:pt x="1918328" y="397693"/>
                  </a:lnTo>
                  <a:lnTo>
                    <a:pt x="1949220" y="391947"/>
                  </a:lnTo>
                  <a:lnTo>
                    <a:pt x="1980037" y="385815"/>
                  </a:lnTo>
                  <a:lnTo>
                    <a:pt x="2010775" y="379297"/>
                  </a:lnTo>
                  <a:lnTo>
                    <a:pt x="2041429" y="372394"/>
                  </a:lnTo>
                  <a:lnTo>
                    <a:pt x="2071994" y="365107"/>
                  </a:lnTo>
                  <a:lnTo>
                    <a:pt x="2102465" y="357438"/>
                  </a:lnTo>
                  <a:lnTo>
                    <a:pt x="2132838" y="349388"/>
                  </a:lnTo>
                  <a:lnTo>
                    <a:pt x="2163107" y="340958"/>
                  </a:lnTo>
                  <a:lnTo>
                    <a:pt x="2193268" y="332149"/>
                  </a:lnTo>
                  <a:lnTo>
                    <a:pt x="2223317" y="322962"/>
                  </a:lnTo>
                  <a:close/>
                </a:path>
              </a:pathLst>
            </a:custGeom>
            <a:solidFill>
              <a:srgbClr val="FDD45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957075" y="3108595"/>
              <a:ext cx="1059544" cy="2371190"/>
            </a:xfrm>
            <a:custGeom>
              <a:avLst/>
              <a:pathLst>
                <a:path w="1059544" h="2371190">
                  <a:moveTo>
                    <a:pt x="1059544" y="2286490"/>
                  </a:moveTo>
                  <a:lnTo>
                    <a:pt x="1037209" y="2314723"/>
                  </a:lnTo>
                  <a:lnTo>
                    <a:pt x="1014873" y="2342957"/>
                  </a:lnTo>
                  <a:lnTo>
                    <a:pt x="992538" y="2371190"/>
                  </a:lnTo>
                  <a:lnTo>
                    <a:pt x="967046" y="2350764"/>
                  </a:lnTo>
                  <a:lnTo>
                    <a:pt x="941813" y="2330021"/>
                  </a:lnTo>
                  <a:lnTo>
                    <a:pt x="916840" y="2308964"/>
                  </a:lnTo>
                  <a:lnTo>
                    <a:pt x="892132" y="2287597"/>
                  </a:lnTo>
                  <a:lnTo>
                    <a:pt x="867693" y="2265923"/>
                  </a:lnTo>
                  <a:lnTo>
                    <a:pt x="843526" y="2243945"/>
                  </a:lnTo>
                  <a:lnTo>
                    <a:pt x="819636" y="2221668"/>
                  </a:lnTo>
                  <a:lnTo>
                    <a:pt x="796027" y="2199093"/>
                  </a:lnTo>
                  <a:lnTo>
                    <a:pt x="772701" y="2176226"/>
                  </a:lnTo>
                  <a:lnTo>
                    <a:pt x="749662" y="2153069"/>
                  </a:lnTo>
                  <a:lnTo>
                    <a:pt x="726915" y="2129625"/>
                  </a:lnTo>
                  <a:lnTo>
                    <a:pt x="704462" y="2105900"/>
                  </a:lnTo>
                  <a:lnTo>
                    <a:pt x="682307" y="2081896"/>
                  </a:lnTo>
                  <a:lnTo>
                    <a:pt x="660454" y="2057617"/>
                  </a:lnTo>
                  <a:lnTo>
                    <a:pt x="638906" y="2033067"/>
                  </a:lnTo>
                  <a:lnTo>
                    <a:pt x="617666" y="2008249"/>
                  </a:lnTo>
                  <a:lnTo>
                    <a:pt x="596738" y="1983169"/>
                  </a:lnTo>
                  <a:lnTo>
                    <a:pt x="576125" y="1957829"/>
                  </a:lnTo>
                  <a:lnTo>
                    <a:pt x="555830" y="1932233"/>
                  </a:lnTo>
                  <a:lnTo>
                    <a:pt x="535856" y="1906386"/>
                  </a:lnTo>
                  <a:lnTo>
                    <a:pt x="516207" y="1880291"/>
                  </a:lnTo>
                  <a:lnTo>
                    <a:pt x="496885" y="1853953"/>
                  </a:lnTo>
                  <a:lnTo>
                    <a:pt x="477894" y="1827375"/>
                  </a:lnTo>
                  <a:lnTo>
                    <a:pt x="459236" y="1800563"/>
                  </a:lnTo>
                  <a:lnTo>
                    <a:pt x="440915" y="1773519"/>
                  </a:lnTo>
                  <a:lnTo>
                    <a:pt x="422932" y="1746249"/>
                  </a:lnTo>
                  <a:lnTo>
                    <a:pt x="405292" y="1718756"/>
                  </a:lnTo>
                  <a:lnTo>
                    <a:pt x="387997" y="1691045"/>
                  </a:lnTo>
                  <a:lnTo>
                    <a:pt x="371049" y="1663120"/>
                  </a:lnTo>
                  <a:lnTo>
                    <a:pt x="354452" y="1634986"/>
                  </a:lnTo>
                  <a:lnTo>
                    <a:pt x="338207" y="1606646"/>
                  </a:lnTo>
                  <a:lnTo>
                    <a:pt x="322317" y="1578106"/>
                  </a:lnTo>
                  <a:lnTo>
                    <a:pt x="306785" y="1549369"/>
                  </a:lnTo>
                  <a:lnTo>
                    <a:pt x="291614" y="1520441"/>
                  </a:lnTo>
                  <a:lnTo>
                    <a:pt x="276804" y="1491326"/>
                  </a:lnTo>
                  <a:lnTo>
                    <a:pt x="262360" y="1462027"/>
                  </a:lnTo>
                  <a:lnTo>
                    <a:pt x="248283" y="1432551"/>
                  </a:lnTo>
                  <a:lnTo>
                    <a:pt x="234575" y="1402901"/>
                  </a:lnTo>
                  <a:lnTo>
                    <a:pt x="221239" y="1373082"/>
                  </a:lnTo>
                  <a:lnTo>
                    <a:pt x="208276" y="1343099"/>
                  </a:lnTo>
                  <a:lnTo>
                    <a:pt x="195688" y="1312956"/>
                  </a:lnTo>
                  <a:lnTo>
                    <a:pt x="183479" y="1282658"/>
                  </a:lnTo>
                  <a:lnTo>
                    <a:pt x="171648" y="1252211"/>
                  </a:lnTo>
                  <a:lnTo>
                    <a:pt x="160199" y="1221617"/>
                  </a:lnTo>
                  <a:lnTo>
                    <a:pt x="149133" y="1190884"/>
                  </a:lnTo>
                  <a:lnTo>
                    <a:pt x="138452" y="1160014"/>
                  </a:lnTo>
                  <a:lnTo>
                    <a:pt x="128157" y="1129013"/>
                  </a:lnTo>
                  <a:lnTo>
                    <a:pt x="118250" y="1097886"/>
                  </a:lnTo>
                  <a:lnTo>
                    <a:pt x="108733" y="1066638"/>
                  </a:lnTo>
                  <a:lnTo>
                    <a:pt x="99607" y="1035273"/>
                  </a:lnTo>
                  <a:lnTo>
                    <a:pt x="90873" y="1003797"/>
                  </a:lnTo>
                  <a:lnTo>
                    <a:pt x="82533" y="972214"/>
                  </a:lnTo>
                  <a:lnTo>
                    <a:pt x="74589" y="940530"/>
                  </a:lnTo>
                  <a:lnTo>
                    <a:pt x="67040" y="908749"/>
                  </a:lnTo>
                  <a:lnTo>
                    <a:pt x="59890" y="876875"/>
                  </a:lnTo>
                  <a:lnTo>
                    <a:pt x="53138" y="844915"/>
                  </a:lnTo>
                  <a:lnTo>
                    <a:pt x="46786" y="812874"/>
                  </a:lnTo>
                  <a:lnTo>
                    <a:pt x="40834" y="780755"/>
                  </a:lnTo>
                  <a:lnTo>
                    <a:pt x="35285" y="748564"/>
                  </a:lnTo>
                  <a:lnTo>
                    <a:pt x="30138" y="716307"/>
                  </a:lnTo>
                  <a:lnTo>
                    <a:pt x="25394" y="683988"/>
                  </a:lnTo>
                  <a:lnTo>
                    <a:pt x="21054" y="651612"/>
                  </a:lnTo>
                  <a:lnTo>
                    <a:pt x="17119" y="619185"/>
                  </a:lnTo>
                  <a:lnTo>
                    <a:pt x="13590" y="586711"/>
                  </a:lnTo>
                  <a:lnTo>
                    <a:pt x="10466" y="554195"/>
                  </a:lnTo>
                  <a:lnTo>
                    <a:pt x="7749" y="521643"/>
                  </a:lnTo>
                  <a:lnTo>
                    <a:pt x="5438" y="489059"/>
                  </a:lnTo>
                  <a:lnTo>
                    <a:pt x="3535" y="456449"/>
                  </a:lnTo>
                  <a:lnTo>
                    <a:pt x="2040" y="423818"/>
                  </a:lnTo>
                  <a:lnTo>
                    <a:pt x="952" y="391171"/>
                  </a:lnTo>
                  <a:lnTo>
                    <a:pt x="272" y="358513"/>
                  </a:lnTo>
                  <a:lnTo>
                    <a:pt x="0" y="325848"/>
                  </a:lnTo>
                  <a:lnTo>
                    <a:pt x="136" y="293183"/>
                  </a:lnTo>
                  <a:lnTo>
                    <a:pt x="680" y="260522"/>
                  </a:lnTo>
                  <a:lnTo>
                    <a:pt x="1632" y="227871"/>
                  </a:lnTo>
                  <a:lnTo>
                    <a:pt x="2991" y="195234"/>
                  </a:lnTo>
                  <a:lnTo>
                    <a:pt x="4759" y="162616"/>
                  </a:lnTo>
                  <a:lnTo>
                    <a:pt x="6933" y="130023"/>
                  </a:lnTo>
                  <a:lnTo>
                    <a:pt x="9515" y="97460"/>
                  </a:lnTo>
                  <a:lnTo>
                    <a:pt x="12503" y="64932"/>
                  </a:lnTo>
                  <a:lnTo>
                    <a:pt x="15898" y="32443"/>
                  </a:lnTo>
                  <a:lnTo>
                    <a:pt x="19698" y="0"/>
                  </a:lnTo>
                  <a:lnTo>
                    <a:pt x="55426" y="4411"/>
                  </a:lnTo>
                  <a:lnTo>
                    <a:pt x="91155" y="8822"/>
                  </a:lnTo>
                  <a:lnTo>
                    <a:pt x="126884" y="13233"/>
                  </a:lnTo>
                  <a:lnTo>
                    <a:pt x="123241" y="44336"/>
                  </a:lnTo>
                  <a:lnTo>
                    <a:pt x="119987" y="75483"/>
                  </a:lnTo>
                  <a:lnTo>
                    <a:pt x="117122" y="106668"/>
                  </a:lnTo>
                  <a:lnTo>
                    <a:pt x="114647" y="137886"/>
                  </a:lnTo>
                  <a:lnTo>
                    <a:pt x="112562" y="169133"/>
                  </a:lnTo>
                  <a:lnTo>
                    <a:pt x="110868" y="200403"/>
                  </a:lnTo>
                  <a:lnTo>
                    <a:pt x="109564" y="231693"/>
                  </a:lnTo>
                  <a:lnTo>
                    <a:pt x="108651" y="262996"/>
                  </a:lnTo>
                  <a:lnTo>
                    <a:pt x="108130" y="294307"/>
                  </a:lnTo>
                  <a:lnTo>
                    <a:pt x="107999" y="325623"/>
                  </a:lnTo>
                  <a:lnTo>
                    <a:pt x="108260" y="356939"/>
                  </a:lnTo>
                  <a:lnTo>
                    <a:pt x="108912" y="388248"/>
                  </a:lnTo>
                  <a:lnTo>
                    <a:pt x="109955" y="419547"/>
                  </a:lnTo>
                  <a:lnTo>
                    <a:pt x="111389" y="450830"/>
                  </a:lnTo>
                  <a:lnTo>
                    <a:pt x="113213" y="482093"/>
                  </a:lnTo>
                  <a:lnTo>
                    <a:pt x="115428" y="513331"/>
                  </a:lnTo>
                  <a:lnTo>
                    <a:pt x="118033" y="544539"/>
                  </a:lnTo>
                  <a:lnTo>
                    <a:pt x="121028" y="575712"/>
                  </a:lnTo>
                  <a:lnTo>
                    <a:pt x="124412" y="606845"/>
                  </a:lnTo>
                  <a:lnTo>
                    <a:pt x="128184" y="637933"/>
                  </a:lnTo>
                  <a:lnTo>
                    <a:pt x="132345" y="668972"/>
                  </a:lnTo>
                  <a:lnTo>
                    <a:pt x="136893" y="699956"/>
                  </a:lnTo>
                  <a:lnTo>
                    <a:pt x="141827" y="730881"/>
                  </a:lnTo>
                  <a:lnTo>
                    <a:pt x="147148" y="761742"/>
                  </a:lnTo>
                  <a:lnTo>
                    <a:pt x="152853" y="792534"/>
                  </a:lnTo>
                  <a:lnTo>
                    <a:pt x="158943" y="823252"/>
                  </a:lnTo>
                  <a:lnTo>
                    <a:pt x="165416" y="853892"/>
                  </a:lnTo>
                  <a:lnTo>
                    <a:pt x="172271" y="884449"/>
                  </a:lnTo>
                  <a:lnTo>
                    <a:pt x="179508" y="914918"/>
                  </a:lnTo>
                  <a:lnTo>
                    <a:pt x="187124" y="945294"/>
                  </a:lnTo>
                  <a:lnTo>
                    <a:pt x="195119" y="975572"/>
                  </a:lnTo>
                  <a:lnTo>
                    <a:pt x="203492" y="1005748"/>
                  </a:lnTo>
                  <a:lnTo>
                    <a:pt x="212242" y="1035818"/>
                  </a:lnTo>
                  <a:lnTo>
                    <a:pt x="221366" y="1065775"/>
                  </a:lnTo>
                  <a:lnTo>
                    <a:pt x="230863" y="1095617"/>
                  </a:lnTo>
                  <a:lnTo>
                    <a:pt x="240733" y="1125337"/>
                  </a:lnTo>
                  <a:lnTo>
                    <a:pt x="250973" y="1154932"/>
                  </a:lnTo>
                  <a:lnTo>
                    <a:pt x="261582" y="1184396"/>
                  </a:lnTo>
                  <a:lnTo>
                    <a:pt x="272559" y="1213726"/>
                  </a:lnTo>
                  <a:lnTo>
                    <a:pt x="283900" y="1242916"/>
                  </a:lnTo>
                  <a:lnTo>
                    <a:pt x="295606" y="1271962"/>
                  </a:lnTo>
                  <a:lnTo>
                    <a:pt x="307673" y="1300860"/>
                  </a:lnTo>
                  <a:lnTo>
                    <a:pt x="320101" y="1329605"/>
                  </a:lnTo>
                  <a:lnTo>
                    <a:pt x="332887" y="1358192"/>
                  </a:lnTo>
                  <a:lnTo>
                    <a:pt x="346028" y="1386618"/>
                  </a:lnTo>
                  <a:lnTo>
                    <a:pt x="359524" y="1414877"/>
                  </a:lnTo>
                  <a:lnTo>
                    <a:pt x="373372" y="1442965"/>
                  </a:lnTo>
                  <a:lnTo>
                    <a:pt x="387569" y="1470878"/>
                  </a:lnTo>
                  <a:lnTo>
                    <a:pt x="402114" y="1498612"/>
                  </a:lnTo>
                  <a:lnTo>
                    <a:pt x="417005" y="1526161"/>
                  </a:lnTo>
                  <a:lnTo>
                    <a:pt x="432238" y="1553523"/>
                  </a:lnTo>
                  <a:lnTo>
                    <a:pt x="447812" y="1580692"/>
                  </a:lnTo>
                  <a:lnTo>
                    <a:pt x="463724" y="1607664"/>
                  </a:lnTo>
                  <a:lnTo>
                    <a:pt x="479972" y="1634436"/>
                  </a:lnTo>
                  <a:lnTo>
                    <a:pt x="496553" y="1661002"/>
                  </a:lnTo>
                  <a:lnTo>
                    <a:pt x="513465" y="1687360"/>
                  </a:lnTo>
                  <a:lnTo>
                    <a:pt x="530704" y="1713504"/>
                  </a:lnTo>
                  <a:lnTo>
                    <a:pt x="548269" y="1739430"/>
                  </a:lnTo>
                  <a:lnTo>
                    <a:pt x="566156" y="1765136"/>
                  </a:lnTo>
                  <a:lnTo>
                    <a:pt x="584363" y="1790615"/>
                  </a:lnTo>
                  <a:lnTo>
                    <a:pt x="602887" y="1815866"/>
                  </a:lnTo>
                  <a:lnTo>
                    <a:pt x="621724" y="1840883"/>
                  </a:lnTo>
                  <a:lnTo>
                    <a:pt x="640873" y="1865662"/>
                  </a:lnTo>
                  <a:lnTo>
                    <a:pt x="660330" y="1890201"/>
                  </a:lnTo>
                  <a:lnTo>
                    <a:pt x="680092" y="1914494"/>
                  </a:lnTo>
                  <a:lnTo>
                    <a:pt x="700156" y="1938539"/>
                  </a:lnTo>
                  <a:lnTo>
                    <a:pt x="720518" y="1962332"/>
                  </a:lnTo>
                  <a:lnTo>
                    <a:pt x="741176" y="1985868"/>
                  </a:lnTo>
                  <a:lnTo>
                    <a:pt x="762127" y="2009144"/>
                  </a:lnTo>
                  <a:lnTo>
                    <a:pt x="783366" y="2032157"/>
                  </a:lnTo>
                  <a:lnTo>
                    <a:pt x="804892" y="2054902"/>
                  </a:lnTo>
                  <a:lnTo>
                    <a:pt x="826700" y="2077377"/>
                  </a:lnTo>
                  <a:lnTo>
                    <a:pt x="848787" y="2099578"/>
                  </a:lnTo>
                  <a:lnTo>
                    <a:pt x="871149" y="2121501"/>
                  </a:lnTo>
                  <a:lnTo>
                    <a:pt x="893784" y="2143143"/>
                  </a:lnTo>
                  <a:lnTo>
                    <a:pt x="916687" y="2164501"/>
                  </a:lnTo>
                  <a:lnTo>
                    <a:pt x="939856" y="2185571"/>
                  </a:lnTo>
                  <a:lnTo>
                    <a:pt x="963285" y="2206349"/>
                  </a:lnTo>
                  <a:lnTo>
                    <a:pt x="986973" y="2226834"/>
                  </a:lnTo>
                  <a:lnTo>
                    <a:pt x="1010914" y="2247021"/>
                  </a:lnTo>
                  <a:lnTo>
                    <a:pt x="1035106" y="226690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957075" y="3108595"/>
              <a:ext cx="1059544" cy="2371190"/>
            </a:xfrm>
            <a:custGeom>
              <a:avLst/>
              <a:pathLst>
                <a:path w="1059544" h="2371190">
                  <a:moveTo>
                    <a:pt x="1059544" y="2286490"/>
                  </a:moveTo>
                  <a:lnTo>
                    <a:pt x="1037209" y="2314723"/>
                  </a:lnTo>
                  <a:lnTo>
                    <a:pt x="1014873" y="2342957"/>
                  </a:lnTo>
                  <a:lnTo>
                    <a:pt x="992538" y="2371190"/>
                  </a:lnTo>
                  <a:lnTo>
                    <a:pt x="967046" y="2350764"/>
                  </a:lnTo>
                  <a:lnTo>
                    <a:pt x="941813" y="2330021"/>
                  </a:lnTo>
                  <a:lnTo>
                    <a:pt x="916840" y="2308964"/>
                  </a:lnTo>
                  <a:lnTo>
                    <a:pt x="892132" y="2287597"/>
                  </a:lnTo>
                  <a:lnTo>
                    <a:pt x="867693" y="2265923"/>
                  </a:lnTo>
                  <a:lnTo>
                    <a:pt x="843526" y="2243945"/>
                  </a:lnTo>
                  <a:lnTo>
                    <a:pt x="819636" y="2221668"/>
                  </a:lnTo>
                  <a:lnTo>
                    <a:pt x="796027" y="2199093"/>
                  </a:lnTo>
                  <a:lnTo>
                    <a:pt x="772701" y="2176226"/>
                  </a:lnTo>
                  <a:lnTo>
                    <a:pt x="749662" y="2153069"/>
                  </a:lnTo>
                  <a:lnTo>
                    <a:pt x="726915" y="2129625"/>
                  </a:lnTo>
                  <a:lnTo>
                    <a:pt x="704462" y="2105900"/>
                  </a:lnTo>
                  <a:lnTo>
                    <a:pt x="682307" y="2081896"/>
                  </a:lnTo>
                  <a:lnTo>
                    <a:pt x="660454" y="2057617"/>
                  </a:lnTo>
                  <a:lnTo>
                    <a:pt x="638906" y="2033067"/>
                  </a:lnTo>
                  <a:lnTo>
                    <a:pt x="617666" y="2008249"/>
                  </a:lnTo>
                  <a:lnTo>
                    <a:pt x="596738" y="1983169"/>
                  </a:lnTo>
                  <a:lnTo>
                    <a:pt x="576125" y="1957829"/>
                  </a:lnTo>
                  <a:lnTo>
                    <a:pt x="555830" y="1932233"/>
                  </a:lnTo>
                  <a:lnTo>
                    <a:pt x="535856" y="1906386"/>
                  </a:lnTo>
                  <a:lnTo>
                    <a:pt x="516207" y="1880291"/>
                  </a:lnTo>
                  <a:lnTo>
                    <a:pt x="496885" y="1853953"/>
                  </a:lnTo>
                  <a:lnTo>
                    <a:pt x="477894" y="1827375"/>
                  </a:lnTo>
                  <a:lnTo>
                    <a:pt x="459236" y="1800563"/>
                  </a:lnTo>
                  <a:lnTo>
                    <a:pt x="440915" y="1773519"/>
                  </a:lnTo>
                  <a:lnTo>
                    <a:pt x="422932" y="1746249"/>
                  </a:lnTo>
                  <a:lnTo>
                    <a:pt x="405292" y="1718756"/>
                  </a:lnTo>
                  <a:lnTo>
                    <a:pt x="387997" y="1691045"/>
                  </a:lnTo>
                  <a:lnTo>
                    <a:pt x="371049" y="1663120"/>
                  </a:lnTo>
                  <a:lnTo>
                    <a:pt x="354452" y="1634986"/>
                  </a:lnTo>
                  <a:lnTo>
                    <a:pt x="338207" y="1606646"/>
                  </a:lnTo>
                  <a:lnTo>
                    <a:pt x="322317" y="1578106"/>
                  </a:lnTo>
                  <a:lnTo>
                    <a:pt x="306785" y="1549369"/>
                  </a:lnTo>
                  <a:lnTo>
                    <a:pt x="291614" y="1520441"/>
                  </a:lnTo>
                  <a:lnTo>
                    <a:pt x="276804" y="1491326"/>
                  </a:lnTo>
                  <a:lnTo>
                    <a:pt x="262360" y="1462027"/>
                  </a:lnTo>
                  <a:lnTo>
                    <a:pt x="248283" y="1432551"/>
                  </a:lnTo>
                  <a:lnTo>
                    <a:pt x="234575" y="1402901"/>
                  </a:lnTo>
                  <a:lnTo>
                    <a:pt x="221239" y="1373082"/>
                  </a:lnTo>
                  <a:lnTo>
                    <a:pt x="208276" y="1343099"/>
                  </a:lnTo>
                  <a:lnTo>
                    <a:pt x="195688" y="1312956"/>
                  </a:lnTo>
                  <a:lnTo>
                    <a:pt x="183479" y="1282658"/>
                  </a:lnTo>
                  <a:lnTo>
                    <a:pt x="171648" y="1252211"/>
                  </a:lnTo>
                  <a:lnTo>
                    <a:pt x="160199" y="1221617"/>
                  </a:lnTo>
                  <a:lnTo>
                    <a:pt x="149133" y="1190884"/>
                  </a:lnTo>
                  <a:lnTo>
                    <a:pt x="138452" y="1160014"/>
                  </a:lnTo>
                  <a:lnTo>
                    <a:pt x="128157" y="1129013"/>
                  </a:lnTo>
                  <a:lnTo>
                    <a:pt x="118250" y="1097886"/>
                  </a:lnTo>
                  <a:lnTo>
                    <a:pt x="108733" y="1066638"/>
                  </a:lnTo>
                  <a:lnTo>
                    <a:pt x="99607" y="1035273"/>
                  </a:lnTo>
                  <a:lnTo>
                    <a:pt x="90873" y="1003797"/>
                  </a:lnTo>
                  <a:lnTo>
                    <a:pt x="82533" y="972214"/>
                  </a:lnTo>
                  <a:lnTo>
                    <a:pt x="74589" y="940530"/>
                  </a:lnTo>
                  <a:lnTo>
                    <a:pt x="67040" y="908749"/>
                  </a:lnTo>
                  <a:lnTo>
                    <a:pt x="59890" y="876875"/>
                  </a:lnTo>
                  <a:lnTo>
                    <a:pt x="53138" y="844915"/>
                  </a:lnTo>
                  <a:lnTo>
                    <a:pt x="46786" y="812874"/>
                  </a:lnTo>
                  <a:lnTo>
                    <a:pt x="40834" y="780755"/>
                  </a:lnTo>
                  <a:lnTo>
                    <a:pt x="35285" y="748564"/>
                  </a:lnTo>
                  <a:lnTo>
                    <a:pt x="30138" y="716307"/>
                  </a:lnTo>
                  <a:lnTo>
                    <a:pt x="25394" y="683988"/>
                  </a:lnTo>
                  <a:lnTo>
                    <a:pt x="21054" y="651612"/>
                  </a:lnTo>
                  <a:lnTo>
                    <a:pt x="17119" y="619185"/>
                  </a:lnTo>
                  <a:lnTo>
                    <a:pt x="13590" y="586711"/>
                  </a:lnTo>
                  <a:lnTo>
                    <a:pt x="10466" y="554195"/>
                  </a:lnTo>
                  <a:lnTo>
                    <a:pt x="7749" y="521643"/>
                  </a:lnTo>
                  <a:lnTo>
                    <a:pt x="5438" y="489059"/>
                  </a:lnTo>
                  <a:lnTo>
                    <a:pt x="3535" y="456449"/>
                  </a:lnTo>
                  <a:lnTo>
                    <a:pt x="2040" y="423818"/>
                  </a:lnTo>
                  <a:lnTo>
                    <a:pt x="952" y="391171"/>
                  </a:lnTo>
                  <a:lnTo>
                    <a:pt x="272" y="358513"/>
                  </a:lnTo>
                  <a:lnTo>
                    <a:pt x="0" y="325848"/>
                  </a:lnTo>
                  <a:lnTo>
                    <a:pt x="136" y="293183"/>
                  </a:lnTo>
                  <a:lnTo>
                    <a:pt x="680" y="260522"/>
                  </a:lnTo>
                  <a:lnTo>
                    <a:pt x="1632" y="227871"/>
                  </a:lnTo>
                  <a:lnTo>
                    <a:pt x="2991" y="195234"/>
                  </a:lnTo>
                  <a:lnTo>
                    <a:pt x="4759" y="162616"/>
                  </a:lnTo>
                  <a:lnTo>
                    <a:pt x="6933" y="130023"/>
                  </a:lnTo>
                  <a:lnTo>
                    <a:pt x="9515" y="97460"/>
                  </a:lnTo>
                  <a:lnTo>
                    <a:pt x="12503" y="64932"/>
                  </a:lnTo>
                  <a:lnTo>
                    <a:pt x="15898" y="32443"/>
                  </a:lnTo>
                  <a:lnTo>
                    <a:pt x="19698" y="0"/>
                  </a:lnTo>
                  <a:lnTo>
                    <a:pt x="55426" y="4411"/>
                  </a:lnTo>
                  <a:lnTo>
                    <a:pt x="91155" y="8822"/>
                  </a:lnTo>
                  <a:lnTo>
                    <a:pt x="126884" y="13233"/>
                  </a:lnTo>
                  <a:lnTo>
                    <a:pt x="123241" y="44336"/>
                  </a:lnTo>
                  <a:lnTo>
                    <a:pt x="119987" y="75483"/>
                  </a:lnTo>
                  <a:lnTo>
                    <a:pt x="117122" y="106668"/>
                  </a:lnTo>
                  <a:lnTo>
                    <a:pt x="114647" y="137886"/>
                  </a:lnTo>
                  <a:lnTo>
                    <a:pt x="112562" y="169133"/>
                  </a:lnTo>
                  <a:lnTo>
                    <a:pt x="110868" y="200403"/>
                  </a:lnTo>
                  <a:lnTo>
                    <a:pt x="109564" y="231693"/>
                  </a:lnTo>
                  <a:lnTo>
                    <a:pt x="108651" y="262996"/>
                  </a:lnTo>
                  <a:lnTo>
                    <a:pt x="108130" y="294307"/>
                  </a:lnTo>
                  <a:lnTo>
                    <a:pt x="107999" y="325623"/>
                  </a:lnTo>
                  <a:lnTo>
                    <a:pt x="108260" y="356939"/>
                  </a:lnTo>
                  <a:lnTo>
                    <a:pt x="108912" y="388248"/>
                  </a:lnTo>
                  <a:lnTo>
                    <a:pt x="109955" y="419547"/>
                  </a:lnTo>
                  <a:lnTo>
                    <a:pt x="111389" y="450830"/>
                  </a:lnTo>
                  <a:lnTo>
                    <a:pt x="113213" y="482093"/>
                  </a:lnTo>
                  <a:lnTo>
                    <a:pt x="115428" y="513331"/>
                  </a:lnTo>
                  <a:lnTo>
                    <a:pt x="118033" y="544539"/>
                  </a:lnTo>
                  <a:lnTo>
                    <a:pt x="121028" y="575712"/>
                  </a:lnTo>
                  <a:lnTo>
                    <a:pt x="124412" y="606845"/>
                  </a:lnTo>
                  <a:lnTo>
                    <a:pt x="128184" y="637933"/>
                  </a:lnTo>
                  <a:lnTo>
                    <a:pt x="132345" y="668972"/>
                  </a:lnTo>
                  <a:lnTo>
                    <a:pt x="136893" y="699956"/>
                  </a:lnTo>
                  <a:lnTo>
                    <a:pt x="141827" y="730881"/>
                  </a:lnTo>
                  <a:lnTo>
                    <a:pt x="147148" y="761742"/>
                  </a:lnTo>
                  <a:lnTo>
                    <a:pt x="152853" y="792534"/>
                  </a:lnTo>
                  <a:lnTo>
                    <a:pt x="158943" y="823252"/>
                  </a:lnTo>
                  <a:lnTo>
                    <a:pt x="165416" y="853892"/>
                  </a:lnTo>
                  <a:lnTo>
                    <a:pt x="172271" y="884449"/>
                  </a:lnTo>
                  <a:lnTo>
                    <a:pt x="179508" y="914918"/>
                  </a:lnTo>
                  <a:lnTo>
                    <a:pt x="187124" y="945294"/>
                  </a:lnTo>
                  <a:lnTo>
                    <a:pt x="195119" y="975572"/>
                  </a:lnTo>
                  <a:lnTo>
                    <a:pt x="203492" y="1005748"/>
                  </a:lnTo>
                  <a:lnTo>
                    <a:pt x="212242" y="1035818"/>
                  </a:lnTo>
                  <a:lnTo>
                    <a:pt x="221366" y="1065775"/>
                  </a:lnTo>
                  <a:lnTo>
                    <a:pt x="230863" y="1095617"/>
                  </a:lnTo>
                  <a:lnTo>
                    <a:pt x="240733" y="1125337"/>
                  </a:lnTo>
                  <a:lnTo>
                    <a:pt x="250973" y="1154932"/>
                  </a:lnTo>
                  <a:lnTo>
                    <a:pt x="261582" y="1184396"/>
                  </a:lnTo>
                  <a:lnTo>
                    <a:pt x="272559" y="1213726"/>
                  </a:lnTo>
                  <a:lnTo>
                    <a:pt x="283900" y="1242916"/>
                  </a:lnTo>
                  <a:lnTo>
                    <a:pt x="295606" y="1271962"/>
                  </a:lnTo>
                  <a:lnTo>
                    <a:pt x="307673" y="1300860"/>
                  </a:lnTo>
                  <a:lnTo>
                    <a:pt x="320101" y="1329605"/>
                  </a:lnTo>
                  <a:lnTo>
                    <a:pt x="332887" y="1358192"/>
                  </a:lnTo>
                  <a:lnTo>
                    <a:pt x="346028" y="1386618"/>
                  </a:lnTo>
                  <a:lnTo>
                    <a:pt x="359524" y="1414877"/>
                  </a:lnTo>
                  <a:lnTo>
                    <a:pt x="373372" y="1442965"/>
                  </a:lnTo>
                  <a:lnTo>
                    <a:pt x="387569" y="1470878"/>
                  </a:lnTo>
                  <a:lnTo>
                    <a:pt x="402114" y="1498612"/>
                  </a:lnTo>
                  <a:lnTo>
                    <a:pt x="417005" y="1526161"/>
                  </a:lnTo>
                  <a:lnTo>
                    <a:pt x="432238" y="1553523"/>
                  </a:lnTo>
                  <a:lnTo>
                    <a:pt x="447812" y="1580692"/>
                  </a:lnTo>
                  <a:lnTo>
                    <a:pt x="463724" y="1607664"/>
                  </a:lnTo>
                  <a:lnTo>
                    <a:pt x="479972" y="1634436"/>
                  </a:lnTo>
                  <a:lnTo>
                    <a:pt x="496553" y="1661002"/>
                  </a:lnTo>
                  <a:lnTo>
                    <a:pt x="513465" y="1687360"/>
                  </a:lnTo>
                  <a:lnTo>
                    <a:pt x="530704" y="1713504"/>
                  </a:lnTo>
                  <a:lnTo>
                    <a:pt x="548269" y="1739430"/>
                  </a:lnTo>
                  <a:lnTo>
                    <a:pt x="566156" y="1765136"/>
                  </a:lnTo>
                  <a:lnTo>
                    <a:pt x="584363" y="1790615"/>
                  </a:lnTo>
                  <a:lnTo>
                    <a:pt x="602887" y="1815866"/>
                  </a:lnTo>
                  <a:lnTo>
                    <a:pt x="621724" y="1840883"/>
                  </a:lnTo>
                  <a:lnTo>
                    <a:pt x="640873" y="1865662"/>
                  </a:lnTo>
                  <a:lnTo>
                    <a:pt x="660330" y="1890201"/>
                  </a:lnTo>
                  <a:lnTo>
                    <a:pt x="680092" y="1914494"/>
                  </a:lnTo>
                  <a:lnTo>
                    <a:pt x="700156" y="1938539"/>
                  </a:lnTo>
                  <a:lnTo>
                    <a:pt x="720518" y="1962332"/>
                  </a:lnTo>
                  <a:lnTo>
                    <a:pt x="741176" y="1985868"/>
                  </a:lnTo>
                  <a:lnTo>
                    <a:pt x="762127" y="2009144"/>
                  </a:lnTo>
                  <a:lnTo>
                    <a:pt x="783366" y="2032157"/>
                  </a:lnTo>
                  <a:lnTo>
                    <a:pt x="804892" y="2054902"/>
                  </a:lnTo>
                  <a:lnTo>
                    <a:pt x="826700" y="2077377"/>
                  </a:lnTo>
                  <a:lnTo>
                    <a:pt x="848787" y="2099578"/>
                  </a:lnTo>
                  <a:lnTo>
                    <a:pt x="871149" y="2121501"/>
                  </a:lnTo>
                  <a:lnTo>
                    <a:pt x="893784" y="2143143"/>
                  </a:lnTo>
                  <a:lnTo>
                    <a:pt x="916687" y="2164501"/>
                  </a:lnTo>
                  <a:lnTo>
                    <a:pt x="939856" y="2185571"/>
                  </a:lnTo>
                  <a:lnTo>
                    <a:pt x="963285" y="2206349"/>
                  </a:lnTo>
                  <a:lnTo>
                    <a:pt x="986973" y="2226834"/>
                  </a:lnTo>
                  <a:lnTo>
                    <a:pt x="1010914" y="2247021"/>
                  </a:lnTo>
                  <a:lnTo>
                    <a:pt x="1035106" y="2266907"/>
                  </a:lnTo>
                  <a:close/>
                </a:path>
              </a:pathLst>
            </a:custGeom>
            <a:solidFill>
              <a:srgbClr val="4FB9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2005445" y="1861381"/>
              <a:ext cx="560047" cy="1087638"/>
            </a:xfrm>
            <a:custGeom>
              <a:avLst/>
              <a:pathLst>
                <a:path w="560047" h="1087638">
                  <a:moveTo>
                    <a:pt x="106002" y="1087638"/>
                  </a:moveTo>
                  <a:lnTo>
                    <a:pt x="70668" y="1080745"/>
                  </a:lnTo>
                  <a:lnTo>
                    <a:pt x="35334" y="1073853"/>
                  </a:lnTo>
                  <a:lnTo>
                    <a:pt x="0" y="1066960"/>
                  </a:lnTo>
                  <a:lnTo>
                    <a:pt x="6461" y="1034903"/>
                  </a:lnTo>
                  <a:lnTo>
                    <a:pt x="13323" y="1002929"/>
                  </a:lnTo>
                  <a:lnTo>
                    <a:pt x="20585" y="971044"/>
                  </a:lnTo>
                  <a:lnTo>
                    <a:pt x="28244" y="939252"/>
                  </a:lnTo>
                  <a:lnTo>
                    <a:pt x="36301" y="907558"/>
                  </a:lnTo>
                  <a:lnTo>
                    <a:pt x="44753" y="875968"/>
                  </a:lnTo>
                  <a:lnTo>
                    <a:pt x="53600" y="844486"/>
                  </a:lnTo>
                  <a:lnTo>
                    <a:pt x="62839" y="813116"/>
                  </a:lnTo>
                  <a:lnTo>
                    <a:pt x="72470" y="781865"/>
                  </a:lnTo>
                  <a:lnTo>
                    <a:pt x="82492" y="750737"/>
                  </a:lnTo>
                  <a:lnTo>
                    <a:pt x="92901" y="719736"/>
                  </a:lnTo>
                  <a:lnTo>
                    <a:pt x="103698" y="688868"/>
                  </a:lnTo>
                  <a:lnTo>
                    <a:pt x="114880" y="658138"/>
                  </a:lnTo>
                  <a:lnTo>
                    <a:pt x="126445" y="627549"/>
                  </a:lnTo>
                  <a:lnTo>
                    <a:pt x="138392" y="597108"/>
                  </a:lnTo>
                  <a:lnTo>
                    <a:pt x="150719" y="566819"/>
                  </a:lnTo>
                  <a:lnTo>
                    <a:pt x="163423" y="536686"/>
                  </a:lnTo>
                  <a:lnTo>
                    <a:pt x="176503" y="506714"/>
                  </a:lnTo>
                  <a:lnTo>
                    <a:pt x="189957" y="476908"/>
                  </a:lnTo>
                  <a:lnTo>
                    <a:pt x="203783" y="447273"/>
                  </a:lnTo>
                  <a:lnTo>
                    <a:pt x="217978" y="417813"/>
                  </a:lnTo>
                  <a:lnTo>
                    <a:pt x="232541" y="388532"/>
                  </a:lnTo>
                  <a:lnTo>
                    <a:pt x="247468" y="359437"/>
                  </a:lnTo>
                  <a:lnTo>
                    <a:pt x="262759" y="330530"/>
                  </a:lnTo>
                  <a:lnTo>
                    <a:pt x="278409" y="301816"/>
                  </a:lnTo>
                  <a:lnTo>
                    <a:pt x="294418" y="273301"/>
                  </a:lnTo>
                  <a:lnTo>
                    <a:pt x="310781" y="244988"/>
                  </a:lnTo>
                  <a:lnTo>
                    <a:pt x="327498" y="216882"/>
                  </a:lnTo>
                  <a:lnTo>
                    <a:pt x="344565" y="188987"/>
                  </a:lnTo>
                  <a:lnTo>
                    <a:pt x="361979" y="161308"/>
                  </a:lnTo>
                  <a:lnTo>
                    <a:pt x="379738" y="133848"/>
                  </a:lnTo>
                  <a:lnTo>
                    <a:pt x="397839" y="106613"/>
                  </a:lnTo>
                  <a:lnTo>
                    <a:pt x="416279" y="79606"/>
                  </a:lnTo>
                  <a:lnTo>
                    <a:pt x="435056" y="52832"/>
                  </a:lnTo>
                  <a:lnTo>
                    <a:pt x="454166" y="26295"/>
                  </a:lnTo>
                  <a:lnTo>
                    <a:pt x="473606" y="0"/>
                  </a:lnTo>
                  <a:lnTo>
                    <a:pt x="502420" y="21581"/>
                  </a:lnTo>
                  <a:lnTo>
                    <a:pt x="531233" y="43163"/>
                  </a:lnTo>
                  <a:lnTo>
                    <a:pt x="560047" y="64744"/>
                  </a:lnTo>
                  <a:lnTo>
                    <a:pt x="541410" y="89954"/>
                  </a:lnTo>
                  <a:lnTo>
                    <a:pt x="523089" y="115395"/>
                  </a:lnTo>
                  <a:lnTo>
                    <a:pt x="505088" y="141063"/>
                  </a:lnTo>
                  <a:lnTo>
                    <a:pt x="487410" y="166954"/>
                  </a:lnTo>
                  <a:lnTo>
                    <a:pt x="470056" y="193065"/>
                  </a:lnTo>
                  <a:lnTo>
                    <a:pt x="453031" y="219390"/>
                  </a:lnTo>
                  <a:lnTo>
                    <a:pt x="436336" y="245926"/>
                  </a:lnTo>
                  <a:lnTo>
                    <a:pt x="419974" y="272669"/>
                  </a:lnTo>
                  <a:lnTo>
                    <a:pt x="403948" y="299614"/>
                  </a:lnTo>
                  <a:lnTo>
                    <a:pt x="388260" y="326758"/>
                  </a:lnTo>
                  <a:lnTo>
                    <a:pt x="372913" y="354096"/>
                  </a:lnTo>
                  <a:lnTo>
                    <a:pt x="357908" y="381623"/>
                  </a:lnTo>
                  <a:lnTo>
                    <a:pt x="343250" y="409336"/>
                  </a:lnTo>
                  <a:lnTo>
                    <a:pt x="328939" y="437230"/>
                  </a:lnTo>
                  <a:lnTo>
                    <a:pt x="314978" y="465301"/>
                  </a:lnTo>
                  <a:lnTo>
                    <a:pt x="301369" y="493544"/>
                  </a:lnTo>
                  <a:lnTo>
                    <a:pt x="288114" y="521956"/>
                  </a:lnTo>
                  <a:lnTo>
                    <a:pt x="275215" y="550531"/>
                  </a:lnTo>
                  <a:lnTo>
                    <a:pt x="262675" y="579264"/>
                  </a:lnTo>
                  <a:lnTo>
                    <a:pt x="250496" y="608153"/>
                  </a:lnTo>
                  <a:lnTo>
                    <a:pt x="238678" y="637191"/>
                  </a:lnTo>
                  <a:lnTo>
                    <a:pt x="227225" y="666375"/>
                  </a:lnTo>
                  <a:lnTo>
                    <a:pt x="216137" y="695700"/>
                  </a:lnTo>
                  <a:lnTo>
                    <a:pt x="205417" y="725162"/>
                  </a:lnTo>
                  <a:lnTo>
                    <a:pt x="195067" y="754755"/>
                  </a:lnTo>
                  <a:lnTo>
                    <a:pt x="185087" y="784475"/>
                  </a:lnTo>
                  <a:lnTo>
                    <a:pt x="175479" y="814318"/>
                  </a:lnTo>
                  <a:lnTo>
                    <a:pt x="166246" y="844278"/>
                  </a:lnTo>
                  <a:lnTo>
                    <a:pt x="157388" y="874352"/>
                  </a:lnTo>
                  <a:lnTo>
                    <a:pt x="148907" y="904534"/>
                  </a:lnTo>
                  <a:lnTo>
                    <a:pt x="140803" y="934820"/>
                  </a:lnTo>
                  <a:lnTo>
                    <a:pt x="133080" y="965204"/>
                  </a:lnTo>
                  <a:lnTo>
                    <a:pt x="125736" y="995683"/>
                  </a:lnTo>
                  <a:lnTo>
                    <a:pt x="118775" y="1026252"/>
                  </a:lnTo>
                  <a:lnTo>
                    <a:pt x="112196" y="1056905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2005445" y="1861381"/>
              <a:ext cx="560047" cy="1087638"/>
            </a:xfrm>
            <a:custGeom>
              <a:avLst/>
              <a:pathLst>
                <a:path w="560047" h="1087638">
                  <a:moveTo>
                    <a:pt x="106002" y="1087638"/>
                  </a:moveTo>
                  <a:lnTo>
                    <a:pt x="70668" y="1080745"/>
                  </a:lnTo>
                  <a:lnTo>
                    <a:pt x="35334" y="1073853"/>
                  </a:lnTo>
                  <a:lnTo>
                    <a:pt x="0" y="1066960"/>
                  </a:lnTo>
                  <a:lnTo>
                    <a:pt x="6461" y="1034903"/>
                  </a:lnTo>
                  <a:lnTo>
                    <a:pt x="13323" y="1002929"/>
                  </a:lnTo>
                  <a:lnTo>
                    <a:pt x="20585" y="971044"/>
                  </a:lnTo>
                  <a:lnTo>
                    <a:pt x="28244" y="939252"/>
                  </a:lnTo>
                  <a:lnTo>
                    <a:pt x="36301" y="907558"/>
                  </a:lnTo>
                  <a:lnTo>
                    <a:pt x="44753" y="875968"/>
                  </a:lnTo>
                  <a:lnTo>
                    <a:pt x="53600" y="844486"/>
                  </a:lnTo>
                  <a:lnTo>
                    <a:pt x="62839" y="813116"/>
                  </a:lnTo>
                  <a:lnTo>
                    <a:pt x="72470" y="781865"/>
                  </a:lnTo>
                  <a:lnTo>
                    <a:pt x="82492" y="750737"/>
                  </a:lnTo>
                  <a:lnTo>
                    <a:pt x="92901" y="719736"/>
                  </a:lnTo>
                  <a:lnTo>
                    <a:pt x="103698" y="688868"/>
                  </a:lnTo>
                  <a:lnTo>
                    <a:pt x="114880" y="658138"/>
                  </a:lnTo>
                  <a:lnTo>
                    <a:pt x="126445" y="627549"/>
                  </a:lnTo>
                  <a:lnTo>
                    <a:pt x="138392" y="597108"/>
                  </a:lnTo>
                  <a:lnTo>
                    <a:pt x="150719" y="566819"/>
                  </a:lnTo>
                  <a:lnTo>
                    <a:pt x="163423" y="536686"/>
                  </a:lnTo>
                  <a:lnTo>
                    <a:pt x="176503" y="506714"/>
                  </a:lnTo>
                  <a:lnTo>
                    <a:pt x="189957" y="476908"/>
                  </a:lnTo>
                  <a:lnTo>
                    <a:pt x="203783" y="447273"/>
                  </a:lnTo>
                  <a:lnTo>
                    <a:pt x="217978" y="417813"/>
                  </a:lnTo>
                  <a:lnTo>
                    <a:pt x="232541" y="388532"/>
                  </a:lnTo>
                  <a:lnTo>
                    <a:pt x="247468" y="359437"/>
                  </a:lnTo>
                  <a:lnTo>
                    <a:pt x="262759" y="330530"/>
                  </a:lnTo>
                  <a:lnTo>
                    <a:pt x="278409" y="301816"/>
                  </a:lnTo>
                  <a:lnTo>
                    <a:pt x="294418" y="273301"/>
                  </a:lnTo>
                  <a:lnTo>
                    <a:pt x="310781" y="244988"/>
                  </a:lnTo>
                  <a:lnTo>
                    <a:pt x="327498" y="216882"/>
                  </a:lnTo>
                  <a:lnTo>
                    <a:pt x="344565" y="188987"/>
                  </a:lnTo>
                  <a:lnTo>
                    <a:pt x="361979" y="161308"/>
                  </a:lnTo>
                  <a:lnTo>
                    <a:pt x="379738" y="133848"/>
                  </a:lnTo>
                  <a:lnTo>
                    <a:pt x="397839" y="106613"/>
                  </a:lnTo>
                  <a:lnTo>
                    <a:pt x="416279" y="79606"/>
                  </a:lnTo>
                  <a:lnTo>
                    <a:pt x="435056" y="52832"/>
                  </a:lnTo>
                  <a:lnTo>
                    <a:pt x="454166" y="26295"/>
                  </a:lnTo>
                  <a:lnTo>
                    <a:pt x="473606" y="0"/>
                  </a:lnTo>
                  <a:lnTo>
                    <a:pt x="502420" y="21581"/>
                  </a:lnTo>
                  <a:lnTo>
                    <a:pt x="531233" y="43163"/>
                  </a:lnTo>
                  <a:lnTo>
                    <a:pt x="560047" y="64744"/>
                  </a:lnTo>
                  <a:lnTo>
                    <a:pt x="541410" y="89954"/>
                  </a:lnTo>
                  <a:lnTo>
                    <a:pt x="523089" y="115395"/>
                  </a:lnTo>
                  <a:lnTo>
                    <a:pt x="505088" y="141063"/>
                  </a:lnTo>
                  <a:lnTo>
                    <a:pt x="487410" y="166954"/>
                  </a:lnTo>
                  <a:lnTo>
                    <a:pt x="470056" y="193065"/>
                  </a:lnTo>
                  <a:lnTo>
                    <a:pt x="453031" y="219390"/>
                  </a:lnTo>
                  <a:lnTo>
                    <a:pt x="436336" y="245926"/>
                  </a:lnTo>
                  <a:lnTo>
                    <a:pt x="419974" y="272669"/>
                  </a:lnTo>
                  <a:lnTo>
                    <a:pt x="403948" y="299614"/>
                  </a:lnTo>
                  <a:lnTo>
                    <a:pt x="388260" y="326758"/>
                  </a:lnTo>
                  <a:lnTo>
                    <a:pt x="372913" y="354096"/>
                  </a:lnTo>
                  <a:lnTo>
                    <a:pt x="357908" y="381623"/>
                  </a:lnTo>
                  <a:lnTo>
                    <a:pt x="343250" y="409336"/>
                  </a:lnTo>
                  <a:lnTo>
                    <a:pt x="328939" y="437230"/>
                  </a:lnTo>
                  <a:lnTo>
                    <a:pt x="314978" y="465301"/>
                  </a:lnTo>
                  <a:lnTo>
                    <a:pt x="301369" y="493544"/>
                  </a:lnTo>
                  <a:lnTo>
                    <a:pt x="288114" y="521956"/>
                  </a:lnTo>
                  <a:lnTo>
                    <a:pt x="275215" y="550531"/>
                  </a:lnTo>
                  <a:lnTo>
                    <a:pt x="262675" y="579264"/>
                  </a:lnTo>
                  <a:lnTo>
                    <a:pt x="250496" y="608153"/>
                  </a:lnTo>
                  <a:lnTo>
                    <a:pt x="238678" y="637191"/>
                  </a:lnTo>
                  <a:lnTo>
                    <a:pt x="227225" y="666375"/>
                  </a:lnTo>
                  <a:lnTo>
                    <a:pt x="216137" y="695700"/>
                  </a:lnTo>
                  <a:lnTo>
                    <a:pt x="205417" y="725162"/>
                  </a:lnTo>
                  <a:lnTo>
                    <a:pt x="195067" y="754755"/>
                  </a:lnTo>
                  <a:lnTo>
                    <a:pt x="185087" y="784475"/>
                  </a:lnTo>
                  <a:lnTo>
                    <a:pt x="175479" y="814318"/>
                  </a:lnTo>
                  <a:lnTo>
                    <a:pt x="166246" y="844278"/>
                  </a:lnTo>
                  <a:lnTo>
                    <a:pt x="157388" y="874352"/>
                  </a:lnTo>
                  <a:lnTo>
                    <a:pt x="148907" y="904534"/>
                  </a:lnTo>
                  <a:lnTo>
                    <a:pt x="140803" y="934820"/>
                  </a:lnTo>
                  <a:lnTo>
                    <a:pt x="133080" y="965204"/>
                  </a:lnTo>
                  <a:lnTo>
                    <a:pt x="125736" y="995683"/>
                  </a:lnTo>
                  <a:lnTo>
                    <a:pt x="118775" y="1026252"/>
                  </a:lnTo>
                  <a:lnTo>
                    <a:pt x="112196" y="1056905"/>
                  </a:lnTo>
                  <a:close/>
                </a:path>
              </a:pathLst>
            </a:custGeom>
            <a:solidFill>
              <a:srgbClr val="55B7E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2593502" y="820439"/>
              <a:ext cx="1803623" cy="969380"/>
            </a:xfrm>
            <a:custGeom>
              <a:avLst/>
              <a:pathLst>
                <a:path w="1803623" h="969380">
                  <a:moveTo>
                    <a:pt x="81714" y="969380"/>
                  </a:moveTo>
                  <a:lnTo>
                    <a:pt x="54476" y="945841"/>
                  </a:lnTo>
                  <a:lnTo>
                    <a:pt x="27238" y="922302"/>
                  </a:lnTo>
                  <a:lnTo>
                    <a:pt x="0" y="898763"/>
                  </a:lnTo>
                  <a:lnTo>
                    <a:pt x="21548" y="874141"/>
                  </a:lnTo>
                  <a:lnTo>
                    <a:pt x="43403" y="849790"/>
                  </a:lnTo>
                  <a:lnTo>
                    <a:pt x="65561" y="825715"/>
                  </a:lnTo>
                  <a:lnTo>
                    <a:pt x="88019" y="801919"/>
                  </a:lnTo>
                  <a:lnTo>
                    <a:pt x="110773" y="778406"/>
                  </a:lnTo>
                  <a:lnTo>
                    <a:pt x="133819" y="755179"/>
                  </a:lnTo>
                  <a:lnTo>
                    <a:pt x="157154" y="732243"/>
                  </a:lnTo>
                  <a:lnTo>
                    <a:pt x="180774" y="709600"/>
                  </a:lnTo>
                  <a:lnTo>
                    <a:pt x="204675" y="687255"/>
                  </a:lnTo>
                  <a:lnTo>
                    <a:pt x="228854" y="665210"/>
                  </a:lnTo>
                  <a:lnTo>
                    <a:pt x="253308" y="643470"/>
                  </a:lnTo>
                  <a:lnTo>
                    <a:pt x="278031" y="622037"/>
                  </a:lnTo>
                  <a:lnTo>
                    <a:pt x="303020" y="600915"/>
                  </a:lnTo>
                  <a:lnTo>
                    <a:pt x="328272" y="580108"/>
                  </a:lnTo>
                  <a:lnTo>
                    <a:pt x="353782" y="559619"/>
                  </a:lnTo>
                  <a:lnTo>
                    <a:pt x="379547" y="539450"/>
                  </a:lnTo>
                  <a:lnTo>
                    <a:pt x="405562" y="519605"/>
                  </a:lnTo>
                  <a:lnTo>
                    <a:pt x="431823" y="500087"/>
                  </a:lnTo>
                  <a:lnTo>
                    <a:pt x="458326" y="480899"/>
                  </a:lnTo>
                  <a:lnTo>
                    <a:pt x="485068" y="462045"/>
                  </a:lnTo>
                  <a:lnTo>
                    <a:pt x="512043" y="443526"/>
                  </a:lnTo>
                  <a:lnTo>
                    <a:pt x="539248" y="425347"/>
                  </a:lnTo>
                  <a:lnTo>
                    <a:pt x="566678" y="407509"/>
                  </a:lnTo>
                  <a:lnTo>
                    <a:pt x="594329" y="390016"/>
                  </a:lnTo>
                  <a:lnTo>
                    <a:pt x="622197" y="372870"/>
                  </a:lnTo>
                  <a:lnTo>
                    <a:pt x="650277" y="356074"/>
                  </a:lnTo>
                  <a:lnTo>
                    <a:pt x="678566" y="339631"/>
                  </a:lnTo>
                  <a:lnTo>
                    <a:pt x="707057" y="323543"/>
                  </a:lnTo>
                  <a:lnTo>
                    <a:pt x="735748" y="307813"/>
                  </a:lnTo>
                  <a:lnTo>
                    <a:pt x="764634" y="292444"/>
                  </a:lnTo>
                  <a:lnTo>
                    <a:pt x="793709" y="277436"/>
                  </a:lnTo>
                  <a:lnTo>
                    <a:pt x="822970" y="262794"/>
                  </a:lnTo>
                  <a:lnTo>
                    <a:pt x="852412" y="248519"/>
                  </a:lnTo>
                  <a:lnTo>
                    <a:pt x="882030" y="234614"/>
                  </a:lnTo>
                  <a:lnTo>
                    <a:pt x="911820" y="221080"/>
                  </a:lnTo>
                  <a:lnTo>
                    <a:pt x="941777" y="207920"/>
                  </a:lnTo>
                  <a:lnTo>
                    <a:pt x="971896" y="195136"/>
                  </a:lnTo>
                  <a:lnTo>
                    <a:pt x="1002173" y="182730"/>
                  </a:lnTo>
                  <a:lnTo>
                    <a:pt x="1032603" y="170704"/>
                  </a:lnTo>
                  <a:lnTo>
                    <a:pt x="1063180" y="159059"/>
                  </a:lnTo>
                  <a:lnTo>
                    <a:pt x="1093901" y="147798"/>
                  </a:lnTo>
                  <a:lnTo>
                    <a:pt x="1124761" y="136922"/>
                  </a:lnTo>
                  <a:lnTo>
                    <a:pt x="1155754" y="126433"/>
                  </a:lnTo>
                  <a:lnTo>
                    <a:pt x="1186876" y="116333"/>
                  </a:lnTo>
                  <a:lnTo>
                    <a:pt x="1218122" y="106623"/>
                  </a:lnTo>
                  <a:lnTo>
                    <a:pt x="1249487" y="97304"/>
                  </a:lnTo>
                  <a:lnTo>
                    <a:pt x="1280967" y="88379"/>
                  </a:lnTo>
                  <a:lnTo>
                    <a:pt x="1312555" y="79849"/>
                  </a:lnTo>
                  <a:lnTo>
                    <a:pt x="1344248" y="71714"/>
                  </a:lnTo>
                  <a:lnTo>
                    <a:pt x="1376040" y="63977"/>
                  </a:lnTo>
                  <a:lnTo>
                    <a:pt x="1407926" y="56637"/>
                  </a:lnTo>
                  <a:lnTo>
                    <a:pt x="1439901" y="49698"/>
                  </a:lnTo>
                  <a:lnTo>
                    <a:pt x="1471961" y="43159"/>
                  </a:lnTo>
                  <a:lnTo>
                    <a:pt x="1504101" y="37022"/>
                  </a:lnTo>
                  <a:lnTo>
                    <a:pt x="1536314" y="31287"/>
                  </a:lnTo>
                  <a:lnTo>
                    <a:pt x="1568597" y="25956"/>
                  </a:lnTo>
                  <a:lnTo>
                    <a:pt x="1600944" y="21030"/>
                  </a:lnTo>
                  <a:lnTo>
                    <a:pt x="1633350" y="16508"/>
                  </a:lnTo>
                  <a:lnTo>
                    <a:pt x="1665810" y="12392"/>
                  </a:lnTo>
                  <a:lnTo>
                    <a:pt x="1698319" y="8683"/>
                  </a:lnTo>
                  <a:lnTo>
                    <a:pt x="1730872" y="5381"/>
                  </a:lnTo>
                  <a:lnTo>
                    <a:pt x="1763464" y="2486"/>
                  </a:lnTo>
                  <a:lnTo>
                    <a:pt x="1796089" y="0"/>
                  </a:lnTo>
                  <a:lnTo>
                    <a:pt x="1798600" y="35912"/>
                  </a:lnTo>
                  <a:lnTo>
                    <a:pt x="1801112" y="71824"/>
                  </a:lnTo>
                  <a:lnTo>
                    <a:pt x="1803623" y="107736"/>
                  </a:lnTo>
                  <a:lnTo>
                    <a:pt x="1772345" y="110120"/>
                  </a:lnTo>
                  <a:lnTo>
                    <a:pt x="1741099" y="112895"/>
                  </a:lnTo>
                  <a:lnTo>
                    <a:pt x="1709891" y="116061"/>
                  </a:lnTo>
                  <a:lnTo>
                    <a:pt x="1678725" y="119617"/>
                  </a:lnTo>
                  <a:lnTo>
                    <a:pt x="1647605" y="123563"/>
                  </a:lnTo>
                  <a:lnTo>
                    <a:pt x="1616537" y="127898"/>
                  </a:lnTo>
                  <a:lnTo>
                    <a:pt x="1585526" y="132621"/>
                  </a:lnTo>
                  <a:lnTo>
                    <a:pt x="1554577" y="137732"/>
                  </a:lnTo>
                  <a:lnTo>
                    <a:pt x="1523694" y="143230"/>
                  </a:lnTo>
                  <a:lnTo>
                    <a:pt x="1492882" y="149113"/>
                  </a:lnTo>
                  <a:lnTo>
                    <a:pt x="1462146" y="155382"/>
                  </a:lnTo>
                  <a:lnTo>
                    <a:pt x="1431491" y="162035"/>
                  </a:lnTo>
                  <a:lnTo>
                    <a:pt x="1400922" y="169071"/>
                  </a:lnTo>
                  <a:lnTo>
                    <a:pt x="1370443" y="176489"/>
                  </a:lnTo>
                  <a:lnTo>
                    <a:pt x="1340059" y="184288"/>
                  </a:lnTo>
                  <a:lnTo>
                    <a:pt x="1309775" y="192466"/>
                  </a:lnTo>
                  <a:lnTo>
                    <a:pt x="1279596" y="201022"/>
                  </a:lnTo>
                  <a:lnTo>
                    <a:pt x="1249527" y="209956"/>
                  </a:lnTo>
                  <a:lnTo>
                    <a:pt x="1219571" y="219265"/>
                  </a:lnTo>
                  <a:lnTo>
                    <a:pt x="1189735" y="228948"/>
                  </a:lnTo>
                  <a:lnTo>
                    <a:pt x="1160021" y="239004"/>
                  </a:lnTo>
                  <a:lnTo>
                    <a:pt x="1130436" y="249430"/>
                  </a:lnTo>
                  <a:lnTo>
                    <a:pt x="1100984" y="260227"/>
                  </a:lnTo>
                  <a:lnTo>
                    <a:pt x="1071669" y="271390"/>
                  </a:lnTo>
                  <a:lnTo>
                    <a:pt x="1042496" y="282920"/>
                  </a:lnTo>
                  <a:lnTo>
                    <a:pt x="1013470" y="294814"/>
                  </a:lnTo>
                  <a:lnTo>
                    <a:pt x="984595" y="307070"/>
                  </a:lnTo>
                  <a:lnTo>
                    <a:pt x="955875" y="319686"/>
                  </a:lnTo>
                  <a:lnTo>
                    <a:pt x="927316" y="332661"/>
                  </a:lnTo>
                  <a:lnTo>
                    <a:pt x="898921" y="345992"/>
                  </a:lnTo>
                  <a:lnTo>
                    <a:pt x="870695" y="359677"/>
                  </a:lnTo>
                  <a:lnTo>
                    <a:pt x="842642" y="373715"/>
                  </a:lnTo>
                  <a:lnTo>
                    <a:pt x="814768" y="388102"/>
                  </a:lnTo>
                  <a:lnTo>
                    <a:pt x="787075" y="402837"/>
                  </a:lnTo>
                  <a:lnTo>
                    <a:pt x="759570" y="417918"/>
                  </a:lnTo>
                  <a:lnTo>
                    <a:pt x="732255" y="433341"/>
                  </a:lnTo>
                  <a:lnTo>
                    <a:pt x="705135" y="449105"/>
                  </a:lnTo>
                  <a:lnTo>
                    <a:pt x="678214" y="465207"/>
                  </a:lnTo>
                  <a:lnTo>
                    <a:pt x="651497" y="481644"/>
                  </a:lnTo>
                  <a:lnTo>
                    <a:pt x="624988" y="498415"/>
                  </a:lnTo>
                  <a:lnTo>
                    <a:pt x="598691" y="515516"/>
                  </a:lnTo>
                  <a:lnTo>
                    <a:pt x="572610" y="532945"/>
                  </a:lnTo>
                  <a:lnTo>
                    <a:pt x="546748" y="550698"/>
                  </a:lnTo>
                  <a:lnTo>
                    <a:pt x="521112" y="568774"/>
                  </a:lnTo>
                  <a:lnTo>
                    <a:pt x="495703" y="587170"/>
                  </a:lnTo>
                  <a:lnTo>
                    <a:pt x="470526" y="605881"/>
                  </a:lnTo>
                  <a:lnTo>
                    <a:pt x="445586" y="624907"/>
                  </a:lnTo>
                  <a:lnTo>
                    <a:pt x="420885" y="644242"/>
                  </a:lnTo>
                  <a:lnTo>
                    <a:pt x="396429" y="663886"/>
                  </a:lnTo>
                  <a:lnTo>
                    <a:pt x="372220" y="683834"/>
                  </a:lnTo>
                  <a:lnTo>
                    <a:pt x="348262" y="704083"/>
                  </a:lnTo>
                  <a:lnTo>
                    <a:pt x="324560" y="724630"/>
                  </a:lnTo>
                  <a:lnTo>
                    <a:pt x="301117" y="745473"/>
                  </a:lnTo>
                  <a:lnTo>
                    <a:pt x="277936" y="766607"/>
                  </a:lnTo>
                  <a:lnTo>
                    <a:pt x="255022" y="788029"/>
                  </a:lnTo>
                  <a:lnTo>
                    <a:pt x="232377" y="809737"/>
                  </a:lnTo>
                  <a:lnTo>
                    <a:pt x="210006" y="831726"/>
                  </a:lnTo>
                  <a:lnTo>
                    <a:pt x="187912" y="853994"/>
                  </a:lnTo>
                  <a:lnTo>
                    <a:pt x="166098" y="876536"/>
                  </a:lnTo>
                  <a:lnTo>
                    <a:pt x="144568" y="899349"/>
                  </a:lnTo>
                  <a:lnTo>
                    <a:pt x="123325" y="922430"/>
                  </a:lnTo>
                  <a:lnTo>
                    <a:pt x="102373" y="945775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2593502" y="820439"/>
              <a:ext cx="1803623" cy="969380"/>
            </a:xfrm>
            <a:custGeom>
              <a:avLst/>
              <a:pathLst>
                <a:path w="1803623" h="969380">
                  <a:moveTo>
                    <a:pt x="81714" y="969380"/>
                  </a:moveTo>
                  <a:lnTo>
                    <a:pt x="54476" y="945841"/>
                  </a:lnTo>
                  <a:lnTo>
                    <a:pt x="27238" y="922302"/>
                  </a:lnTo>
                  <a:lnTo>
                    <a:pt x="0" y="898763"/>
                  </a:lnTo>
                  <a:lnTo>
                    <a:pt x="21548" y="874141"/>
                  </a:lnTo>
                  <a:lnTo>
                    <a:pt x="43403" y="849790"/>
                  </a:lnTo>
                  <a:lnTo>
                    <a:pt x="65561" y="825715"/>
                  </a:lnTo>
                  <a:lnTo>
                    <a:pt x="88019" y="801919"/>
                  </a:lnTo>
                  <a:lnTo>
                    <a:pt x="110773" y="778406"/>
                  </a:lnTo>
                  <a:lnTo>
                    <a:pt x="133819" y="755179"/>
                  </a:lnTo>
                  <a:lnTo>
                    <a:pt x="157154" y="732243"/>
                  </a:lnTo>
                  <a:lnTo>
                    <a:pt x="180774" y="709600"/>
                  </a:lnTo>
                  <a:lnTo>
                    <a:pt x="204675" y="687255"/>
                  </a:lnTo>
                  <a:lnTo>
                    <a:pt x="228854" y="665210"/>
                  </a:lnTo>
                  <a:lnTo>
                    <a:pt x="253308" y="643470"/>
                  </a:lnTo>
                  <a:lnTo>
                    <a:pt x="278031" y="622037"/>
                  </a:lnTo>
                  <a:lnTo>
                    <a:pt x="303020" y="600915"/>
                  </a:lnTo>
                  <a:lnTo>
                    <a:pt x="328272" y="580108"/>
                  </a:lnTo>
                  <a:lnTo>
                    <a:pt x="353782" y="559619"/>
                  </a:lnTo>
                  <a:lnTo>
                    <a:pt x="379547" y="539450"/>
                  </a:lnTo>
                  <a:lnTo>
                    <a:pt x="405562" y="519605"/>
                  </a:lnTo>
                  <a:lnTo>
                    <a:pt x="431823" y="500087"/>
                  </a:lnTo>
                  <a:lnTo>
                    <a:pt x="458326" y="480899"/>
                  </a:lnTo>
                  <a:lnTo>
                    <a:pt x="485068" y="462045"/>
                  </a:lnTo>
                  <a:lnTo>
                    <a:pt x="512043" y="443526"/>
                  </a:lnTo>
                  <a:lnTo>
                    <a:pt x="539248" y="425347"/>
                  </a:lnTo>
                  <a:lnTo>
                    <a:pt x="566678" y="407509"/>
                  </a:lnTo>
                  <a:lnTo>
                    <a:pt x="594329" y="390016"/>
                  </a:lnTo>
                  <a:lnTo>
                    <a:pt x="622197" y="372870"/>
                  </a:lnTo>
                  <a:lnTo>
                    <a:pt x="650277" y="356074"/>
                  </a:lnTo>
                  <a:lnTo>
                    <a:pt x="678566" y="339631"/>
                  </a:lnTo>
                  <a:lnTo>
                    <a:pt x="707057" y="323543"/>
                  </a:lnTo>
                  <a:lnTo>
                    <a:pt x="735748" y="307813"/>
                  </a:lnTo>
                  <a:lnTo>
                    <a:pt x="764634" y="292444"/>
                  </a:lnTo>
                  <a:lnTo>
                    <a:pt x="793709" y="277436"/>
                  </a:lnTo>
                  <a:lnTo>
                    <a:pt x="822970" y="262794"/>
                  </a:lnTo>
                  <a:lnTo>
                    <a:pt x="852412" y="248519"/>
                  </a:lnTo>
                  <a:lnTo>
                    <a:pt x="882030" y="234614"/>
                  </a:lnTo>
                  <a:lnTo>
                    <a:pt x="911820" y="221080"/>
                  </a:lnTo>
                  <a:lnTo>
                    <a:pt x="941777" y="207920"/>
                  </a:lnTo>
                  <a:lnTo>
                    <a:pt x="971896" y="195136"/>
                  </a:lnTo>
                  <a:lnTo>
                    <a:pt x="1002173" y="182730"/>
                  </a:lnTo>
                  <a:lnTo>
                    <a:pt x="1032603" y="170704"/>
                  </a:lnTo>
                  <a:lnTo>
                    <a:pt x="1063180" y="159059"/>
                  </a:lnTo>
                  <a:lnTo>
                    <a:pt x="1093901" y="147798"/>
                  </a:lnTo>
                  <a:lnTo>
                    <a:pt x="1124761" y="136922"/>
                  </a:lnTo>
                  <a:lnTo>
                    <a:pt x="1155754" y="126433"/>
                  </a:lnTo>
                  <a:lnTo>
                    <a:pt x="1186876" y="116333"/>
                  </a:lnTo>
                  <a:lnTo>
                    <a:pt x="1218122" y="106623"/>
                  </a:lnTo>
                  <a:lnTo>
                    <a:pt x="1249487" y="97304"/>
                  </a:lnTo>
                  <a:lnTo>
                    <a:pt x="1280967" y="88379"/>
                  </a:lnTo>
                  <a:lnTo>
                    <a:pt x="1312555" y="79849"/>
                  </a:lnTo>
                  <a:lnTo>
                    <a:pt x="1344248" y="71714"/>
                  </a:lnTo>
                  <a:lnTo>
                    <a:pt x="1376040" y="63977"/>
                  </a:lnTo>
                  <a:lnTo>
                    <a:pt x="1407926" y="56637"/>
                  </a:lnTo>
                  <a:lnTo>
                    <a:pt x="1439901" y="49698"/>
                  </a:lnTo>
                  <a:lnTo>
                    <a:pt x="1471961" y="43159"/>
                  </a:lnTo>
                  <a:lnTo>
                    <a:pt x="1504101" y="37022"/>
                  </a:lnTo>
                  <a:lnTo>
                    <a:pt x="1536314" y="31287"/>
                  </a:lnTo>
                  <a:lnTo>
                    <a:pt x="1568597" y="25956"/>
                  </a:lnTo>
                  <a:lnTo>
                    <a:pt x="1600944" y="21030"/>
                  </a:lnTo>
                  <a:lnTo>
                    <a:pt x="1633350" y="16508"/>
                  </a:lnTo>
                  <a:lnTo>
                    <a:pt x="1665810" y="12392"/>
                  </a:lnTo>
                  <a:lnTo>
                    <a:pt x="1698319" y="8683"/>
                  </a:lnTo>
                  <a:lnTo>
                    <a:pt x="1730872" y="5381"/>
                  </a:lnTo>
                  <a:lnTo>
                    <a:pt x="1763464" y="2486"/>
                  </a:lnTo>
                  <a:lnTo>
                    <a:pt x="1796089" y="0"/>
                  </a:lnTo>
                  <a:lnTo>
                    <a:pt x="1798600" y="35912"/>
                  </a:lnTo>
                  <a:lnTo>
                    <a:pt x="1801112" y="71824"/>
                  </a:lnTo>
                  <a:lnTo>
                    <a:pt x="1803623" y="107736"/>
                  </a:lnTo>
                  <a:lnTo>
                    <a:pt x="1772345" y="110120"/>
                  </a:lnTo>
                  <a:lnTo>
                    <a:pt x="1741099" y="112895"/>
                  </a:lnTo>
                  <a:lnTo>
                    <a:pt x="1709891" y="116061"/>
                  </a:lnTo>
                  <a:lnTo>
                    <a:pt x="1678725" y="119617"/>
                  </a:lnTo>
                  <a:lnTo>
                    <a:pt x="1647605" y="123563"/>
                  </a:lnTo>
                  <a:lnTo>
                    <a:pt x="1616537" y="127898"/>
                  </a:lnTo>
                  <a:lnTo>
                    <a:pt x="1585526" y="132621"/>
                  </a:lnTo>
                  <a:lnTo>
                    <a:pt x="1554577" y="137732"/>
                  </a:lnTo>
                  <a:lnTo>
                    <a:pt x="1523694" y="143230"/>
                  </a:lnTo>
                  <a:lnTo>
                    <a:pt x="1492882" y="149113"/>
                  </a:lnTo>
                  <a:lnTo>
                    <a:pt x="1462146" y="155382"/>
                  </a:lnTo>
                  <a:lnTo>
                    <a:pt x="1431491" y="162035"/>
                  </a:lnTo>
                  <a:lnTo>
                    <a:pt x="1400922" y="169071"/>
                  </a:lnTo>
                  <a:lnTo>
                    <a:pt x="1370443" y="176489"/>
                  </a:lnTo>
                  <a:lnTo>
                    <a:pt x="1340059" y="184288"/>
                  </a:lnTo>
                  <a:lnTo>
                    <a:pt x="1309775" y="192466"/>
                  </a:lnTo>
                  <a:lnTo>
                    <a:pt x="1279596" y="201022"/>
                  </a:lnTo>
                  <a:lnTo>
                    <a:pt x="1249527" y="209956"/>
                  </a:lnTo>
                  <a:lnTo>
                    <a:pt x="1219571" y="219265"/>
                  </a:lnTo>
                  <a:lnTo>
                    <a:pt x="1189735" y="228948"/>
                  </a:lnTo>
                  <a:lnTo>
                    <a:pt x="1160021" y="239004"/>
                  </a:lnTo>
                  <a:lnTo>
                    <a:pt x="1130436" y="249430"/>
                  </a:lnTo>
                  <a:lnTo>
                    <a:pt x="1100984" y="260227"/>
                  </a:lnTo>
                  <a:lnTo>
                    <a:pt x="1071669" y="271390"/>
                  </a:lnTo>
                  <a:lnTo>
                    <a:pt x="1042496" y="282920"/>
                  </a:lnTo>
                  <a:lnTo>
                    <a:pt x="1013470" y="294814"/>
                  </a:lnTo>
                  <a:lnTo>
                    <a:pt x="984595" y="307070"/>
                  </a:lnTo>
                  <a:lnTo>
                    <a:pt x="955875" y="319686"/>
                  </a:lnTo>
                  <a:lnTo>
                    <a:pt x="927316" y="332661"/>
                  </a:lnTo>
                  <a:lnTo>
                    <a:pt x="898921" y="345992"/>
                  </a:lnTo>
                  <a:lnTo>
                    <a:pt x="870695" y="359677"/>
                  </a:lnTo>
                  <a:lnTo>
                    <a:pt x="842642" y="373715"/>
                  </a:lnTo>
                  <a:lnTo>
                    <a:pt x="814768" y="388102"/>
                  </a:lnTo>
                  <a:lnTo>
                    <a:pt x="787075" y="402837"/>
                  </a:lnTo>
                  <a:lnTo>
                    <a:pt x="759570" y="417918"/>
                  </a:lnTo>
                  <a:lnTo>
                    <a:pt x="732255" y="433341"/>
                  </a:lnTo>
                  <a:lnTo>
                    <a:pt x="705135" y="449105"/>
                  </a:lnTo>
                  <a:lnTo>
                    <a:pt x="678214" y="465207"/>
                  </a:lnTo>
                  <a:lnTo>
                    <a:pt x="651497" y="481644"/>
                  </a:lnTo>
                  <a:lnTo>
                    <a:pt x="624988" y="498415"/>
                  </a:lnTo>
                  <a:lnTo>
                    <a:pt x="598691" y="515516"/>
                  </a:lnTo>
                  <a:lnTo>
                    <a:pt x="572610" y="532945"/>
                  </a:lnTo>
                  <a:lnTo>
                    <a:pt x="546748" y="550698"/>
                  </a:lnTo>
                  <a:lnTo>
                    <a:pt x="521112" y="568774"/>
                  </a:lnTo>
                  <a:lnTo>
                    <a:pt x="495703" y="587170"/>
                  </a:lnTo>
                  <a:lnTo>
                    <a:pt x="470526" y="605881"/>
                  </a:lnTo>
                  <a:lnTo>
                    <a:pt x="445586" y="624907"/>
                  </a:lnTo>
                  <a:lnTo>
                    <a:pt x="420885" y="644242"/>
                  </a:lnTo>
                  <a:lnTo>
                    <a:pt x="396429" y="663886"/>
                  </a:lnTo>
                  <a:lnTo>
                    <a:pt x="372220" y="683834"/>
                  </a:lnTo>
                  <a:lnTo>
                    <a:pt x="348262" y="704083"/>
                  </a:lnTo>
                  <a:lnTo>
                    <a:pt x="324560" y="724630"/>
                  </a:lnTo>
                  <a:lnTo>
                    <a:pt x="301117" y="745473"/>
                  </a:lnTo>
                  <a:lnTo>
                    <a:pt x="277936" y="766607"/>
                  </a:lnTo>
                  <a:lnTo>
                    <a:pt x="255022" y="788029"/>
                  </a:lnTo>
                  <a:lnTo>
                    <a:pt x="232377" y="809737"/>
                  </a:lnTo>
                  <a:lnTo>
                    <a:pt x="210006" y="831726"/>
                  </a:lnTo>
                  <a:lnTo>
                    <a:pt x="187912" y="853994"/>
                  </a:lnTo>
                  <a:lnTo>
                    <a:pt x="166098" y="876536"/>
                  </a:lnTo>
                  <a:lnTo>
                    <a:pt x="144568" y="899349"/>
                  </a:lnTo>
                  <a:lnTo>
                    <a:pt x="123325" y="922430"/>
                  </a:lnTo>
                  <a:lnTo>
                    <a:pt x="102373" y="945775"/>
                  </a:lnTo>
                  <a:close/>
                </a:path>
              </a:pathLst>
            </a:custGeom>
            <a:solidFill>
              <a:srgbClr val="6358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5309410" y="1221760"/>
              <a:ext cx="1709367" cy="2318719"/>
            </a:xfrm>
            <a:custGeom>
              <a:avLst/>
              <a:pathLst>
                <a:path w="1709367" h="2318719">
                  <a:moveTo>
                    <a:pt x="318529" y="0"/>
                  </a:moveTo>
                  <a:lnTo>
                    <a:pt x="295987" y="47735"/>
                  </a:lnTo>
                  <a:lnTo>
                    <a:pt x="274272" y="94976"/>
                  </a:lnTo>
                  <a:lnTo>
                    <a:pt x="253385" y="141721"/>
                  </a:lnTo>
                  <a:lnTo>
                    <a:pt x="233324" y="187972"/>
                  </a:lnTo>
                  <a:lnTo>
                    <a:pt x="214091" y="233727"/>
                  </a:lnTo>
                  <a:lnTo>
                    <a:pt x="195685" y="278986"/>
                  </a:lnTo>
                  <a:lnTo>
                    <a:pt x="178106" y="323751"/>
                  </a:lnTo>
                  <a:lnTo>
                    <a:pt x="161354" y="368020"/>
                  </a:lnTo>
                  <a:lnTo>
                    <a:pt x="145429" y="411794"/>
                  </a:lnTo>
                  <a:lnTo>
                    <a:pt x="130331" y="455073"/>
                  </a:lnTo>
                  <a:lnTo>
                    <a:pt x="116060" y="497857"/>
                  </a:lnTo>
                  <a:lnTo>
                    <a:pt x="102616" y="540145"/>
                  </a:lnTo>
                  <a:lnTo>
                    <a:pt x="90000" y="581939"/>
                  </a:lnTo>
                  <a:lnTo>
                    <a:pt x="78210" y="623237"/>
                  </a:lnTo>
                  <a:lnTo>
                    <a:pt x="67247" y="664039"/>
                  </a:lnTo>
                  <a:lnTo>
                    <a:pt x="57112" y="704347"/>
                  </a:lnTo>
                  <a:lnTo>
                    <a:pt x="47804" y="744159"/>
                  </a:lnTo>
                  <a:lnTo>
                    <a:pt x="39322" y="783477"/>
                  </a:lnTo>
                  <a:lnTo>
                    <a:pt x="31668" y="822299"/>
                  </a:lnTo>
                  <a:lnTo>
                    <a:pt x="24841" y="860625"/>
                  </a:lnTo>
                  <a:lnTo>
                    <a:pt x="18841" y="898457"/>
                  </a:lnTo>
                  <a:lnTo>
                    <a:pt x="13668" y="935793"/>
                  </a:lnTo>
                  <a:lnTo>
                    <a:pt x="9322" y="972634"/>
                  </a:lnTo>
                  <a:lnTo>
                    <a:pt x="5804" y="1008980"/>
                  </a:lnTo>
                  <a:lnTo>
                    <a:pt x="3112" y="1044831"/>
                  </a:lnTo>
                  <a:lnTo>
                    <a:pt x="1247" y="1080186"/>
                  </a:lnTo>
                  <a:lnTo>
                    <a:pt x="210" y="1115046"/>
                  </a:lnTo>
                  <a:lnTo>
                    <a:pt x="0" y="1149411"/>
                  </a:lnTo>
                  <a:lnTo>
                    <a:pt x="616" y="1183281"/>
                  </a:lnTo>
                  <a:lnTo>
                    <a:pt x="2060" y="1216656"/>
                  </a:lnTo>
                  <a:lnTo>
                    <a:pt x="4331" y="1249535"/>
                  </a:lnTo>
                  <a:lnTo>
                    <a:pt x="7429" y="1281919"/>
                  </a:lnTo>
                  <a:lnTo>
                    <a:pt x="11354" y="1313808"/>
                  </a:lnTo>
                  <a:lnTo>
                    <a:pt x="16106" y="1345202"/>
                  </a:lnTo>
                  <a:lnTo>
                    <a:pt x="21685" y="1376100"/>
                  </a:lnTo>
                  <a:lnTo>
                    <a:pt x="28091" y="1406503"/>
                  </a:lnTo>
                  <a:lnTo>
                    <a:pt x="35324" y="1436411"/>
                  </a:lnTo>
                  <a:lnTo>
                    <a:pt x="43385" y="1465824"/>
                  </a:lnTo>
                  <a:lnTo>
                    <a:pt x="52272" y="1494742"/>
                  </a:lnTo>
                  <a:lnTo>
                    <a:pt x="61987" y="1523164"/>
                  </a:lnTo>
                  <a:lnTo>
                    <a:pt x="72529" y="1551091"/>
                  </a:lnTo>
                  <a:lnTo>
                    <a:pt x="83897" y="1578523"/>
                  </a:lnTo>
                  <a:lnTo>
                    <a:pt x="96093" y="1605460"/>
                  </a:lnTo>
                  <a:lnTo>
                    <a:pt x="109116" y="1631902"/>
                  </a:lnTo>
                  <a:lnTo>
                    <a:pt x="122966" y="1657848"/>
                  </a:lnTo>
                  <a:lnTo>
                    <a:pt x="137643" y="1683299"/>
                  </a:lnTo>
                  <a:lnTo>
                    <a:pt x="153147" y="1708255"/>
                  </a:lnTo>
                  <a:lnTo>
                    <a:pt x="169479" y="1732715"/>
                  </a:lnTo>
                  <a:lnTo>
                    <a:pt x="186637" y="1756681"/>
                  </a:lnTo>
                  <a:lnTo>
                    <a:pt x="204622" y="1780151"/>
                  </a:lnTo>
                  <a:lnTo>
                    <a:pt x="223435" y="1803126"/>
                  </a:lnTo>
                  <a:lnTo>
                    <a:pt x="243074" y="1825606"/>
                  </a:lnTo>
                  <a:lnTo>
                    <a:pt x="263541" y="1847590"/>
                  </a:lnTo>
                  <a:lnTo>
                    <a:pt x="284835" y="1869080"/>
                  </a:lnTo>
                  <a:lnTo>
                    <a:pt x="306955" y="1890074"/>
                  </a:lnTo>
                  <a:lnTo>
                    <a:pt x="329903" y="1910573"/>
                  </a:lnTo>
                  <a:lnTo>
                    <a:pt x="353678" y="1930577"/>
                  </a:lnTo>
                  <a:lnTo>
                    <a:pt x="378280" y="1950085"/>
                  </a:lnTo>
                  <a:lnTo>
                    <a:pt x="403710" y="1969098"/>
                  </a:lnTo>
                  <a:lnTo>
                    <a:pt x="429966" y="1987616"/>
                  </a:lnTo>
                  <a:lnTo>
                    <a:pt x="457049" y="2005639"/>
                  </a:lnTo>
                  <a:lnTo>
                    <a:pt x="484960" y="2023167"/>
                  </a:lnTo>
                  <a:lnTo>
                    <a:pt x="513697" y="2040199"/>
                  </a:lnTo>
                  <a:lnTo>
                    <a:pt x="543262" y="2056736"/>
                  </a:lnTo>
                  <a:lnTo>
                    <a:pt x="573653" y="2072778"/>
                  </a:lnTo>
                  <a:lnTo>
                    <a:pt x="604872" y="2088325"/>
                  </a:lnTo>
                  <a:lnTo>
                    <a:pt x="636918" y="2103377"/>
                  </a:lnTo>
                  <a:lnTo>
                    <a:pt x="669791" y="2117933"/>
                  </a:lnTo>
                  <a:lnTo>
                    <a:pt x="703491" y="2131994"/>
                  </a:lnTo>
                  <a:lnTo>
                    <a:pt x="738018" y="2145560"/>
                  </a:lnTo>
                  <a:lnTo>
                    <a:pt x="773372" y="2158631"/>
                  </a:lnTo>
                  <a:lnTo>
                    <a:pt x="809553" y="2171206"/>
                  </a:lnTo>
                  <a:lnTo>
                    <a:pt x="846561" y="2183286"/>
                  </a:lnTo>
                  <a:lnTo>
                    <a:pt x="884397" y="2194871"/>
                  </a:lnTo>
                  <a:lnTo>
                    <a:pt x="923059" y="2205961"/>
                  </a:lnTo>
                  <a:lnTo>
                    <a:pt x="962549" y="2216556"/>
                  </a:lnTo>
                  <a:lnTo>
                    <a:pt x="1002865" y="2226655"/>
                  </a:lnTo>
                  <a:lnTo>
                    <a:pt x="1044009" y="2236259"/>
                  </a:lnTo>
                  <a:lnTo>
                    <a:pt x="1085980" y="2245368"/>
                  </a:lnTo>
                  <a:lnTo>
                    <a:pt x="1128778" y="2253982"/>
                  </a:lnTo>
                  <a:lnTo>
                    <a:pt x="1172403" y="2262100"/>
                  </a:lnTo>
                  <a:lnTo>
                    <a:pt x="1216855" y="2269724"/>
                  </a:lnTo>
                  <a:lnTo>
                    <a:pt x="1262134" y="2276852"/>
                  </a:lnTo>
                  <a:lnTo>
                    <a:pt x="1308240" y="2283484"/>
                  </a:lnTo>
                  <a:lnTo>
                    <a:pt x="1355174" y="2289622"/>
                  </a:lnTo>
                  <a:lnTo>
                    <a:pt x="1402934" y="2295264"/>
                  </a:lnTo>
                  <a:lnTo>
                    <a:pt x="1451521" y="2300412"/>
                  </a:lnTo>
                  <a:lnTo>
                    <a:pt x="1500936" y="2305064"/>
                  </a:lnTo>
                  <a:lnTo>
                    <a:pt x="1551178" y="2309220"/>
                  </a:lnTo>
                  <a:lnTo>
                    <a:pt x="1602246" y="2312882"/>
                  </a:lnTo>
                  <a:lnTo>
                    <a:pt x="1654142" y="2316048"/>
                  </a:lnTo>
                  <a:lnTo>
                    <a:pt x="1706865" y="2318719"/>
                  </a:lnTo>
                  <a:lnTo>
                    <a:pt x="1708604" y="2269886"/>
                  </a:lnTo>
                  <a:lnTo>
                    <a:pt x="1709367" y="2221028"/>
                  </a:lnTo>
                  <a:lnTo>
                    <a:pt x="1709155" y="2172164"/>
                  </a:lnTo>
                  <a:lnTo>
                    <a:pt x="1707966" y="2123315"/>
                  </a:lnTo>
                  <a:lnTo>
                    <a:pt x="1705803" y="2074498"/>
                  </a:lnTo>
                  <a:lnTo>
                    <a:pt x="1702665" y="2025735"/>
                  </a:lnTo>
                  <a:lnTo>
                    <a:pt x="1645100" y="2029738"/>
                  </a:lnTo>
                  <a:lnTo>
                    <a:pt x="1588598" y="2033105"/>
                  </a:lnTo>
                  <a:lnTo>
                    <a:pt x="1533160" y="2035834"/>
                  </a:lnTo>
                  <a:lnTo>
                    <a:pt x="1478785" y="2037927"/>
                  </a:lnTo>
                  <a:lnTo>
                    <a:pt x="1425474" y="2039383"/>
                  </a:lnTo>
                  <a:lnTo>
                    <a:pt x="1373227" y="2040202"/>
                  </a:lnTo>
                  <a:lnTo>
                    <a:pt x="1322043" y="2040384"/>
                  </a:lnTo>
                  <a:lnTo>
                    <a:pt x="1271923" y="2039929"/>
                  </a:lnTo>
                  <a:lnTo>
                    <a:pt x="1222866" y="2038838"/>
                  </a:lnTo>
                  <a:lnTo>
                    <a:pt x="1174873" y="2037109"/>
                  </a:lnTo>
                  <a:lnTo>
                    <a:pt x="1127944" y="2034744"/>
                  </a:lnTo>
                  <a:lnTo>
                    <a:pt x="1082078" y="2031742"/>
                  </a:lnTo>
                  <a:lnTo>
                    <a:pt x="1037275" y="2028104"/>
                  </a:lnTo>
                  <a:lnTo>
                    <a:pt x="993537" y="2023828"/>
                  </a:lnTo>
                  <a:lnTo>
                    <a:pt x="950862" y="2018916"/>
                  </a:lnTo>
                  <a:lnTo>
                    <a:pt x="909250" y="2013367"/>
                  </a:lnTo>
                  <a:lnTo>
                    <a:pt x="868702" y="2007181"/>
                  </a:lnTo>
                  <a:lnTo>
                    <a:pt x="829217" y="2000358"/>
                  </a:lnTo>
                  <a:lnTo>
                    <a:pt x="790796" y="1992898"/>
                  </a:lnTo>
                  <a:lnTo>
                    <a:pt x="753439" y="1984802"/>
                  </a:lnTo>
                  <a:lnTo>
                    <a:pt x="717145" y="1976069"/>
                  </a:lnTo>
                  <a:lnTo>
                    <a:pt x="681915" y="1966699"/>
                  </a:lnTo>
                  <a:lnTo>
                    <a:pt x="647749" y="1956692"/>
                  </a:lnTo>
                  <a:lnTo>
                    <a:pt x="614646" y="1946048"/>
                  </a:lnTo>
                  <a:lnTo>
                    <a:pt x="582606" y="1934768"/>
                  </a:lnTo>
                  <a:lnTo>
                    <a:pt x="551630" y="1922850"/>
                  </a:lnTo>
                  <a:lnTo>
                    <a:pt x="521718" y="1910296"/>
                  </a:lnTo>
                  <a:lnTo>
                    <a:pt x="492869" y="1897105"/>
                  </a:lnTo>
                  <a:lnTo>
                    <a:pt x="465084" y="1883277"/>
                  </a:lnTo>
                  <a:lnTo>
                    <a:pt x="438363" y="1868813"/>
                  </a:lnTo>
                  <a:lnTo>
                    <a:pt x="412705" y="1853711"/>
                  </a:lnTo>
                  <a:lnTo>
                    <a:pt x="388110" y="1837973"/>
                  </a:lnTo>
                  <a:lnTo>
                    <a:pt x="364579" y="1821598"/>
                  </a:lnTo>
                  <a:lnTo>
                    <a:pt x="342112" y="1804586"/>
                  </a:lnTo>
                  <a:lnTo>
                    <a:pt x="320708" y="1786938"/>
                  </a:lnTo>
                  <a:lnTo>
                    <a:pt x="300368" y="1768652"/>
                  </a:lnTo>
                  <a:lnTo>
                    <a:pt x="281092" y="1749730"/>
                  </a:lnTo>
                  <a:lnTo>
                    <a:pt x="262879" y="1730171"/>
                  </a:lnTo>
                  <a:lnTo>
                    <a:pt x="245729" y="1709975"/>
                  </a:lnTo>
                  <a:lnTo>
                    <a:pt x="229644" y="1689142"/>
                  </a:lnTo>
                  <a:lnTo>
                    <a:pt x="214621" y="1667672"/>
                  </a:lnTo>
                  <a:lnTo>
                    <a:pt x="200663" y="1645566"/>
                  </a:lnTo>
                  <a:lnTo>
                    <a:pt x="187768" y="1622823"/>
                  </a:lnTo>
                  <a:lnTo>
                    <a:pt x="175936" y="1599443"/>
                  </a:lnTo>
                  <a:lnTo>
                    <a:pt x="165168" y="1575426"/>
                  </a:lnTo>
                  <a:lnTo>
                    <a:pt x="155464" y="1550772"/>
                  </a:lnTo>
                  <a:lnTo>
                    <a:pt x="146823" y="1525482"/>
                  </a:lnTo>
                  <a:lnTo>
                    <a:pt x="139246" y="1499554"/>
                  </a:lnTo>
                  <a:lnTo>
                    <a:pt x="132732" y="1472990"/>
                  </a:lnTo>
                  <a:lnTo>
                    <a:pt x="127282" y="1445789"/>
                  </a:lnTo>
                  <a:lnTo>
                    <a:pt x="122895" y="1417952"/>
                  </a:lnTo>
                  <a:lnTo>
                    <a:pt x="119573" y="1389477"/>
                  </a:lnTo>
                  <a:lnTo>
                    <a:pt x="117313" y="1360366"/>
                  </a:lnTo>
                  <a:lnTo>
                    <a:pt x="116117" y="1330617"/>
                  </a:lnTo>
                  <a:lnTo>
                    <a:pt x="115985" y="1300232"/>
                  </a:lnTo>
                  <a:lnTo>
                    <a:pt x="116917" y="1269211"/>
                  </a:lnTo>
                  <a:lnTo>
                    <a:pt x="118912" y="1237552"/>
                  </a:lnTo>
                  <a:lnTo>
                    <a:pt x="121970" y="1205257"/>
                  </a:lnTo>
                  <a:lnTo>
                    <a:pt x="126092" y="1172324"/>
                  </a:lnTo>
                  <a:lnTo>
                    <a:pt x="131278" y="1138755"/>
                  </a:lnTo>
                  <a:lnTo>
                    <a:pt x="137527" y="1104549"/>
                  </a:lnTo>
                  <a:lnTo>
                    <a:pt x="144840" y="1069706"/>
                  </a:lnTo>
                  <a:lnTo>
                    <a:pt x="153216" y="1034227"/>
                  </a:lnTo>
                  <a:lnTo>
                    <a:pt x="162656" y="998111"/>
                  </a:lnTo>
                  <a:lnTo>
                    <a:pt x="173160" y="961357"/>
                  </a:lnTo>
                  <a:lnTo>
                    <a:pt x="184727" y="923967"/>
                  </a:lnTo>
                  <a:lnTo>
                    <a:pt x="197358" y="885941"/>
                  </a:lnTo>
                  <a:lnTo>
                    <a:pt x="211052" y="847277"/>
                  </a:lnTo>
                  <a:lnTo>
                    <a:pt x="225810" y="807976"/>
                  </a:lnTo>
                  <a:lnTo>
                    <a:pt x="241631" y="768039"/>
                  </a:lnTo>
                  <a:lnTo>
                    <a:pt x="258516" y="727465"/>
                  </a:lnTo>
                  <a:lnTo>
                    <a:pt x="276465" y="686254"/>
                  </a:lnTo>
                  <a:lnTo>
                    <a:pt x="295477" y="644406"/>
                  </a:lnTo>
                  <a:lnTo>
                    <a:pt x="315553" y="601922"/>
                  </a:lnTo>
                  <a:lnTo>
                    <a:pt x="336692" y="558801"/>
                  </a:lnTo>
                  <a:lnTo>
                    <a:pt x="358895" y="515042"/>
                  </a:lnTo>
                  <a:lnTo>
                    <a:pt x="382162" y="470647"/>
                  </a:lnTo>
                  <a:lnTo>
                    <a:pt x="406492" y="425616"/>
                  </a:lnTo>
                  <a:lnTo>
                    <a:pt x="431885" y="379947"/>
                  </a:lnTo>
                  <a:lnTo>
                    <a:pt x="458342" y="333642"/>
                  </a:lnTo>
                  <a:lnTo>
                    <a:pt x="485863" y="286699"/>
                  </a:lnTo>
                  <a:lnTo>
                    <a:pt x="514447" y="239120"/>
                  </a:lnTo>
                  <a:lnTo>
                    <a:pt x="544095" y="190904"/>
                  </a:lnTo>
                  <a:lnTo>
                    <a:pt x="574807" y="142052"/>
                  </a:lnTo>
                  <a:lnTo>
                    <a:pt x="533304" y="116259"/>
                  </a:lnTo>
                  <a:lnTo>
                    <a:pt x="491295" y="91301"/>
                  </a:lnTo>
                  <a:lnTo>
                    <a:pt x="448796" y="67186"/>
                  </a:lnTo>
                  <a:lnTo>
                    <a:pt x="405824" y="43925"/>
                  </a:lnTo>
                  <a:lnTo>
                    <a:pt x="362396" y="21526"/>
                  </a:lnTo>
                  <a:close/>
                </a:path>
              </a:pathLst>
            </a:custGeom>
            <a:solidFill>
              <a:srgbClr val="E06681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5025009" y="1150883"/>
              <a:ext cx="628903" cy="4545537"/>
            </a:xfrm>
            <a:custGeom>
              <a:avLst/>
              <a:pathLst>
                <a:path w="628903" h="4545537">
                  <a:moveTo>
                    <a:pt x="439794" y="0"/>
                  </a:moveTo>
                  <a:lnTo>
                    <a:pt x="425280" y="37345"/>
                  </a:lnTo>
                  <a:lnTo>
                    <a:pt x="411009" y="74689"/>
                  </a:lnTo>
                  <a:lnTo>
                    <a:pt x="396982" y="112032"/>
                  </a:lnTo>
                  <a:lnTo>
                    <a:pt x="383198" y="149373"/>
                  </a:lnTo>
                  <a:lnTo>
                    <a:pt x="369658" y="186712"/>
                  </a:lnTo>
                  <a:lnTo>
                    <a:pt x="356361" y="224051"/>
                  </a:lnTo>
                  <a:lnTo>
                    <a:pt x="343308" y="261387"/>
                  </a:lnTo>
                  <a:lnTo>
                    <a:pt x="330499" y="298723"/>
                  </a:lnTo>
                  <a:lnTo>
                    <a:pt x="317933" y="336057"/>
                  </a:lnTo>
                  <a:lnTo>
                    <a:pt x="305610" y="373389"/>
                  </a:lnTo>
                  <a:lnTo>
                    <a:pt x="293531" y="410720"/>
                  </a:lnTo>
                  <a:lnTo>
                    <a:pt x="281696" y="448050"/>
                  </a:lnTo>
                  <a:lnTo>
                    <a:pt x="270104" y="485378"/>
                  </a:lnTo>
                  <a:lnTo>
                    <a:pt x="258756" y="522705"/>
                  </a:lnTo>
                  <a:lnTo>
                    <a:pt x="247651" y="560030"/>
                  </a:lnTo>
                  <a:lnTo>
                    <a:pt x="236789" y="597354"/>
                  </a:lnTo>
                  <a:lnTo>
                    <a:pt x="226172" y="634677"/>
                  </a:lnTo>
                  <a:lnTo>
                    <a:pt x="215798" y="671998"/>
                  </a:lnTo>
                  <a:lnTo>
                    <a:pt x="205667" y="709317"/>
                  </a:lnTo>
                  <a:lnTo>
                    <a:pt x="195780" y="746635"/>
                  </a:lnTo>
                  <a:lnTo>
                    <a:pt x="186136" y="783952"/>
                  </a:lnTo>
                  <a:lnTo>
                    <a:pt x="176736" y="821267"/>
                  </a:lnTo>
                  <a:lnTo>
                    <a:pt x="167580" y="858581"/>
                  </a:lnTo>
                  <a:lnTo>
                    <a:pt x="158667" y="895894"/>
                  </a:lnTo>
                  <a:lnTo>
                    <a:pt x="149998" y="933205"/>
                  </a:lnTo>
                  <a:lnTo>
                    <a:pt x="141572" y="970514"/>
                  </a:lnTo>
                  <a:lnTo>
                    <a:pt x="133389" y="1007822"/>
                  </a:lnTo>
                  <a:lnTo>
                    <a:pt x="125451" y="1045129"/>
                  </a:lnTo>
                  <a:lnTo>
                    <a:pt x="117755" y="1082434"/>
                  </a:lnTo>
                  <a:lnTo>
                    <a:pt x="110304" y="1119738"/>
                  </a:lnTo>
                  <a:lnTo>
                    <a:pt x="103096" y="1157040"/>
                  </a:lnTo>
                  <a:lnTo>
                    <a:pt x="96131" y="1194341"/>
                  </a:lnTo>
                  <a:lnTo>
                    <a:pt x="89410" y="1231640"/>
                  </a:lnTo>
                  <a:lnTo>
                    <a:pt x="82932" y="1268938"/>
                  </a:lnTo>
                  <a:lnTo>
                    <a:pt x="76698" y="1306235"/>
                  </a:lnTo>
                  <a:lnTo>
                    <a:pt x="70708" y="1343530"/>
                  </a:lnTo>
                  <a:lnTo>
                    <a:pt x="64961" y="1380824"/>
                  </a:lnTo>
                  <a:lnTo>
                    <a:pt x="59458" y="1418116"/>
                  </a:lnTo>
                  <a:lnTo>
                    <a:pt x="54198" y="1455407"/>
                  </a:lnTo>
                  <a:lnTo>
                    <a:pt x="49182" y="1492696"/>
                  </a:lnTo>
                  <a:lnTo>
                    <a:pt x="44409" y="1529984"/>
                  </a:lnTo>
                  <a:lnTo>
                    <a:pt x="39880" y="1567271"/>
                  </a:lnTo>
                  <a:lnTo>
                    <a:pt x="35594" y="1604556"/>
                  </a:lnTo>
                  <a:lnTo>
                    <a:pt x="31552" y="1641840"/>
                  </a:lnTo>
                  <a:lnTo>
                    <a:pt x="27753" y="1679122"/>
                  </a:lnTo>
                  <a:lnTo>
                    <a:pt x="24198" y="1716403"/>
                  </a:lnTo>
                  <a:lnTo>
                    <a:pt x="20887" y="1753682"/>
                  </a:lnTo>
                  <a:lnTo>
                    <a:pt x="17819" y="1790960"/>
                  </a:lnTo>
                  <a:lnTo>
                    <a:pt x="14994" y="1828236"/>
                  </a:lnTo>
                  <a:lnTo>
                    <a:pt x="12414" y="1865511"/>
                  </a:lnTo>
                  <a:lnTo>
                    <a:pt x="10076" y="1902785"/>
                  </a:lnTo>
                  <a:lnTo>
                    <a:pt x="7982" y="1940057"/>
                  </a:lnTo>
                  <a:lnTo>
                    <a:pt x="6132" y="1977328"/>
                  </a:lnTo>
                  <a:lnTo>
                    <a:pt x="4525" y="2014597"/>
                  </a:lnTo>
                  <a:lnTo>
                    <a:pt x="3162" y="2051865"/>
                  </a:lnTo>
                  <a:lnTo>
                    <a:pt x="2043" y="2089131"/>
                  </a:lnTo>
                  <a:lnTo>
                    <a:pt x="1167" y="2126396"/>
                  </a:lnTo>
                  <a:lnTo>
                    <a:pt x="534" y="2163660"/>
                  </a:lnTo>
                  <a:lnTo>
                    <a:pt x="145" y="2200922"/>
                  </a:lnTo>
                  <a:lnTo>
                    <a:pt x="0" y="2238183"/>
                  </a:lnTo>
                  <a:lnTo>
                    <a:pt x="98" y="2275442"/>
                  </a:lnTo>
                  <a:lnTo>
                    <a:pt x="439" y="2312700"/>
                  </a:lnTo>
                  <a:lnTo>
                    <a:pt x="1024" y="2349956"/>
                  </a:lnTo>
                  <a:lnTo>
                    <a:pt x="1853" y="2387211"/>
                  </a:lnTo>
                  <a:lnTo>
                    <a:pt x="2925" y="2424465"/>
                  </a:lnTo>
                  <a:lnTo>
                    <a:pt x="4241" y="2461717"/>
                  </a:lnTo>
                  <a:lnTo>
                    <a:pt x="5800" y="2498967"/>
                  </a:lnTo>
                  <a:lnTo>
                    <a:pt x="7603" y="2536216"/>
                  </a:lnTo>
                  <a:lnTo>
                    <a:pt x="9650" y="2573464"/>
                  </a:lnTo>
                  <a:lnTo>
                    <a:pt x="11940" y="2610710"/>
                  </a:lnTo>
                  <a:lnTo>
                    <a:pt x="14473" y="2647955"/>
                  </a:lnTo>
                  <a:lnTo>
                    <a:pt x="17250" y="2685199"/>
                  </a:lnTo>
                  <a:lnTo>
                    <a:pt x="20271" y="2722441"/>
                  </a:lnTo>
                  <a:lnTo>
                    <a:pt x="23535" y="2759681"/>
                  </a:lnTo>
                  <a:lnTo>
                    <a:pt x="27042" y="2796920"/>
                  </a:lnTo>
                  <a:lnTo>
                    <a:pt x="30794" y="2834158"/>
                  </a:lnTo>
                  <a:lnTo>
                    <a:pt x="34788" y="2871394"/>
                  </a:lnTo>
                  <a:lnTo>
                    <a:pt x="39027" y="2908629"/>
                  </a:lnTo>
                  <a:lnTo>
                    <a:pt x="43508" y="2945862"/>
                  </a:lnTo>
                  <a:lnTo>
                    <a:pt x="48234" y="2983094"/>
                  </a:lnTo>
                  <a:lnTo>
                    <a:pt x="53203" y="3020325"/>
                  </a:lnTo>
                  <a:lnTo>
                    <a:pt x="58415" y="3057554"/>
                  </a:lnTo>
                  <a:lnTo>
                    <a:pt x="63871" y="3094781"/>
                  </a:lnTo>
                  <a:lnTo>
                    <a:pt x="69570" y="3132008"/>
                  </a:lnTo>
                  <a:lnTo>
                    <a:pt x="75514" y="3169232"/>
                  </a:lnTo>
                  <a:lnTo>
                    <a:pt x="81700" y="3206456"/>
                  </a:lnTo>
                  <a:lnTo>
                    <a:pt x="88130" y="3243677"/>
                  </a:lnTo>
                  <a:lnTo>
                    <a:pt x="94804" y="3280898"/>
                  </a:lnTo>
                  <a:lnTo>
                    <a:pt x="101721" y="3318117"/>
                  </a:lnTo>
                  <a:lnTo>
                    <a:pt x="108882" y="3355334"/>
                  </a:lnTo>
                  <a:lnTo>
                    <a:pt x="116286" y="3392551"/>
                  </a:lnTo>
                  <a:lnTo>
                    <a:pt x="123934" y="3429765"/>
                  </a:lnTo>
                  <a:lnTo>
                    <a:pt x="131825" y="3466978"/>
                  </a:lnTo>
                  <a:lnTo>
                    <a:pt x="139960" y="3504190"/>
                  </a:lnTo>
                  <a:lnTo>
                    <a:pt x="148339" y="3541401"/>
                  </a:lnTo>
                  <a:lnTo>
                    <a:pt x="156961" y="3578610"/>
                  </a:lnTo>
                  <a:lnTo>
                    <a:pt x="165826" y="3615817"/>
                  </a:lnTo>
                  <a:lnTo>
                    <a:pt x="174935" y="3653023"/>
                  </a:lnTo>
                  <a:lnTo>
                    <a:pt x="184288" y="3690228"/>
                  </a:lnTo>
                  <a:lnTo>
                    <a:pt x="193884" y="3727431"/>
                  </a:lnTo>
                  <a:lnTo>
                    <a:pt x="203724" y="3764633"/>
                  </a:lnTo>
                  <a:lnTo>
                    <a:pt x="213807" y="3801833"/>
                  </a:lnTo>
                  <a:lnTo>
                    <a:pt x="224134" y="3839032"/>
                  </a:lnTo>
                  <a:lnTo>
                    <a:pt x="234704" y="3876229"/>
                  </a:lnTo>
                  <a:lnTo>
                    <a:pt x="245518" y="3913425"/>
                  </a:lnTo>
                  <a:lnTo>
                    <a:pt x="256575" y="3950620"/>
                  </a:lnTo>
                  <a:lnTo>
                    <a:pt x="267876" y="3987813"/>
                  </a:lnTo>
                  <a:lnTo>
                    <a:pt x="279421" y="4025005"/>
                  </a:lnTo>
                  <a:lnTo>
                    <a:pt x="291209" y="4062195"/>
                  </a:lnTo>
                  <a:lnTo>
                    <a:pt x="303240" y="4099384"/>
                  </a:lnTo>
                  <a:lnTo>
                    <a:pt x="315515" y="4136571"/>
                  </a:lnTo>
                  <a:lnTo>
                    <a:pt x="328034" y="4173757"/>
                  </a:lnTo>
                  <a:lnTo>
                    <a:pt x="340796" y="4210941"/>
                  </a:lnTo>
                  <a:lnTo>
                    <a:pt x="353802" y="4248125"/>
                  </a:lnTo>
                  <a:lnTo>
                    <a:pt x="367051" y="4285306"/>
                  </a:lnTo>
                  <a:lnTo>
                    <a:pt x="380544" y="4322486"/>
                  </a:lnTo>
                  <a:lnTo>
                    <a:pt x="394280" y="4359665"/>
                  </a:lnTo>
                  <a:lnTo>
                    <a:pt x="408260" y="4396842"/>
                  </a:lnTo>
                  <a:lnTo>
                    <a:pt x="422484" y="4434018"/>
                  </a:lnTo>
                  <a:lnTo>
                    <a:pt x="436951" y="4471193"/>
                  </a:lnTo>
                  <a:lnTo>
                    <a:pt x="451661" y="4508366"/>
                  </a:lnTo>
                  <a:lnTo>
                    <a:pt x="466615" y="4545537"/>
                  </a:lnTo>
                  <a:lnTo>
                    <a:pt x="521294" y="4522585"/>
                  </a:lnTo>
                  <a:lnTo>
                    <a:pt x="575400" y="4498315"/>
                  </a:lnTo>
                  <a:lnTo>
                    <a:pt x="628903" y="4472740"/>
                  </a:lnTo>
                  <a:lnTo>
                    <a:pt x="611019" y="4436162"/>
                  </a:lnTo>
                  <a:lnTo>
                    <a:pt x="593433" y="4399583"/>
                  </a:lnTo>
                  <a:lnTo>
                    <a:pt x="576143" y="4363001"/>
                  </a:lnTo>
                  <a:lnTo>
                    <a:pt x="559151" y="4326418"/>
                  </a:lnTo>
                  <a:lnTo>
                    <a:pt x="542455" y="4289833"/>
                  </a:lnTo>
                  <a:lnTo>
                    <a:pt x="526056" y="4253246"/>
                  </a:lnTo>
                  <a:lnTo>
                    <a:pt x="509954" y="4216658"/>
                  </a:lnTo>
                  <a:lnTo>
                    <a:pt x="494149" y="4180067"/>
                  </a:lnTo>
                  <a:lnTo>
                    <a:pt x="478641" y="4143476"/>
                  </a:lnTo>
                  <a:lnTo>
                    <a:pt x="463430" y="4106882"/>
                  </a:lnTo>
                  <a:lnTo>
                    <a:pt x="448516" y="4070286"/>
                  </a:lnTo>
                  <a:lnTo>
                    <a:pt x="433899" y="4033689"/>
                  </a:lnTo>
                  <a:lnTo>
                    <a:pt x="419578" y="3997090"/>
                  </a:lnTo>
                  <a:lnTo>
                    <a:pt x="405555" y="3960489"/>
                  </a:lnTo>
                  <a:lnTo>
                    <a:pt x="391829" y="3923887"/>
                  </a:lnTo>
                  <a:lnTo>
                    <a:pt x="378399" y="3887283"/>
                  </a:lnTo>
                  <a:lnTo>
                    <a:pt x="365266" y="3850677"/>
                  </a:lnTo>
                  <a:lnTo>
                    <a:pt x="352431" y="3814069"/>
                  </a:lnTo>
                  <a:lnTo>
                    <a:pt x="339892" y="3777459"/>
                  </a:lnTo>
                  <a:lnTo>
                    <a:pt x="327650" y="3740848"/>
                  </a:lnTo>
                  <a:lnTo>
                    <a:pt x="315705" y="3704235"/>
                  </a:lnTo>
                  <a:lnTo>
                    <a:pt x="304057" y="3667620"/>
                  </a:lnTo>
                  <a:lnTo>
                    <a:pt x="292706" y="3631004"/>
                  </a:lnTo>
                  <a:lnTo>
                    <a:pt x="281652" y="3594386"/>
                  </a:lnTo>
                  <a:lnTo>
                    <a:pt x="270895" y="3557766"/>
                  </a:lnTo>
                  <a:lnTo>
                    <a:pt x="260434" y="3521144"/>
                  </a:lnTo>
                  <a:lnTo>
                    <a:pt x="250271" y="3484520"/>
                  </a:lnTo>
                  <a:lnTo>
                    <a:pt x="240404" y="3447895"/>
                  </a:lnTo>
                  <a:lnTo>
                    <a:pt x="230835" y="3411268"/>
                  </a:lnTo>
                  <a:lnTo>
                    <a:pt x="221562" y="3374639"/>
                  </a:lnTo>
                  <a:lnTo>
                    <a:pt x="212587" y="3338009"/>
                  </a:lnTo>
                  <a:lnTo>
                    <a:pt x="203908" y="3301377"/>
                  </a:lnTo>
                  <a:lnTo>
                    <a:pt x="195526" y="3264743"/>
                  </a:lnTo>
                  <a:lnTo>
                    <a:pt x="187441" y="3228107"/>
                  </a:lnTo>
                  <a:lnTo>
                    <a:pt x="179653" y="3191469"/>
                  </a:lnTo>
                  <a:lnTo>
                    <a:pt x="172162" y="3154830"/>
                  </a:lnTo>
                  <a:lnTo>
                    <a:pt x="164968" y="3118189"/>
                  </a:lnTo>
                  <a:lnTo>
                    <a:pt x="158071" y="3081546"/>
                  </a:lnTo>
                  <a:lnTo>
                    <a:pt x="151470" y="3044902"/>
                  </a:lnTo>
                  <a:lnTo>
                    <a:pt x="145167" y="3008255"/>
                  </a:lnTo>
                  <a:lnTo>
                    <a:pt x="139160" y="2971607"/>
                  </a:lnTo>
                  <a:lnTo>
                    <a:pt x="133451" y="2934958"/>
                  </a:lnTo>
                  <a:lnTo>
                    <a:pt x="128038" y="2898306"/>
                  </a:lnTo>
                  <a:lnTo>
                    <a:pt x="122923" y="2861653"/>
                  </a:lnTo>
                  <a:lnTo>
                    <a:pt x="118104" y="2824998"/>
                  </a:lnTo>
                  <a:lnTo>
                    <a:pt x="113582" y="2788341"/>
                  </a:lnTo>
                  <a:lnTo>
                    <a:pt x="109357" y="2751682"/>
                  </a:lnTo>
                  <a:lnTo>
                    <a:pt x="105429" y="2715022"/>
                  </a:lnTo>
                  <a:lnTo>
                    <a:pt x="101798" y="2678360"/>
                  </a:lnTo>
                  <a:lnTo>
                    <a:pt x="98464" y="2641696"/>
                  </a:lnTo>
                  <a:lnTo>
                    <a:pt x="95427" y="2605031"/>
                  </a:lnTo>
                  <a:lnTo>
                    <a:pt x="92686" y="2568363"/>
                  </a:lnTo>
                  <a:lnTo>
                    <a:pt x="90243" y="2531694"/>
                  </a:lnTo>
                  <a:lnTo>
                    <a:pt x="88097" y="2495024"/>
                  </a:lnTo>
                  <a:lnTo>
                    <a:pt x="86247" y="2458351"/>
                  </a:lnTo>
                  <a:lnTo>
                    <a:pt x="84694" y="2421677"/>
                  </a:lnTo>
                  <a:lnTo>
                    <a:pt x="83439" y="2385001"/>
                  </a:lnTo>
                  <a:lnTo>
                    <a:pt x="82480" y="2348323"/>
                  </a:lnTo>
                  <a:lnTo>
                    <a:pt x="81818" y="2311643"/>
                  </a:lnTo>
                  <a:lnTo>
                    <a:pt x="81453" y="2274962"/>
                  </a:lnTo>
                  <a:lnTo>
                    <a:pt x="81385" y="2238279"/>
                  </a:lnTo>
                  <a:lnTo>
                    <a:pt x="81614" y="2201594"/>
                  </a:lnTo>
                  <a:lnTo>
                    <a:pt x="82140" y="2164907"/>
                  </a:lnTo>
                  <a:lnTo>
                    <a:pt x="82963" y="2128219"/>
                  </a:lnTo>
                  <a:lnTo>
                    <a:pt x="84083" y="2091529"/>
                  </a:lnTo>
                  <a:lnTo>
                    <a:pt x="85499" y="2054837"/>
                  </a:lnTo>
                  <a:lnTo>
                    <a:pt x="87213" y="2018144"/>
                  </a:lnTo>
                  <a:lnTo>
                    <a:pt x="89223" y="1981448"/>
                  </a:lnTo>
                  <a:lnTo>
                    <a:pt x="91531" y="1944751"/>
                  </a:lnTo>
                  <a:lnTo>
                    <a:pt x="94135" y="1908052"/>
                  </a:lnTo>
                  <a:lnTo>
                    <a:pt x="97036" y="1871352"/>
                  </a:lnTo>
                  <a:lnTo>
                    <a:pt x="100234" y="1834649"/>
                  </a:lnTo>
                  <a:lnTo>
                    <a:pt x="103730" y="1797945"/>
                  </a:lnTo>
                  <a:lnTo>
                    <a:pt x="107522" y="1761239"/>
                  </a:lnTo>
                  <a:lnTo>
                    <a:pt x="111611" y="1724532"/>
                  </a:lnTo>
                  <a:lnTo>
                    <a:pt x="115996" y="1687823"/>
                  </a:lnTo>
                  <a:lnTo>
                    <a:pt x="120679" y="1651111"/>
                  </a:lnTo>
                  <a:lnTo>
                    <a:pt x="125659" y="1614399"/>
                  </a:lnTo>
                  <a:lnTo>
                    <a:pt x="130936" y="1577684"/>
                  </a:lnTo>
                  <a:lnTo>
                    <a:pt x="136509" y="1540968"/>
                  </a:lnTo>
                  <a:lnTo>
                    <a:pt x="142380" y="1504249"/>
                  </a:lnTo>
                  <a:lnTo>
                    <a:pt x="148547" y="1467530"/>
                  </a:lnTo>
                  <a:lnTo>
                    <a:pt x="155011" y="1430808"/>
                  </a:lnTo>
                  <a:lnTo>
                    <a:pt x="161773" y="1394085"/>
                  </a:lnTo>
                  <a:lnTo>
                    <a:pt x="168831" y="1357360"/>
                  </a:lnTo>
                  <a:lnTo>
                    <a:pt x="176186" y="1320633"/>
                  </a:lnTo>
                  <a:lnTo>
                    <a:pt x="183838" y="1283904"/>
                  </a:lnTo>
                  <a:lnTo>
                    <a:pt x="191787" y="1247174"/>
                  </a:lnTo>
                  <a:lnTo>
                    <a:pt x="200033" y="1210442"/>
                  </a:lnTo>
                  <a:lnTo>
                    <a:pt x="208576" y="1173708"/>
                  </a:lnTo>
                  <a:lnTo>
                    <a:pt x="217415" y="1136972"/>
                  </a:lnTo>
                  <a:lnTo>
                    <a:pt x="226552" y="1100235"/>
                  </a:lnTo>
                  <a:lnTo>
                    <a:pt x="235986" y="1063495"/>
                  </a:lnTo>
                  <a:lnTo>
                    <a:pt x="245716" y="1026755"/>
                  </a:lnTo>
                  <a:lnTo>
                    <a:pt x="255744" y="990012"/>
                  </a:lnTo>
                  <a:lnTo>
                    <a:pt x="266068" y="953268"/>
                  </a:lnTo>
                  <a:lnTo>
                    <a:pt x="276689" y="916521"/>
                  </a:lnTo>
                  <a:lnTo>
                    <a:pt x="287607" y="879774"/>
                  </a:lnTo>
                  <a:lnTo>
                    <a:pt x="298823" y="843024"/>
                  </a:lnTo>
                  <a:lnTo>
                    <a:pt x="310335" y="806272"/>
                  </a:lnTo>
                  <a:lnTo>
                    <a:pt x="322144" y="769519"/>
                  </a:lnTo>
                  <a:lnTo>
                    <a:pt x="334249" y="732764"/>
                  </a:lnTo>
                  <a:lnTo>
                    <a:pt x="346652" y="696008"/>
                  </a:lnTo>
                  <a:lnTo>
                    <a:pt x="359352" y="659249"/>
                  </a:lnTo>
                  <a:lnTo>
                    <a:pt x="372349" y="622489"/>
                  </a:lnTo>
                  <a:lnTo>
                    <a:pt x="385642" y="585727"/>
                  </a:lnTo>
                  <a:lnTo>
                    <a:pt x="399233" y="548964"/>
                  </a:lnTo>
                  <a:lnTo>
                    <a:pt x="413120" y="512198"/>
                  </a:lnTo>
                  <a:lnTo>
                    <a:pt x="427305" y="475431"/>
                  </a:lnTo>
                  <a:lnTo>
                    <a:pt x="441786" y="438662"/>
                  </a:lnTo>
                  <a:lnTo>
                    <a:pt x="456564" y="401891"/>
                  </a:lnTo>
                  <a:lnTo>
                    <a:pt x="471639" y="365119"/>
                  </a:lnTo>
                  <a:lnTo>
                    <a:pt x="487011" y="328345"/>
                  </a:lnTo>
                  <a:lnTo>
                    <a:pt x="502680" y="291569"/>
                  </a:lnTo>
                  <a:lnTo>
                    <a:pt x="518646" y="254791"/>
                  </a:lnTo>
                  <a:lnTo>
                    <a:pt x="534909" y="218012"/>
                  </a:lnTo>
                  <a:lnTo>
                    <a:pt x="551469" y="181231"/>
                  </a:lnTo>
                  <a:lnTo>
                    <a:pt x="568325" y="144448"/>
                  </a:lnTo>
                  <a:lnTo>
                    <a:pt x="585479" y="107663"/>
                  </a:lnTo>
                  <a:lnTo>
                    <a:pt x="602930" y="70877"/>
                  </a:lnTo>
                  <a:lnTo>
                    <a:pt x="549129" y="45935"/>
                  </a:lnTo>
                  <a:lnTo>
                    <a:pt x="494740" y="22305"/>
                  </a:lnTo>
                  <a:close/>
                </a:path>
              </a:pathLst>
            </a:custGeom>
            <a:solidFill>
              <a:srgbClr val="E06681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3191473" y="1063412"/>
              <a:ext cx="2273330" cy="4530949"/>
            </a:xfrm>
            <a:custGeom>
              <a:avLst/>
              <a:pathLst>
                <a:path w="2273330" h="4530949">
                  <a:moveTo>
                    <a:pt x="2005752" y="0"/>
                  </a:moveTo>
                  <a:lnTo>
                    <a:pt x="1995937" y="36941"/>
                  </a:lnTo>
                  <a:lnTo>
                    <a:pt x="1986030" y="73840"/>
                  </a:lnTo>
                  <a:lnTo>
                    <a:pt x="1976030" y="110697"/>
                  </a:lnTo>
                  <a:lnTo>
                    <a:pt x="1965938" y="147511"/>
                  </a:lnTo>
                  <a:lnTo>
                    <a:pt x="1955754" y="184284"/>
                  </a:lnTo>
                  <a:lnTo>
                    <a:pt x="1945478" y="221014"/>
                  </a:lnTo>
                  <a:lnTo>
                    <a:pt x="1935109" y="257703"/>
                  </a:lnTo>
                  <a:lnTo>
                    <a:pt x="1924649" y="294349"/>
                  </a:lnTo>
                  <a:lnTo>
                    <a:pt x="1914096" y="330953"/>
                  </a:lnTo>
                  <a:lnTo>
                    <a:pt x="1903451" y="367514"/>
                  </a:lnTo>
                  <a:lnTo>
                    <a:pt x="1892714" y="404034"/>
                  </a:lnTo>
                  <a:lnTo>
                    <a:pt x="1881884" y="440511"/>
                  </a:lnTo>
                  <a:lnTo>
                    <a:pt x="1870962" y="476946"/>
                  </a:lnTo>
                  <a:lnTo>
                    <a:pt x="1859949" y="513339"/>
                  </a:lnTo>
                  <a:lnTo>
                    <a:pt x="1848843" y="549690"/>
                  </a:lnTo>
                  <a:lnTo>
                    <a:pt x="1837644" y="585999"/>
                  </a:lnTo>
                  <a:lnTo>
                    <a:pt x="1826354" y="622266"/>
                  </a:lnTo>
                  <a:lnTo>
                    <a:pt x="1814971" y="658490"/>
                  </a:lnTo>
                  <a:lnTo>
                    <a:pt x="1803496" y="694672"/>
                  </a:lnTo>
                  <a:lnTo>
                    <a:pt x="1791929" y="730812"/>
                  </a:lnTo>
                  <a:lnTo>
                    <a:pt x="1780270" y="766910"/>
                  </a:lnTo>
                  <a:lnTo>
                    <a:pt x="1768519" y="802966"/>
                  </a:lnTo>
                  <a:lnTo>
                    <a:pt x="1756675" y="838980"/>
                  </a:lnTo>
                  <a:lnTo>
                    <a:pt x="1744739" y="874951"/>
                  </a:lnTo>
                  <a:lnTo>
                    <a:pt x="1732711" y="910880"/>
                  </a:lnTo>
                  <a:lnTo>
                    <a:pt x="1720591" y="946767"/>
                  </a:lnTo>
                  <a:lnTo>
                    <a:pt x="1708378" y="982612"/>
                  </a:lnTo>
                  <a:lnTo>
                    <a:pt x="1696074" y="1018415"/>
                  </a:lnTo>
                  <a:lnTo>
                    <a:pt x="1683677" y="1054175"/>
                  </a:lnTo>
                  <a:lnTo>
                    <a:pt x="1671188" y="1089894"/>
                  </a:lnTo>
                  <a:lnTo>
                    <a:pt x="1658607" y="1125570"/>
                  </a:lnTo>
                  <a:lnTo>
                    <a:pt x="1645933" y="1161204"/>
                  </a:lnTo>
                  <a:lnTo>
                    <a:pt x="1633167" y="1196796"/>
                  </a:lnTo>
                  <a:lnTo>
                    <a:pt x="1620310" y="1232346"/>
                  </a:lnTo>
                  <a:lnTo>
                    <a:pt x="1607360" y="1267853"/>
                  </a:lnTo>
                  <a:lnTo>
                    <a:pt x="1594317" y="1303319"/>
                  </a:lnTo>
                  <a:lnTo>
                    <a:pt x="1581183" y="1338742"/>
                  </a:lnTo>
                  <a:lnTo>
                    <a:pt x="1567956" y="1374123"/>
                  </a:lnTo>
                  <a:lnTo>
                    <a:pt x="1554637" y="1409462"/>
                  </a:lnTo>
                  <a:lnTo>
                    <a:pt x="1541226" y="1444759"/>
                  </a:lnTo>
                  <a:lnTo>
                    <a:pt x="1527723" y="1480013"/>
                  </a:lnTo>
                  <a:lnTo>
                    <a:pt x="1514128" y="1515226"/>
                  </a:lnTo>
                  <a:lnTo>
                    <a:pt x="1500440" y="1550396"/>
                  </a:lnTo>
                  <a:lnTo>
                    <a:pt x="1486660" y="1585524"/>
                  </a:lnTo>
                  <a:lnTo>
                    <a:pt x="1472788" y="1620610"/>
                  </a:lnTo>
                  <a:lnTo>
                    <a:pt x="1458824" y="1655654"/>
                  </a:lnTo>
                  <a:lnTo>
                    <a:pt x="1444767" y="1690655"/>
                  </a:lnTo>
                  <a:lnTo>
                    <a:pt x="1430619" y="1725615"/>
                  </a:lnTo>
                  <a:lnTo>
                    <a:pt x="1416378" y="1760532"/>
                  </a:lnTo>
                  <a:lnTo>
                    <a:pt x="1402045" y="1795407"/>
                  </a:lnTo>
                  <a:lnTo>
                    <a:pt x="1387620" y="1830240"/>
                  </a:lnTo>
                  <a:lnTo>
                    <a:pt x="1373102" y="1865031"/>
                  </a:lnTo>
                  <a:lnTo>
                    <a:pt x="1358492" y="1899779"/>
                  </a:lnTo>
                  <a:lnTo>
                    <a:pt x="1343791" y="1934486"/>
                  </a:lnTo>
                  <a:lnTo>
                    <a:pt x="1328997" y="1969150"/>
                  </a:lnTo>
                  <a:lnTo>
                    <a:pt x="1314110" y="2003772"/>
                  </a:lnTo>
                  <a:lnTo>
                    <a:pt x="1299132" y="2038352"/>
                  </a:lnTo>
                  <a:lnTo>
                    <a:pt x="1284061" y="2072890"/>
                  </a:lnTo>
                  <a:lnTo>
                    <a:pt x="1268898" y="2107385"/>
                  </a:lnTo>
                  <a:lnTo>
                    <a:pt x="1253643" y="2141839"/>
                  </a:lnTo>
                  <a:lnTo>
                    <a:pt x="1238296" y="2176250"/>
                  </a:lnTo>
                  <a:lnTo>
                    <a:pt x="1222857" y="2210619"/>
                  </a:lnTo>
                  <a:lnTo>
                    <a:pt x="1207325" y="2244946"/>
                  </a:lnTo>
                  <a:lnTo>
                    <a:pt x="1191701" y="2279231"/>
                  </a:lnTo>
                  <a:lnTo>
                    <a:pt x="1175985" y="2313473"/>
                  </a:lnTo>
                  <a:lnTo>
                    <a:pt x="1160177" y="2347674"/>
                  </a:lnTo>
                  <a:lnTo>
                    <a:pt x="1144276" y="2381832"/>
                  </a:lnTo>
                  <a:lnTo>
                    <a:pt x="1128284" y="2415948"/>
                  </a:lnTo>
                  <a:lnTo>
                    <a:pt x="1112199" y="2450022"/>
                  </a:lnTo>
                  <a:lnTo>
                    <a:pt x="1096022" y="2484054"/>
                  </a:lnTo>
                  <a:lnTo>
                    <a:pt x="1079753" y="2518043"/>
                  </a:lnTo>
                  <a:lnTo>
                    <a:pt x="1063391" y="2551991"/>
                  </a:lnTo>
                  <a:lnTo>
                    <a:pt x="1046938" y="2585896"/>
                  </a:lnTo>
                  <a:lnTo>
                    <a:pt x="1030392" y="2619759"/>
                  </a:lnTo>
                  <a:lnTo>
                    <a:pt x="1013754" y="2653580"/>
                  </a:lnTo>
                  <a:lnTo>
                    <a:pt x="997023" y="2687359"/>
                  </a:lnTo>
                  <a:lnTo>
                    <a:pt x="980201" y="2721096"/>
                  </a:lnTo>
                  <a:lnTo>
                    <a:pt x="963286" y="2754790"/>
                  </a:lnTo>
                  <a:lnTo>
                    <a:pt x="946280" y="2788442"/>
                  </a:lnTo>
                  <a:lnTo>
                    <a:pt x="929180" y="2822052"/>
                  </a:lnTo>
                  <a:lnTo>
                    <a:pt x="911989" y="2855620"/>
                  </a:lnTo>
                  <a:lnTo>
                    <a:pt x="894706" y="2889146"/>
                  </a:lnTo>
                  <a:lnTo>
                    <a:pt x="877330" y="2922630"/>
                  </a:lnTo>
                  <a:lnTo>
                    <a:pt x="859862" y="2956071"/>
                  </a:lnTo>
                  <a:lnTo>
                    <a:pt x="842302" y="2989470"/>
                  </a:lnTo>
                  <a:lnTo>
                    <a:pt x="824650" y="3022827"/>
                  </a:lnTo>
                  <a:lnTo>
                    <a:pt x="806906" y="3056142"/>
                  </a:lnTo>
                  <a:lnTo>
                    <a:pt x="789069" y="3089415"/>
                  </a:lnTo>
                  <a:lnTo>
                    <a:pt x="771140" y="3122646"/>
                  </a:lnTo>
                  <a:lnTo>
                    <a:pt x="753119" y="3155834"/>
                  </a:lnTo>
                  <a:lnTo>
                    <a:pt x="735006" y="3188980"/>
                  </a:lnTo>
                  <a:lnTo>
                    <a:pt x="716800" y="3222085"/>
                  </a:lnTo>
                  <a:lnTo>
                    <a:pt x="698503" y="3255146"/>
                  </a:lnTo>
                  <a:lnTo>
                    <a:pt x="680113" y="3288166"/>
                  </a:lnTo>
                  <a:lnTo>
                    <a:pt x="661631" y="3321144"/>
                  </a:lnTo>
                  <a:lnTo>
                    <a:pt x="643057" y="3354079"/>
                  </a:lnTo>
                  <a:lnTo>
                    <a:pt x="624390" y="3386973"/>
                  </a:lnTo>
                  <a:lnTo>
                    <a:pt x="605632" y="3419824"/>
                  </a:lnTo>
                  <a:lnTo>
                    <a:pt x="586781" y="3452633"/>
                  </a:lnTo>
                  <a:lnTo>
                    <a:pt x="567838" y="3485399"/>
                  </a:lnTo>
                  <a:lnTo>
                    <a:pt x="548802" y="3518124"/>
                  </a:lnTo>
                  <a:lnTo>
                    <a:pt x="529675" y="3550806"/>
                  </a:lnTo>
                  <a:lnTo>
                    <a:pt x="510455" y="3583447"/>
                  </a:lnTo>
                  <a:lnTo>
                    <a:pt x="491144" y="3616045"/>
                  </a:lnTo>
                  <a:lnTo>
                    <a:pt x="471739" y="3648601"/>
                  </a:lnTo>
                  <a:lnTo>
                    <a:pt x="452243" y="3681115"/>
                  </a:lnTo>
                  <a:lnTo>
                    <a:pt x="432655" y="3713586"/>
                  </a:lnTo>
                  <a:lnTo>
                    <a:pt x="412974" y="3746016"/>
                  </a:lnTo>
                  <a:lnTo>
                    <a:pt x="393201" y="3778403"/>
                  </a:lnTo>
                  <a:lnTo>
                    <a:pt x="373336" y="3810748"/>
                  </a:lnTo>
                  <a:lnTo>
                    <a:pt x="353379" y="3843051"/>
                  </a:lnTo>
                  <a:lnTo>
                    <a:pt x="333330" y="3875312"/>
                  </a:lnTo>
                  <a:lnTo>
                    <a:pt x="313188" y="3907530"/>
                  </a:lnTo>
                  <a:lnTo>
                    <a:pt x="292954" y="3939707"/>
                  </a:lnTo>
                  <a:lnTo>
                    <a:pt x="272628" y="3971841"/>
                  </a:lnTo>
                  <a:lnTo>
                    <a:pt x="252210" y="4003933"/>
                  </a:lnTo>
                  <a:lnTo>
                    <a:pt x="231699" y="4035983"/>
                  </a:lnTo>
                  <a:lnTo>
                    <a:pt x="211097" y="4067991"/>
                  </a:lnTo>
                  <a:lnTo>
                    <a:pt x="190402" y="4099957"/>
                  </a:lnTo>
                  <a:lnTo>
                    <a:pt x="169615" y="4131880"/>
                  </a:lnTo>
                  <a:lnTo>
                    <a:pt x="148736" y="4163761"/>
                  </a:lnTo>
                  <a:lnTo>
                    <a:pt x="127764" y="4195600"/>
                  </a:lnTo>
                  <a:lnTo>
                    <a:pt x="106701" y="4227397"/>
                  </a:lnTo>
                  <a:lnTo>
                    <a:pt x="85545" y="4259152"/>
                  </a:lnTo>
                  <a:lnTo>
                    <a:pt x="64297" y="4290865"/>
                  </a:lnTo>
                  <a:lnTo>
                    <a:pt x="42957" y="4322535"/>
                  </a:lnTo>
                  <a:lnTo>
                    <a:pt x="21524" y="4354164"/>
                  </a:lnTo>
                  <a:lnTo>
                    <a:pt x="0" y="4385750"/>
                  </a:lnTo>
                  <a:lnTo>
                    <a:pt x="39010" y="4411863"/>
                  </a:lnTo>
                  <a:lnTo>
                    <a:pt x="78514" y="4437223"/>
                  </a:lnTo>
                  <a:lnTo>
                    <a:pt x="118498" y="4461821"/>
                  </a:lnTo>
                  <a:lnTo>
                    <a:pt x="158946" y="4485647"/>
                  </a:lnTo>
                  <a:lnTo>
                    <a:pt x="199844" y="4508693"/>
                  </a:lnTo>
                  <a:lnTo>
                    <a:pt x="241177" y="4530949"/>
                  </a:lnTo>
                  <a:lnTo>
                    <a:pt x="258964" y="4497109"/>
                  </a:lnTo>
                  <a:lnTo>
                    <a:pt x="276721" y="4463254"/>
                  </a:lnTo>
                  <a:lnTo>
                    <a:pt x="294448" y="4429386"/>
                  </a:lnTo>
                  <a:lnTo>
                    <a:pt x="312145" y="4395504"/>
                  </a:lnTo>
                  <a:lnTo>
                    <a:pt x="329812" y="4361608"/>
                  </a:lnTo>
                  <a:lnTo>
                    <a:pt x="347449" y="4327699"/>
                  </a:lnTo>
                  <a:lnTo>
                    <a:pt x="365056" y="4293776"/>
                  </a:lnTo>
                  <a:lnTo>
                    <a:pt x="382632" y="4259839"/>
                  </a:lnTo>
                  <a:lnTo>
                    <a:pt x="400179" y="4225888"/>
                  </a:lnTo>
                  <a:lnTo>
                    <a:pt x="417695" y="4191923"/>
                  </a:lnTo>
                  <a:lnTo>
                    <a:pt x="435181" y="4157945"/>
                  </a:lnTo>
                  <a:lnTo>
                    <a:pt x="452638" y="4123953"/>
                  </a:lnTo>
                  <a:lnTo>
                    <a:pt x="470064" y="4089947"/>
                  </a:lnTo>
                  <a:lnTo>
                    <a:pt x="487460" y="4055927"/>
                  </a:lnTo>
                  <a:lnTo>
                    <a:pt x="504826" y="4021894"/>
                  </a:lnTo>
                  <a:lnTo>
                    <a:pt x="522162" y="3987847"/>
                  </a:lnTo>
                  <a:lnTo>
                    <a:pt x="539467" y="3953786"/>
                  </a:lnTo>
                  <a:lnTo>
                    <a:pt x="556743" y="3919711"/>
                  </a:lnTo>
                  <a:lnTo>
                    <a:pt x="573989" y="3885623"/>
                  </a:lnTo>
                  <a:lnTo>
                    <a:pt x="591204" y="3851521"/>
                  </a:lnTo>
                  <a:lnTo>
                    <a:pt x="608390" y="3817405"/>
                  </a:lnTo>
                  <a:lnTo>
                    <a:pt x="625545" y="3783275"/>
                  </a:lnTo>
                  <a:lnTo>
                    <a:pt x="642670" y="3749132"/>
                  </a:lnTo>
                  <a:lnTo>
                    <a:pt x="659765" y="3714974"/>
                  </a:lnTo>
                  <a:lnTo>
                    <a:pt x="676830" y="3680803"/>
                  </a:lnTo>
                  <a:lnTo>
                    <a:pt x="693865" y="3646619"/>
                  </a:lnTo>
                  <a:lnTo>
                    <a:pt x="710870" y="3612420"/>
                  </a:lnTo>
                  <a:lnTo>
                    <a:pt x="727844" y="3578208"/>
                  </a:lnTo>
                  <a:lnTo>
                    <a:pt x="744789" y="3543982"/>
                  </a:lnTo>
                  <a:lnTo>
                    <a:pt x="761704" y="3509742"/>
                  </a:lnTo>
                  <a:lnTo>
                    <a:pt x="778588" y="3475488"/>
                  </a:lnTo>
                  <a:lnTo>
                    <a:pt x="795442" y="3441221"/>
                  </a:lnTo>
                  <a:lnTo>
                    <a:pt x="812267" y="3406940"/>
                  </a:lnTo>
                  <a:lnTo>
                    <a:pt x="829061" y="3372645"/>
                  </a:lnTo>
                  <a:lnTo>
                    <a:pt x="845825" y="3338336"/>
                  </a:lnTo>
                  <a:lnTo>
                    <a:pt x="862559" y="3304014"/>
                  </a:lnTo>
                  <a:lnTo>
                    <a:pt x="879262" y="3269678"/>
                  </a:lnTo>
                  <a:lnTo>
                    <a:pt x="895936" y="3235328"/>
                  </a:lnTo>
                  <a:lnTo>
                    <a:pt x="912580" y="3200964"/>
                  </a:lnTo>
                  <a:lnTo>
                    <a:pt x="929193" y="3166587"/>
                  </a:lnTo>
                  <a:lnTo>
                    <a:pt x="945777" y="3132196"/>
                  </a:lnTo>
                  <a:lnTo>
                    <a:pt x="962330" y="3097791"/>
                  </a:lnTo>
                  <a:lnTo>
                    <a:pt x="978854" y="3063372"/>
                  </a:lnTo>
                  <a:lnTo>
                    <a:pt x="995347" y="3028939"/>
                  </a:lnTo>
                  <a:lnTo>
                    <a:pt x="1011810" y="2994493"/>
                  </a:lnTo>
                  <a:lnTo>
                    <a:pt x="1028243" y="2960033"/>
                  </a:lnTo>
                  <a:lnTo>
                    <a:pt x="1044646" y="2925559"/>
                  </a:lnTo>
                  <a:lnTo>
                    <a:pt x="1061018" y="2891072"/>
                  </a:lnTo>
                  <a:lnTo>
                    <a:pt x="1077361" y="2856570"/>
                  </a:lnTo>
                  <a:lnTo>
                    <a:pt x="1093674" y="2822055"/>
                  </a:lnTo>
                  <a:lnTo>
                    <a:pt x="1109956" y="2787526"/>
                  </a:lnTo>
                  <a:lnTo>
                    <a:pt x="1126209" y="2752984"/>
                  </a:lnTo>
                  <a:lnTo>
                    <a:pt x="1142431" y="2718427"/>
                  </a:lnTo>
                  <a:lnTo>
                    <a:pt x="1158623" y="2683857"/>
                  </a:lnTo>
                  <a:lnTo>
                    <a:pt x="1174785" y="2649273"/>
                  </a:lnTo>
                  <a:lnTo>
                    <a:pt x="1190917" y="2614676"/>
                  </a:lnTo>
                  <a:lnTo>
                    <a:pt x="1207019" y="2580064"/>
                  </a:lnTo>
                  <a:lnTo>
                    <a:pt x="1223091" y="2545439"/>
                  </a:lnTo>
                  <a:lnTo>
                    <a:pt x="1239133" y="2510800"/>
                  </a:lnTo>
                  <a:lnTo>
                    <a:pt x="1255144" y="2476147"/>
                  </a:lnTo>
                  <a:lnTo>
                    <a:pt x="1271126" y="2441481"/>
                  </a:lnTo>
                  <a:lnTo>
                    <a:pt x="1287077" y="2406800"/>
                  </a:lnTo>
                  <a:lnTo>
                    <a:pt x="1302999" y="2372106"/>
                  </a:lnTo>
                  <a:lnTo>
                    <a:pt x="1318890" y="2337399"/>
                  </a:lnTo>
                  <a:lnTo>
                    <a:pt x="1334751" y="2302677"/>
                  </a:lnTo>
                  <a:lnTo>
                    <a:pt x="1350582" y="2267942"/>
                  </a:lnTo>
                  <a:lnTo>
                    <a:pt x="1366383" y="2233193"/>
                  </a:lnTo>
                  <a:lnTo>
                    <a:pt x="1382154" y="2198430"/>
                  </a:lnTo>
                  <a:lnTo>
                    <a:pt x="1397895" y="2163653"/>
                  </a:lnTo>
                  <a:lnTo>
                    <a:pt x="1413605" y="2128863"/>
                  </a:lnTo>
                  <a:lnTo>
                    <a:pt x="1429286" y="2094059"/>
                  </a:lnTo>
                  <a:lnTo>
                    <a:pt x="1444936" y="2059241"/>
                  </a:lnTo>
                  <a:lnTo>
                    <a:pt x="1460557" y="2024409"/>
                  </a:lnTo>
                  <a:lnTo>
                    <a:pt x="1476147" y="1989564"/>
                  </a:lnTo>
                  <a:lnTo>
                    <a:pt x="1491707" y="1954704"/>
                  </a:lnTo>
                  <a:lnTo>
                    <a:pt x="1507237" y="1919831"/>
                  </a:lnTo>
                  <a:lnTo>
                    <a:pt x="1522737" y="1884945"/>
                  </a:lnTo>
                  <a:lnTo>
                    <a:pt x="1538207" y="1850044"/>
                  </a:lnTo>
                  <a:lnTo>
                    <a:pt x="1553647" y="1815130"/>
                  </a:lnTo>
                  <a:lnTo>
                    <a:pt x="1569057" y="1780202"/>
                  </a:lnTo>
                  <a:lnTo>
                    <a:pt x="1584436" y="1745260"/>
                  </a:lnTo>
                  <a:lnTo>
                    <a:pt x="1599786" y="1710305"/>
                  </a:lnTo>
                  <a:lnTo>
                    <a:pt x="1615105" y="1675335"/>
                  </a:lnTo>
                  <a:lnTo>
                    <a:pt x="1630395" y="1640352"/>
                  </a:lnTo>
                  <a:lnTo>
                    <a:pt x="1645654" y="1605355"/>
                  </a:lnTo>
                  <a:lnTo>
                    <a:pt x="1660883" y="1570345"/>
                  </a:lnTo>
                  <a:lnTo>
                    <a:pt x="1676082" y="1535321"/>
                  </a:lnTo>
                  <a:lnTo>
                    <a:pt x="1691251" y="1500282"/>
                  </a:lnTo>
                  <a:lnTo>
                    <a:pt x="1706390" y="1465230"/>
                  </a:lnTo>
                  <a:lnTo>
                    <a:pt x="1721499" y="1430165"/>
                  </a:lnTo>
                  <a:lnTo>
                    <a:pt x="1736577" y="1395085"/>
                  </a:lnTo>
                  <a:lnTo>
                    <a:pt x="1751626" y="1359992"/>
                  </a:lnTo>
                  <a:lnTo>
                    <a:pt x="1766644" y="1324885"/>
                  </a:lnTo>
                  <a:lnTo>
                    <a:pt x="1781633" y="1289765"/>
                  </a:lnTo>
                  <a:lnTo>
                    <a:pt x="1796591" y="1254630"/>
                  </a:lnTo>
                  <a:lnTo>
                    <a:pt x="1811519" y="1219482"/>
                  </a:lnTo>
                  <a:lnTo>
                    <a:pt x="1826417" y="1184320"/>
                  </a:lnTo>
                  <a:lnTo>
                    <a:pt x="1841285" y="1149144"/>
                  </a:lnTo>
                  <a:lnTo>
                    <a:pt x="1856123" y="1113955"/>
                  </a:lnTo>
                  <a:lnTo>
                    <a:pt x="1870931" y="1078751"/>
                  </a:lnTo>
                  <a:lnTo>
                    <a:pt x="1885709" y="1043534"/>
                  </a:lnTo>
                  <a:lnTo>
                    <a:pt x="1900456" y="1008303"/>
                  </a:lnTo>
                  <a:lnTo>
                    <a:pt x="1915174" y="973059"/>
                  </a:lnTo>
                  <a:lnTo>
                    <a:pt x="1929861" y="937800"/>
                  </a:lnTo>
                  <a:lnTo>
                    <a:pt x="1944519" y="902528"/>
                  </a:lnTo>
                  <a:lnTo>
                    <a:pt x="1959146" y="867242"/>
                  </a:lnTo>
                  <a:lnTo>
                    <a:pt x="1973743" y="831943"/>
                  </a:lnTo>
                  <a:lnTo>
                    <a:pt x="1988310" y="796629"/>
                  </a:lnTo>
                  <a:lnTo>
                    <a:pt x="2002847" y="761302"/>
                  </a:lnTo>
                  <a:lnTo>
                    <a:pt x="2017354" y="725961"/>
                  </a:lnTo>
                  <a:lnTo>
                    <a:pt x="2031830" y="690607"/>
                  </a:lnTo>
                  <a:lnTo>
                    <a:pt x="2046277" y="655238"/>
                  </a:lnTo>
                  <a:lnTo>
                    <a:pt x="2060694" y="619856"/>
                  </a:lnTo>
                  <a:lnTo>
                    <a:pt x="2075080" y="584460"/>
                  </a:lnTo>
                  <a:lnTo>
                    <a:pt x="2089437" y="549050"/>
                  </a:lnTo>
                  <a:lnTo>
                    <a:pt x="2103763" y="513627"/>
                  </a:lnTo>
                  <a:lnTo>
                    <a:pt x="2118059" y="478189"/>
                  </a:lnTo>
                  <a:lnTo>
                    <a:pt x="2132325" y="442738"/>
                  </a:lnTo>
                  <a:lnTo>
                    <a:pt x="2146561" y="407274"/>
                  </a:lnTo>
                  <a:lnTo>
                    <a:pt x="2160767" y="371795"/>
                  </a:lnTo>
                  <a:lnTo>
                    <a:pt x="2174943" y="336303"/>
                  </a:lnTo>
                  <a:lnTo>
                    <a:pt x="2189088" y="300797"/>
                  </a:lnTo>
                  <a:lnTo>
                    <a:pt x="2203204" y="265277"/>
                  </a:lnTo>
                  <a:lnTo>
                    <a:pt x="2217289" y="229743"/>
                  </a:lnTo>
                  <a:lnTo>
                    <a:pt x="2231345" y="194196"/>
                  </a:lnTo>
                  <a:lnTo>
                    <a:pt x="2245370" y="158635"/>
                  </a:lnTo>
                  <a:lnTo>
                    <a:pt x="2259365" y="123060"/>
                  </a:lnTo>
                  <a:lnTo>
                    <a:pt x="2273330" y="87471"/>
                  </a:lnTo>
                  <a:lnTo>
                    <a:pt x="2229461" y="70762"/>
                  </a:lnTo>
                  <a:lnTo>
                    <a:pt x="2185279" y="54898"/>
                  </a:lnTo>
                  <a:lnTo>
                    <a:pt x="2140800" y="39884"/>
                  </a:lnTo>
                  <a:lnTo>
                    <a:pt x="2096042" y="25726"/>
                  </a:lnTo>
                  <a:lnTo>
                    <a:pt x="2051021" y="12430"/>
                  </a:lnTo>
                  <a:close/>
                </a:path>
              </a:pathLst>
            </a:custGeom>
            <a:solidFill>
              <a:srgbClr val="E06681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2127827" y="1022616"/>
              <a:ext cx="3069398" cy="2297881"/>
            </a:xfrm>
            <a:custGeom>
              <a:avLst/>
              <a:pathLst>
                <a:path w="3069398" h="2297881">
                  <a:moveTo>
                    <a:pt x="2887151" y="0"/>
                  </a:moveTo>
                  <a:lnTo>
                    <a:pt x="2878616" y="45162"/>
                  </a:lnTo>
                  <a:lnTo>
                    <a:pt x="2869728" y="89843"/>
                  </a:lnTo>
                  <a:lnTo>
                    <a:pt x="2860487" y="134042"/>
                  </a:lnTo>
                  <a:lnTo>
                    <a:pt x="2850892" y="177760"/>
                  </a:lnTo>
                  <a:lnTo>
                    <a:pt x="2840943" y="220996"/>
                  </a:lnTo>
                  <a:lnTo>
                    <a:pt x="2830641" y="263750"/>
                  </a:lnTo>
                  <a:lnTo>
                    <a:pt x="2819986" y="306022"/>
                  </a:lnTo>
                  <a:lnTo>
                    <a:pt x="2808978" y="347813"/>
                  </a:lnTo>
                  <a:lnTo>
                    <a:pt x="2797616" y="389122"/>
                  </a:lnTo>
                  <a:lnTo>
                    <a:pt x="2785900" y="429949"/>
                  </a:lnTo>
                  <a:lnTo>
                    <a:pt x="2773831" y="470295"/>
                  </a:lnTo>
                  <a:lnTo>
                    <a:pt x="2761409" y="510159"/>
                  </a:lnTo>
                  <a:lnTo>
                    <a:pt x="2748634" y="549541"/>
                  </a:lnTo>
                  <a:lnTo>
                    <a:pt x="2735505" y="588441"/>
                  </a:lnTo>
                  <a:lnTo>
                    <a:pt x="2722022" y="626860"/>
                  </a:lnTo>
                  <a:lnTo>
                    <a:pt x="2708187" y="664797"/>
                  </a:lnTo>
                  <a:lnTo>
                    <a:pt x="2693997" y="702253"/>
                  </a:lnTo>
                  <a:lnTo>
                    <a:pt x="2679455" y="739226"/>
                  </a:lnTo>
                  <a:lnTo>
                    <a:pt x="2664559" y="775718"/>
                  </a:lnTo>
                  <a:lnTo>
                    <a:pt x="2649309" y="811729"/>
                  </a:lnTo>
                  <a:lnTo>
                    <a:pt x="2633707" y="847257"/>
                  </a:lnTo>
                  <a:lnTo>
                    <a:pt x="2617750" y="882304"/>
                  </a:lnTo>
                  <a:lnTo>
                    <a:pt x="2601441" y="916870"/>
                  </a:lnTo>
                  <a:lnTo>
                    <a:pt x="2584778" y="950953"/>
                  </a:lnTo>
                  <a:lnTo>
                    <a:pt x="2567761" y="984555"/>
                  </a:lnTo>
                  <a:lnTo>
                    <a:pt x="2550392" y="1017675"/>
                  </a:lnTo>
                  <a:lnTo>
                    <a:pt x="2532668" y="1050313"/>
                  </a:lnTo>
                  <a:lnTo>
                    <a:pt x="2514592" y="1082470"/>
                  </a:lnTo>
                  <a:lnTo>
                    <a:pt x="2496162" y="1114145"/>
                  </a:lnTo>
                  <a:lnTo>
                    <a:pt x="2477378" y="1145338"/>
                  </a:lnTo>
                  <a:lnTo>
                    <a:pt x="2458242" y="1176050"/>
                  </a:lnTo>
                  <a:lnTo>
                    <a:pt x="2438751" y="1206280"/>
                  </a:lnTo>
                  <a:lnTo>
                    <a:pt x="2418908" y="1236028"/>
                  </a:lnTo>
                  <a:lnTo>
                    <a:pt x="2398711" y="1265295"/>
                  </a:lnTo>
                  <a:lnTo>
                    <a:pt x="2378160" y="1294080"/>
                  </a:lnTo>
                  <a:lnTo>
                    <a:pt x="2357257" y="1322383"/>
                  </a:lnTo>
                  <a:lnTo>
                    <a:pt x="2335999" y="1350204"/>
                  </a:lnTo>
                  <a:lnTo>
                    <a:pt x="2314389" y="1377544"/>
                  </a:lnTo>
                  <a:lnTo>
                    <a:pt x="2292425" y="1404402"/>
                  </a:lnTo>
                  <a:lnTo>
                    <a:pt x="2270107" y="1430778"/>
                  </a:lnTo>
                  <a:lnTo>
                    <a:pt x="2247437" y="1456673"/>
                  </a:lnTo>
                  <a:lnTo>
                    <a:pt x="2224412" y="1482086"/>
                  </a:lnTo>
                  <a:lnTo>
                    <a:pt x="2201035" y="1507017"/>
                  </a:lnTo>
                  <a:lnTo>
                    <a:pt x="2177304" y="1531466"/>
                  </a:lnTo>
                  <a:lnTo>
                    <a:pt x="2153220" y="1555434"/>
                  </a:lnTo>
                  <a:lnTo>
                    <a:pt x="2128782" y="1578920"/>
                  </a:lnTo>
                  <a:lnTo>
                    <a:pt x="2103991" y="1601925"/>
                  </a:lnTo>
                  <a:lnTo>
                    <a:pt x="2078846" y="1624447"/>
                  </a:lnTo>
                  <a:lnTo>
                    <a:pt x="2053348" y="1646488"/>
                  </a:lnTo>
                  <a:lnTo>
                    <a:pt x="2027497" y="1668048"/>
                  </a:lnTo>
                  <a:lnTo>
                    <a:pt x="2001292" y="1689125"/>
                  </a:lnTo>
                  <a:lnTo>
                    <a:pt x="1974734" y="1709721"/>
                  </a:lnTo>
                  <a:lnTo>
                    <a:pt x="1947822" y="1729836"/>
                  </a:lnTo>
                  <a:lnTo>
                    <a:pt x="1920557" y="1749468"/>
                  </a:lnTo>
                  <a:lnTo>
                    <a:pt x="1892939" y="1768619"/>
                  </a:lnTo>
                  <a:lnTo>
                    <a:pt x="1864967" y="1787288"/>
                  </a:lnTo>
                  <a:lnTo>
                    <a:pt x="1836642" y="1805475"/>
                  </a:lnTo>
                  <a:lnTo>
                    <a:pt x="1807963" y="1823181"/>
                  </a:lnTo>
                  <a:lnTo>
                    <a:pt x="1778931" y="1840405"/>
                  </a:lnTo>
                  <a:lnTo>
                    <a:pt x="1749546" y="1857148"/>
                  </a:lnTo>
                  <a:lnTo>
                    <a:pt x="1719807" y="1873408"/>
                  </a:lnTo>
                  <a:lnTo>
                    <a:pt x="1689715" y="1889187"/>
                  </a:lnTo>
                  <a:lnTo>
                    <a:pt x="1659269" y="1904484"/>
                  </a:lnTo>
                  <a:lnTo>
                    <a:pt x="1628470" y="1919300"/>
                  </a:lnTo>
                  <a:lnTo>
                    <a:pt x="1597318" y="1933634"/>
                  </a:lnTo>
                  <a:lnTo>
                    <a:pt x="1565812" y="1947486"/>
                  </a:lnTo>
                  <a:lnTo>
                    <a:pt x="1533953" y="1960856"/>
                  </a:lnTo>
                  <a:lnTo>
                    <a:pt x="1501740" y="1973745"/>
                  </a:lnTo>
                  <a:lnTo>
                    <a:pt x="1469174" y="1986152"/>
                  </a:lnTo>
                  <a:lnTo>
                    <a:pt x="1436255" y="1998077"/>
                  </a:lnTo>
                  <a:lnTo>
                    <a:pt x="1402982" y="2009521"/>
                  </a:lnTo>
                  <a:lnTo>
                    <a:pt x="1369356" y="2020483"/>
                  </a:lnTo>
                  <a:lnTo>
                    <a:pt x="1335376" y="2030963"/>
                  </a:lnTo>
                  <a:lnTo>
                    <a:pt x="1301043" y="2040962"/>
                  </a:lnTo>
                  <a:lnTo>
                    <a:pt x="1266357" y="2050478"/>
                  </a:lnTo>
                  <a:lnTo>
                    <a:pt x="1231317" y="2059514"/>
                  </a:lnTo>
                  <a:lnTo>
                    <a:pt x="1195924" y="2068067"/>
                  </a:lnTo>
                  <a:lnTo>
                    <a:pt x="1160177" y="2076139"/>
                  </a:lnTo>
                  <a:lnTo>
                    <a:pt x="1124077" y="2083729"/>
                  </a:lnTo>
                  <a:lnTo>
                    <a:pt x="1087624" y="2090837"/>
                  </a:lnTo>
                  <a:lnTo>
                    <a:pt x="1050817" y="2097464"/>
                  </a:lnTo>
                  <a:lnTo>
                    <a:pt x="1013657" y="2103609"/>
                  </a:lnTo>
                  <a:lnTo>
                    <a:pt x="976143" y="2109272"/>
                  </a:lnTo>
                  <a:lnTo>
                    <a:pt x="938276" y="2114453"/>
                  </a:lnTo>
                  <a:lnTo>
                    <a:pt x="900056" y="2119153"/>
                  </a:lnTo>
                  <a:lnTo>
                    <a:pt x="861482" y="2123371"/>
                  </a:lnTo>
                  <a:lnTo>
                    <a:pt x="822555" y="2127108"/>
                  </a:lnTo>
                  <a:lnTo>
                    <a:pt x="783274" y="2130362"/>
                  </a:lnTo>
                  <a:lnTo>
                    <a:pt x="743640" y="2133135"/>
                  </a:lnTo>
                  <a:lnTo>
                    <a:pt x="703653" y="2135427"/>
                  </a:lnTo>
                  <a:lnTo>
                    <a:pt x="663312" y="2137236"/>
                  </a:lnTo>
                  <a:lnTo>
                    <a:pt x="622618" y="2138564"/>
                  </a:lnTo>
                  <a:lnTo>
                    <a:pt x="581570" y="2139411"/>
                  </a:lnTo>
                  <a:lnTo>
                    <a:pt x="540169" y="2139775"/>
                  </a:lnTo>
                  <a:lnTo>
                    <a:pt x="498415" y="2139658"/>
                  </a:lnTo>
                  <a:lnTo>
                    <a:pt x="456307" y="2139059"/>
                  </a:lnTo>
                  <a:lnTo>
                    <a:pt x="413846" y="2137978"/>
                  </a:lnTo>
                  <a:lnTo>
                    <a:pt x="371032" y="2136416"/>
                  </a:lnTo>
                  <a:lnTo>
                    <a:pt x="327864" y="2134372"/>
                  </a:lnTo>
                  <a:lnTo>
                    <a:pt x="284342" y="2131847"/>
                  </a:lnTo>
                  <a:lnTo>
                    <a:pt x="240467" y="2128839"/>
                  </a:lnTo>
                  <a:lnTo>
                    <a:pt x="196239" y="2125350"/>
                  </a:lnTo>
                  <a:lnTo>
                    <a:pt x="151658" y="2121379"/>
                  </a:lnTo>
                  <a:lnTo>
                    <a:pt x="106723" y="2116927"/>
                  </a:lnTo>
                  <a:lnTo>
                    <a:pt x="61434" y="2111993"/>
                  </a:lnTo>
                  <a:lnTo>
                    <a:pt x="15792" y="2106577"/>
                  </a:lnTo>
                  <a:lnTo>
                    <a:pt x="8950" y="2168466"/>
                  </a:lnTo>
                  <a:lnTo>
                    <a:pt x="3685" y="2230508"/>
                  </a:lnTo>
                  <a:lnTo>
                    <a:pt x="0" y="2292665"/>
                  </a:lnTo>
                  <a:lnTo>
                    <a:pt x="44289" y="2294528"/>
                  </a:lnTo>
                  <a:lnTo>
                    <a:pt x="88277" y="2295981"/>
                  </a:lnTo>
                  <a:lnTo>
                    <a:pt x="131965" y="2297024"/>
                  </a:lnTo>
                  <a:lnTo>
                    <a:pt x="175352" y="2297657"/>
                  </a:lnTo>
                  <a:lnTo>
                    <a:pt x="218439" y="2297881"/>
                  </a:lnTo>
                  <a:lnTo>
                    <a:pt x="261225" y="2297694"/>
                  </a:lnTo>
                  <a:lnTo>
                    <a:pt x="303710" y="2297098"/>
                  </a:lnTo>
                  <a:lnTo>
                    <a:pt x="345895" y="2296092"/>
                  </a:lnTo>
                  <a:lnTo>
                    <a:pt x="387779" y="2294677"/>
                  </a:lnTo>
                  <a:lnTo>
                    <a:pt x="429362" y="2292851"/>
                  </a:lnTo>
                  <a:lnTo>
                    <a:pt x="470645" y="2290616"/>
                  </a:lnTo>
                  <a:lnTo>
                    <a:pt x="511627" y="2287971"/>
                  </a:lnTo>
                  <a:lnTo>
                    <a:pt x="552308" y="2284916"/>
                  </a:lnTo>
                  <a:lnTo>
                    <a:pt x="592689" y="2281451"/>
                  </a:lnTo>
                  <a:lnTo>
                    <a:pt x="632769" y="2277576"/>
                  </a:lnTo>
                  <a:lnTo>
                    <a:pt x="672548" y="2273292"/>
                  </a:lnTo>
                  <a:lnTo>
                    <a:pt x="712027" y="2268598"/>
                  </a:lnTo>
                  <a:lnTo>
                    <a:pt x="751205" y="2263494"/>
                  </a:lnTo>
                  <a:lnTo>
                    <a:pt x="790082" y="2257980"/>
                  </a:lnTo>
                  <a:lnTo>
                    <a:pt x="828659" y="2252057"/>
                  </a:lnTo>
                  <a:lnTo>
                    <a:pt x="866935" y="2245723"/>
                  </a:lnTo>
                  <a:lnTo>
                    <a:pt x="904911" y="2238980"/>
                  </a:lnTo>
                  <a:lnTo>
                    <a:pt x="942586" y="2231827"/>
                  </a:lnTo>
                  <a:lnTo>
                    <a:pt x="979960" y="2224264"/>
                  </a:lnTo>
                  <a:lnTo>
                    <a:pt x="1017033" y="2216292"/>
                  </a:lnTo>
                  <a:lnTo>
                    <a:pt x="1053806" y="2207909"/>
                  </a:lnTo>
                  <a:lnTo>
                    <a:pt x="1090278" y="2199117"/>
                  </a:lnTo>
                  <a:lnTo>
                    <a:pt x="1126450" y="2189915"/>
                  </a:lnTo>
                  <a:lnTo>
                    <a:pt x="1162321" y="2180303"/>
                  </a:lnTo>
                  <a:lnTo>
                    <a:pt x="1197891" y="2170282"/>
                  </a:lnTo>
                  <a:lnTo>
                    <a:pt x="1233161" y="2159851"/>
                  </a:lnTo>
                  <a:lnTo>
                    <a:pt x="1268130" y="2149009"/>
                  </a:lnTo>
                  <a:lnTo>
                    <a:pt x="1302798" y="2137758"/>
                  </a:lnTo>
                  <a:lnTo>
                    <a:pt x="1337166" y="2126098"/>
                  </a:lnTo>
                  <a:lnTo>
                    <a:pt x="1371233" y="2114027"/>
                  </a:lnTo>
                  <a:lnTo>
                    <a:pt x="1404999" y="2101547"/>
                  </a:lnTo>
                  <a:lnTo>
                    <a:pt x="1438465" y="2088656"/>
                  </a:lnTo>
                  <a:lnTo>
                    <a:pt x="1471630" y="2075356"/>
                  </a:lnTo>
                  <a:lnTo>
                    <a:pt x="1504494" y="2061647"/>
                  </a:lnTo>
                  <a:lnTo>
                    <a:pt x="1537058" y="2047527"/>
                  </a:lnTo>
                  <a:lnTo>
                    <a:pt x="1569321" y="2032998"/>
                  </a:lnTo>
                  <a:lnTo>
                    <a:pt x="1601283" y="2018058"/>
                  </a:lnTo>
                  <a:lnTo>
                    <a:pt x="1632945" y="2002709"/>
                  </a:lnTo>
                  <a:lnTo>
                    <a:pt x="1664306" y="1986951"/>
                  </a:lnTo>
                  <a:lnTo>
                    <a:pt x="1695367" y="1970782"/>
                  </a:lnTo>
                  <a:lnTo>
                    <a:pt x="1726126" y="1954204"/>
                  </a:lnTo>
                  <a:lnTo>
                    <a:pt x="1756586" y="1937215"/>
                  </a:lnTo>
                  <a:lnTo>
                    <a:pt x="1786744" y="1919817"/>
                  </a:lnTo>
                  <a:lnTo>
                    <a:pt x="1816602" y="1902009"/>
                  </a:lnTo>
                  <a:lnTo>
                    <a:pt x="1846159" y="1883792"/>
                  </a:lnTo>
                  <a:lnTo>
                    <a:pt x="1875416" y="1865164"/>
                  </a:lnTo>
                  <a:lnTo>
                    <a:pt x="1904372" y="1846127"/>
                  </a:lnTo>
                  <a:lnTo>
                    <a:pt x="1933027" y="1826680"/>
                  </a:lnTo>
                  <a:lnTo>
                    <a:pt x="1961382" y="1806823"/>
                  </a:lnTo>
                  <a:lnTo>
                    <a:pt x="1989436" y="1786557"/>
                  </a:lnTo>
                  <a:lnTo>
                    <a:pt x="2017189" y="1765880"/>
                  </a:lnTo>
                  <a:lnTo>
                    <a:pt x="2044641" y="1744794"/>
                  </a:lnTo>
                  <a:lnTo>
                    <a:pt x="2071793" y="1723298"/>
                  </a:lnTo>
                  <a:lnTo>
                    <a:pt x="2098645" y="1701392"/>
                  </a:lnTo>
                  <a:lnTo>
                    <a:pt x="2125195" y="1679076"/>
                  </a:lnTo>
                  <a:lnTo>
                    <a:pt x="2151446" y="1656351"/>
                  </a:lnTo>
                  <a:lnTo>
                    <a:pt x="2177395" y="1633216"/>
                  </a:lnTo>
                  <a:lnTo>
                    <a:pt x="2203044" y="1609671"/>
                  </a:lnTo>
                  <a:lnTo>
                    <a:pt x="2228392" y="1585716"/>
                  </a:lnTo>
                  <a:lnTo>
                    <a:pt x="2253439" y="1561351"/>
                  </a:lnTo>
                  <a:lnTo>
                    <a:pt x="2278186" y="1536577"/>
                  </a:lnTo>
                  <a:lnTo>
                    <a:pt x="2302632" y="1511392"/>
                  </a:lnTo>
                  <a:lnTo>
                    <a:pt x="2326778" y="1485798"/>
                  </a:lnTo>
                  <a:lnTo>
                    <a:pt x="2350622" y="1459794"/>
                  </a:lnTo>
                  <a:lnTo>
                    <a:pt x="2374166" y="1433381"/>
                  </a:lnTo>
                  <a:lnTo>
                    <a:pt x="2397410" y="1406557"/>
                  </a:lnTo>
                  <a:lnTo>
                    <a:pt x="2420353" y="1379324"/>
                  </a:lnTo>
                  <a:lnTo>
                    <a:pt x="2442995" y="1351681"/>
                  </a:lnTo>
                  <a:lnTo>
                    <a:pt x="2465337" y="1323628"/>
                  </a:lnTo>
                  <a:lnTo>
                    <a:pt x="2487378" y="1295165"/>
                  </a:lnTo>
                  <a:lnTo>
                    <a:pt x="2509118" y="1266293"/>
                  </a:lnTo>
                  <a:lnTo>
                    <a:pt x="2530557" y="1237010"/>
                  </a:lnTo>
                  <a:lnTo>
                    <a:pt x="2551696" y="1207318"/>
                  </a:lnTo>
                  <a:lnTo>
                    <a:pt x="2572535" y="1177216"/>
                  </a:lnTo>
                  <a:lnTo>
                    <a:pt x="2593072" y="1146705"/>
                  </a:lnTo>
                  <a:lnTo>
                    <a:pt x="2613309" y="1115783"/>
                  </a:lnTo>
                  <a:lnTo>
                    <a:pt x="2633246" y="1084452"/>
                  </a:lnTo>
                  <a:lnTo>
                    <a:pt x="2652881" y="1052711"/>
                  </a:lnTo>
                  <a:lnTo>
                    <a:pt x="2672216" y="1020560"/>
                  </a:lnTo>
                  <a:lnTo>
                    <a:pt x="2691251" y="987999"/>
                  </a:lnTo>
                  <a:lnTo>
                    <a:pt x="2709984" y="955029"/>
                  </a:lnTo>
                  <a:lnTo>
                    <a:pt x="2728418" y="921648"/>
                  </a:lnTo>
                  <a:lnTo>
                    <a:pt x="2746550" y="887858"/>
                  </a:lnTo>
                  <a:lnTo>
                    <a:pt x="2764382" y="853658"/>
                  </a:lnTo>
                  <a:lnTo>
                    <a:pt x="2781913" y="819049"/>
                  </a:lnTo>
                  <a:lnTo>
                    <a:pt x="2799143" y="784029"/>
                  </a:lnTo>
                  <a:lnTo>
                    <a:pt x="2816073" y="748600"/>
                  </a:lnTo>
                  <a:lnTo>
                    <a:pt x="2832702" y="712761"/>
                  </a:lnTo>
                  <a:lnTo>
                    <a:pt x="2849031" y="676512"/>
                  </a:lnTo>
                  <a:lnTo>
                    <a:pt x="2865059" y="639853"/>
                  </a:lnTo>
                  <a:lnTo>
                    <a:pt x="2880786" y="602784"/>
                  </a:lnTo>
                  <a:lnTo>
                    <a:pt x="2896212" y="565306"/>
                  </a:lnTo>
                  <a:lnTo>
                    <a:pt x="2911338" y="527418"/>
                  </a:lnTo>
                  <a:lnTo>
                    <a:pt x="2926164" y="489120"/>
                  </a:lnTo>
                  <a:lnTo>
                    <a:pt x="2940688" y="450412"/>
                  </a:lnTo>
                  <a:lnTo>
                    <a:pt x="2954912" y="411295"/>
                  </a:lnTo>
                  <a:lnTo>
                    <a:pt x="2968835" y="371767"/>
                  </a:lnTo>
                  <a:lnTo>
                    <a:pt x="2982458" y="331830"/>
                  </a:lnTo>
                  <a:lnTo>
                    <a:pt x="2995780" y="291483"/>
                  </a:lnTo>
                  <a:lnTo>
                    <a:pt x="3008801" y="250726"/>
                  </a:lnTo>
                  <a:lnTo>
                    <a:pt x="3021522" y="209560"/>
                  </a:lnTo>
                  <a:lnTo>
                    <a:pt x="3033942" y="167983"/>
                  </a:lnTo>
                  <a:lnTo>
                    <a:pt x="3046061" y="125997"/>
                  </a:lnTo>
                  <a:lnTo>
                    <a:pt x="3057880" y="83601"/>
                  </a:lnTo>
                  <a:lnTo>
                    <a:pt x="3069398" y="40795"/>
                  </a:lnTo>
                  <a:lnTo>
                    <a:pt x="3009002" y="25652"/>
                  </a:lnTo>
                  <a:lnTo>
                    <a:pt x="2948240" y="12051"/>
                  </a:lnTo>
                  <a:close/>
                </a:path>
              </a:pathLst>
            </a:custGeom>
            <a:solidFill>
              <a:srgbClr val="E06681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2380408" y="982183"/>
              <a:ext cx="2634570" cy="1697547"/>
            </a:xfrm>
            <a:custGeom>
              <a:avLst/>
              <a:pathLst>
                <a:path w="2634570" h="1697547">
                  <a:moveTo>
                    <a:pt x="2191591" y="0"/>
                  </a:moveTo>
                  <a:lnTo>
                    <a:pt x="2191313" y="57702"/>
                  </a:lnTo>
                  <a:lnTo>
                    <a:pt x="2190480" y="114296"/>
                  </a:lnTo>
                  <a:lnTo>
                    <a:pt x="2189093" y="169780"/>
                  </a:lnTo>
                  <a:lnTo>
                    <a:pt x="2187150" y="224155"/>
                  </a:lnTo>
                  <a:lnTo>
                    <a:pt x="2184652" y="277421"/>
                  </a:lnTo>
                  <a:lnTo>
                    <a:pt x="2181599" y="329577"/>
                  </a:lnTo>
                  <a:lnTo>
                    <a:pt x="2177991" y="380624"/>
                  </a:lnTo>
                  <a:lnTo>
                    <a:pt x="2173827" y="430562"/>
                  </a:lnTo>
                  <a:lnTo>
                    <a:pt x="2169109" y="479390"/>
                  </a:lnTo>
                  <a:lnTo>
                    <a:pt x="2163836" y="527109"/>
                  </a:lnTo>
                  <a:lnTo>
                    <a:pt x="2158007" y="573719"/>
                  </a:lnTo>
                  <a:lnTo>
                    <a:pt x="2151623" y="619219"/>
                  </a:lnTo>
                  <a:lnTo>
                    <a:pt x="2144685" y="663611"/>
                  </a:lnTo>
                  <a:lnTo>
                    <a:pt x="2137191" y="706892"/>
                  </a:lnTo>
                  <a:lnTo>
                    <a:pt x="2129142" y="749065"/>
                  </a:lnTo>
                  <a:lnTo>
                    <a:pt x="2120538" y="790128"/>
                  </a:lnTo>
                  <a:lnTo>
                    <a:pt x="2111379" y="830082"/>
                  </a:lnTo>
                  <a:lnTo>
                    <a:pt x="2101664" y="868927"/>
                  </a:lnTo>
                  <a:lnTo>
                    <a:pt x="2091395" y="906662"/>
                  </a:lnTo>
                  <a:lnTo>
                    <a:pt x="2080571" y="943288"/>
                  </a:lnTo>
                  <a:lnTo>
                    <a:pt x="2069191" y="978804"/>
                  </a:lnTo>
                  <a:lnTo>
                    <a:pt x="2057256" y="1013212"/>
                  </a:lnTo>
                  <a:lnTo>
                    <a:pt x="2044767" y="1046510"/>
                  </a:lnTo>
                  <a:lnTo>
                    <a:pt x="2031722" y="1078699"/>
                  </a:lnTo>
                  <a:lnTo>
                    <a:pt x="2018122" y="1109778"/>
                  </a:lnTo>
                  <a:lnTo>
                    <a:pt x="2003967" y="1139748"/>
                  </a:lnTo>
                  <a:lnTo>
                    <a:pt x="1989257" y="1168609"/>
                  </a:lnTo>
                  <a:lnTo>
                    <a:pt x="1973991" y="1196360"/>
                  </a:lnTo>
                  <a:lnTo>
                    <a:pt x="1958171" y="1223002"/>
                  </a:lnTo>
                  <a:lnTo>
                    <a:pt x="1941796" y="1248535"/>
                  </a:lnTo>
                  <a:lnTo>
                    <a:pt x="1924865" y="1272959"/>
                  </a:lnTo>
                  <a:lnTo>
                    <a:pt x="1907379" y="1296273"/>
                  </a:lnTo>
                  <a:lnTo>
                    <a:pt x="1889339" y="1318478"/>
                  </a:lnTo>
                  <a:lnTo>
                    <a:pt x="1870743" y="1339573"/>
                  </a:lnTo>
                  <a:lnTo>
                    <a:pt x="1851592" y="1359560"/>
                  </a:lnTo>
                  <a:lnTo>
                    <a:pt x="1831886" y="1378437"/>
                  </a:lnTo>
                  <a:lnTo>
                    <a:pt x="1811625" y="1396204"/>
                  </a:lnTo>
                  <a:lnTo>
                    <a:pt x="1790808" y="1412863"/>
                  </a:lnTo>
                  <a:lnTo>
                    <a:pt x="1769437" y="1428412"/>
                  </a:lnTo>
                  <a:lnTo>
                    <a:pt x="1747511" y="1442851"/>
                  </a:lnTo>
                  <a:lnTo>
                    <a:pt x="1725029" y="1456182"/>
                  </a:lnTo>
                  <a:lnTo>
                    <a:pt x="1701992" y="1468403"/>
                  </a:lnTo>
                  <a:lnTo>
                    <a:pt x="1678401" y="1479515"/>
                  </a:lnTo>
                  <a:lnTo>
                    <a:pt x="1654254" y="1489517"/>
                  </a:lnTo>
                  <a:lnTo>
                    <a:pt x="1629552" y="1498410"/>
                  </a:lnTo>
                  <a:lnTo>
                    <a:pt x="1604295" y="1506194"/>
                  </a:lnTo>
                  <a:lnTo>
                    <a:pt x="1578483" y="1512869"/>
                  </a:lnTo>
                  <a:lnTo>
                    <a:pt x="1552115" y="1518434"/>
                  </a:lnTo>
                  <a:lnTo>
                    <a:pt x="1525193" y="1522890"/>
                  </a:lnTo>
                  <a:lnTo>
                    <a:pt x="1497716" y="1526236"/>
                  </a:lnTo>
                  <a:lnTo>
                    <a:pt x="1469683" y="1528474"/>
                  </a:lnTo>
                  <a:lnTo>
                    <a:pt x="1441095" y="1529601"/>
                  </a:lnTo>
                  <a:lnTo>
                    <a:pt x="1411953" y="1529620"/>
                  </a:lnTo>
                  <a:lnTo>
                    <a:pt x="1382255" y="1528529"/>
                  </a:lnTo>
                  <a:lnTo>
                    <a:pt x="1352002" y="1526329"/>
                  </a:lnTo>
                  <a:lnTo>
                    <a:pt x="1321194" y="1523020"/>
                  </a:lnTo>
                  <a:lnTo>
                    <a:pt x="1289831" y="1518602"/>
                  </a:lnTo>
                  <a:lnTo>
                    <a:pt x="1257912" y="1513074"/>
                  </a:lnTo>
                  <a:lnTo>
                    <a:pt x="1225439" y="1506436"/>
                  </a:lnTo>
                  <a:lnTo>
                    <a:pt x="1192411" y="1498690"/>
                  </a:lnTo>
                  <a:lnTo>
                    <a:pt x="1158827" y="1489834"/>
                  </a:lnTo>
                  <a:lnTo>
                    <a:pt x="1124688" y="1479869"/>
                  </a:lnTo>
                  <a:lnTo>
                    <a:pt x="1089995" y="1468794"/>
                  </a:lnTo>
                  <a:lnTo>
                    <a:pt x="1054746" y="1456611"/>
                  </a:lnTo>
                  <a:lnTo>
                    <a:pt x="1018942" y="1443318"/>
                  </a:lnTo>
                  <a:lnTo>
                    <a:pt x="982583" y="1428915"/>
                  </a:lnTo>
                  <a:lnTo>
                    <a:pt x="945669" y="1413403"/>
                  </a:lnTo>
                  <a:lnTo>
                    <a:pt x="908199" y="1396782"/>
                  </a:lnTo>
                  <a:lnTo>
                    <a:pt x="870175" y="1379052"/>
                  </a:lnTo>
                  <a:lnTo>
                    <a:pt x="831596" y="1360212"/>
                  </a:lnTo>
                  <a:lnTo>
                    <a:pt x="792461" y="1340263"/>
                  </a:lnTo>
                  <a:lnTo>
                    <a:pt x="752772" y="1319205"/>
                  </a:lnTo>
                  <a:lnTo>
                    <a:pt x="712527" y="1297038"/>
                  </a:lnTo>
                  <a:lnTo>
                    <a:pt x="671727" y="1273761"/>
                  </a:lnTo>
                  <a:lnTo>
                    <a:pt x="630372" y="1249374"/>
                  </a:lnTo>
                  <a:lnTo>
                    <a:pt x="588462" y="1223879"/>
                  </a:lnTo>
                  <a:lnTo>
                    <a:pt x="545997" y="1197274"/>
                  </a:lnTo>
                  <a:lnTo>
                    <a:pt x="502977" y="1169560"/>
                  </a:lnTo>
                  <a:lnTo>
                    <a:pt x="459401" y="1140736"/>
                  </a:lnTo>
                  <a:lnTo>
                    <a:pt x="415271" y="1110804"/>
                  </a:lnTo>
                  <a:lnTo>
                    <a:pt x="370585" y="1079762"/>
                  </a:lnTo>
                  <a:lnTo>
                    <a:pt x="325345" y="1047610"/>
                  </a:lnTo>
                  <a:lnTo>
                    <a:pt x="279549" y="1014349"/>
                  </a:lnTo>
                  <a:lnTo>
                    <a:pt x="233198" y="979979"/>
                  </a:lnTo>
                  <a:lnTo>
                    <a:pt x="206821" y="1015872"/>
                  </a:lnTo>
                  <a:lnTo>
                    <a:pt x="181101" y="1052240"/>
                  </a:lnTo>
                  <a:lnTo>
                    <a:pt x="156048" y="1089069"/>
                  </a:lnTo>
                  <a:lnTo>
                    <a:pt x="131669" y="1126348"/>
                  </a:lnTo>
                  <a:lnTo>
                    <a:pt x="107973" y="1164065"/>
                  </a:lnTo>
                  <a:lnTo>
                    <a:pt x="84967" y="1202207"/>
                  </a:lnTo>
                  <a:lnTo>
                    <a:pt x="62660" y="1240762"/>
                  </a:lnTo>
                  <a:lnTo>
                    <a:pt x="41058" y="1279716"/>
                  </a:lnTo>
                  <a:lnTo>
                    <a:pt x="20169" y="1319057"/>
                  </a:lnTo>
                  <a:lnTo>
                    <a:pt x="0" y="1358772"/>
                  </a:lnTo>
                  <a:lnTo>
                    <a:pt x="45468" y="1381060"/>
                  </a:lnTo>
                  <a:lnTo>
                    <a:pt x="90557" y="1402590"/>
                  </a:lnTo>
                  <a:lnTo>
                    <a:pt x="135266" y="1423362"/>
                  </a:lnTo>
                  <a:lnTo>
                    <a:pt x="179596" y="1443376"/>
                  </a:lnTo>
                  <a:lnTo>
                    <a:pt x="223547" y="1462631"/>
                  </a:lnTo>
                  <a:lnTo>
                    <a:pt x="267118" y="1481127"/>
                  </a:lnTo>
                  <a:lnTo>
                    <a:pt x="310309" y="1498866"/>
                  </a:lnTo>
                  <a:lnTo>
                    <a:pt x="353122" y="1515846"/>
                  </a:lnTo>
                  <a:lnTo>
                    <a:pt x="395554" y="1532067"/>
                  </a:lnTo>
                  <a:lnTo>
                    <a:pt x="437607" y="1547531"/>
                  </a:lnTo>
                  <a:lnTo>
                    <a:pt x="479281" y="1562236"/>
                  </a:lnTo>
                  <a:lnTo>
                    <a:pt x="520575" y="1576183"/>
                  </a:lnTo>
                  <a:lnTo>
                    <a:pt x="561490" y="1589371"/>
                  </a:lnTo>
                  <a:lnTo>
                    <a:pt x="602025" y="1601801"/>
                  </a:lnTo>
                  <a:lnTo>
                    <a:pt x="642181" y="1613473"/>
                  </a:lnTo>
                  <a:lnTo>
                    <a:pt x="681957" y="1624386"/>
                  </a:lnTo>
                  <a:lnTo>
                    <a:pt x="721354" y="1634541"/>
                  </a:lnTo>
                  <a:lnTo>
                    <a:pt x="760372" y="1643938"/>
                  </a:lnTo>
                  <a:lnTo>
                    <a:pt x="799009" y="1652576"/>
                  </a:lnTo>
                  <a:lnTo>
                    <a:pt x="837268" y="1660456"/>
                  </a:lnTo>
                  <a:lnTo>
                    <a:pt x="875147" y="1667577"/>
                  </a:lnTo>
                  <a:lnTo>
                    <a:pt x="912646" y="1673941"/>
                  </a:lnTo>
                  <a:lnTo>
                    <a:pt x="949766" y="1679546"/>
                  </a:lnTo>
                  <a:lnTo>
                    <a:pt x="986507" y="1684392"/>
                  </a:lnTo>
                  <a:lnTo>
                    <a:pt x="1022868" y="1688481"/>
                  </a:lnTo>
                  <a:lnTo>
                    <a:pt x="1058849" y="1691811"/>
                  </a:lnTo>
                  <a:lnTo>
                    <a:pt x="1094452" y="1694382"/>
                  </a:lnTo>
                  <a:lnTo>
                    <a:pt x="1129674" y="1696195"/>
                  </a:lnTo>
                  <a:lnTo>
                    <a:pt x="1164517" y="1697250"/>
                  </a:lnTo>
                  <a:lnTo>
                    <a:pt x="1198981" y="1697547"/>
                  </a:lnTo>
                  <a:lnTo>
                    <a:pt x="1233065" y="1697085"/>
                  </a:lnTo>
                  <a:lnTo>
                    <a:pt x="1266770" y="1695865"/>
                  </a:lnTo>
                  <a:lnTo>
                    <a:pt x="1300095" y="1693887"/>
                  </a:lnTo>
                  <a:lnTo>
                    <a:pt x="1333041" y="1691150"/>
                  </a:lnTo>
                  <a:lnTo>
                    <a:pt x="1365607" y="1687655"/>
                  </a:lnTo>
                  <a:lnTo>
                    <a:pt x="1397794" y="1683401"/>
                  </a:lnTo>
                  <a:lnTo>
                    <a:pt x="1429602" y="1678389"/>
                  </a:lnTo>
                  <a:lnTo>
                    <a:pt x="1461030" y="1672619"/>
                  </a:lnTo>
                  <a:lnTo>
                    <a:pt x="1492078" y="1666091"/>
                  </a:lnTo>
                  <a:lnTo>
                    <a:pt x="1522747" y="1658804"/>
                  </a:lnTo>
                  <a:lnTo>
                    <a:pt x="1553036" y="1650759"/>
                  </a:lnTo>
                  <a:lnTo>
                    <a:pt x="1582946" y="1641955"/>
                  </a:lnTo>
                  <a:lnTo>
                    <a:pt x="1612477" y="1632393"/>
                  </a:lnTo>
                  <a:lnTo>
                    <a:pt x="1641628" y="1622073"/>
                  </a:lnTo>
                  <a:lnTo>
                    <a:pt x="1670400" y="1610995"/>
                  </a:lnTo>
                  <a:lnTo>
                    <a:pt x="1698792" y="1599158"/>
                  </a:lnTo>
                  <a:lnTo>
                    <a:pt x="1726804" y="1586563"/>
                  </a:lnTo>
                  <a:lnTo>
                    <a:pt x="1754438" y="1573209"/>
                  </a:lnTo>
                  <a:lnTo>
                    <a:pt x="1781691" y="1559097"/>
                  </a:lnTo>
                  <a:lnTo>
                    <a:pt x="1808565" y="1544227"/>
                  </a:lnTo>
                  <a:lnTo>
                    <a:pt x="1835060" y="1528599"/>
                  </a:lnTo>
                  <a:lnTo>
                    <a:pt x="1861176" y="1512212"/>
                  </a:lnTo>
                  <a:lnTo>
                    <a:pt x="1886911" y="1495066"/>
                  </a:lnTo>
                  <a:lnTo>
                    <a:pt x="1912268" y="1477163"/>
                  </a:lnTo>
                  <a:lnTo>
                    <a:pt x="1937245" y="1458501"/>
                  </a:lnTo>
                  <a:lnTo>
                    <a:pt x="1961842" y="1439081"/>
                  </a:lnTo>
                  <a:lnTo>
                    <a:pt x="1986060" y="1418902"/>
                  </a:lnTo>
                  <a:lnTo>
                    <a:pt x="2009898" y="1397965"/>
                  </a:lnTo>
                  <a:lnTo>
                    <a:pt x="2033357" y="1376270"/>
                  </a:lnTo>
                  <a:lnTo>
                    <a:pt x="2056437" y="1353816"/>
                  </a:lnTo>
                  <a:lnTo>
                    <a:pt x="2079137" y="1330604"/>
                  </a:lnTo>
                  <a:lnTo>
                    <a:pt x="2101457" y="1306634"/>
                  </a:lnTo>
                  <a:lnTo>
                    <a:pt x="2123398" y="1281906"/>
                  </a:lnTo>
                  <a:lnTo>
                    <a:pt x="2144960" y="1256419"/>
                  </a:lnTo>
                  <a:lnTo>
                    <a:pt x="2166142" y="1230173"/>
                  </a:lnTo>
                  <a:lnTo>
                    <a:pt x="2186945" y="1203170"/>
                  </a:lnTo>
                  <a:lnTo>
                    <a:pt x="2207368" y="1175408"/>
                  </a:lnTo>
                  <a:lnTo>
                    <a:pt x="2227412" y="1146887"/>
                  </a:lnTo>
                  <a:lnTo>
                    <a:pt x="2247076" y="1117609"/>
                  </a:lnTo>
                  <a:lnTo>
                    <a:pt x="2266361" y="1087572"/>
                  </a:lnTo>
                  <a:lnTo>
                    <a:pt x="2285266" y="1056776"/>
                  </a:lnTo>
                  <a:lnTo>
                    <a:pt x="2303792" y="1025223"/>
                  </a:lnTo>
                  <a:lnTo>
                    <a:pt x="2321938" y="992911"/>
                  </a:lnTo>
                  <a:lnTo>
                    <a:pt x="2339705" y="959840"/>
                  </a:lnTo>
                  <a:lnTo>
                    <a:pt x="2357092" y="926012"/>
                  </a:lnTo>
                  <a:lnTo>
                    <a:pt x="2374100" y="891425"/>
                  </a:lnTo>
                  <a:lnTo>
                    <a:pt x="2390729" y="856079"/>
                  </a:lnTo>
                  <a:lnTo>
                    <a:pt x="2406978" y="819976"/>
                  </a:lnTo>
                  <a:lnTo>
                    <a:pt x="2422847" y="783113"/>
                  </a:lnTo>
                  <a:lnTo>
                    <a:pt x="2438337" y="745493"/>
                  </a:lnTo>
                  <a:lnTo>
                    <a:pt x="2453448" y="707114"/>
                  </a:lnTo>
                  <a:lnTo>
                    <a:pt x="2468179" y="667977"/>
                  </a:lnTo>
                  <a:lnTo>
                    <a:pt x="2482531" y="628082"/>
                  </a:lnTo>
                  <a:lnTo>
                    <a:pt x="2496503" y="587428"/>
                  </a:lnTo>
                  <a:lnTo>
                    <a:pt x="2510095" y="546016"/>
                  </a:lnTo>
                  <a:lnTo>
                    <a:pt x="2523309" y="503846"/>
                  </a:lnTo>
                  <a:lnTo>
                    <a:pt x="2536142" y="460917"/>
                  </a:lnTo>
                  <a:lnTo>
                    <a:pt x="2548597" y="417230"/>
                  </a:lnTo>
                  <a:lnTo>
                    <a:pt x="2560671" y="372784"/>
                  </a:lnTo>
                  <a:lnTo>
                    <a:pt x="2572367" y="327581"/>
                  </a:lnTo>
                  <a:lnTo>
                    <a:pt x="2583683" y="281618"/>
                  </a:lnTo>
                  <a:lnTo>
                    <a:pt x="2594619" y="234898"/>
                  </a:lnTo>
                  <a:lnTo>
                    <a:pt x="2605176" y="187419"/>
                  </a:lnTo>
                  <a:lnTo>
                    <a:pt x="2615353" y="139182"/>
                  </a:lnTo>
                  <a:lnTo>
                    <a:pt x="2625151" y="90187"/>
                  </a:lnTo>
                  <a:lnTo>
                    <a:pt x="2634570" y="40433"/>
                  </a:lnTo>
                  <a:lnTo>
                    <a:pt x="2590691" y="32768"/>
                  </a:lnTo>
                  <a:lnTo>
                    <a:pt x="2546680" y="25903"/>
                  </a:lnTo>
                  <a:lnTo>
                    <a:pt x="2502552" y="19840"/>
                  </a:lnTo>
                  <a:lnTo>
                    <a:pt x="2458321" y="14581"/>
                  </a:lnTo>
                  <a:lnTo>
                    <a:pt x="2414001" y="10129"/>
                  </a:lnTo>
                  <a:lnTo>
                    <a:pt x="2369607" y="6484"/>
                  </a:lnTo>
                  <a:lnTo>
                    <a:pt x="2325155" y="3648"/>
                  </a:lnTo>
                  <a:lnTo>
                    <a:pt x="2280658" y="1621"/>
                  </a:lnTo>
                  <a:lnTo>
                    <a:pt x="2236132" y="405"/>
                  </a:lnTo>
                  <a:close/>
                </a:path>
              </a:pathLst>
            </a:custGeom>
            <a:solidFill>
              <a:srgbClr val="E06681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5315333" y="2840080"/>
              <a:ext cx="1696742" cy="2783544"/>
            </a:xfrm>
            <a:custGeom>
              <a:avLst/>
              <a:pathLst>
                <a:path w="1696742" h="2783544">
                  <a:moveTo>
                    <a:pt x="1631553" y="0"/>
                  </a:moveTo>
                  <a:lnTo>
                    <a:pt x="1583446" y="12185"/>
                  </a:lnTo>
                  <a:lnTo>
                    <a:pt x="1536058" y="24706"/>
                  </a:lnTo>
                  <a:lnTo>
                    <a:pt x="1489391" y="37561"/>
                  </a:lnTo>
                  <a:lnTo>
                    <a:pt x="1443443" y="50750"/>
                  </a:lnTo>
                  <a:lnTo>
                    <a:pt x="1398216" y="64273"/>
                  </a:lnTo>
                  <a:lnTo>
                    <a:pt x="1353708" y="78131"/>
                  </a:lnTo>
                  <a:lnTo>
                    <a:pt x="1309920" y="92323"/>
                  </a:lnTo>
                  <a:lnTo>
                    <a:pt x="1266852" y="106850"/>
                  </a:lnTo>
                  <a:lnTo>
                    <a:pt x="1224504" y="121711"/>
                  </a:lnTo>
                  <a:lnTo>
                    <a:pt x="1182875" y="136906"/>
                  </a:lnTo>
                  <a:lnTo>
                    <a:pt x="1141967" y="152436"/>
                  </a:lnTo>
                  <a:lnTo>
                    <a:pt x="1101778" y="168300"/>
                  </a:lnTo>
                  <a:lnTo>
                    <a:pt x="1062310" y="184499"/>
                  </a:lnTo>
                  <a:lnTo>
                    <a:pt x="1023561" y="201032"/>
                  </a:lnTo>
                  <a:lnTo>
                    <a:pt x="985532" y="217899"/>
                  </a:lnTo>
                  <a:lnTo>
                    <a:pt x="948223" y="235101"/>
                  </a:lnTo>
                  <a:lnTo>
                    <a:pt x="911633" y="252637"/>
                  </a:lnTo>
                  <a:lnTo>
                    <a:pt x="875764" y="270507"/>
                  </a:lnTo>
                  <a:lnTo>
                    <a:pt x="840614" y="288712"/>
                  </a:lnTo>
                  <a:lnTo>
                    <a:pt x="806185" y="307251"/>
                  </a:lnTo>
                  <a:lnTo>
                    <a:pt x="772475" y="326125"/>
                  </a:lnTo>
                  <a:lnTo>
                    <a:pt x="739485" y="345333"/>
                  </a:lnTo>
                  <a:lnTo>
                    <a:pt x="707215" y="364875"/>
                  </a:lnTo>
                  <a:lnTo>
                    <a:pt x="675665" y="384752"/>
                  </a:lnTo>
                  <a:lnTo>
                    <a:pt x="644834" y="404963"/>
                  </a:lnTo>
                  <a:lnTo>
                    <a:pt x="614724" y="425509"/>
                  </a:lnTo>
                  <a:lnTo>
                    <a:pt x="585333" y="446389"/>
                  </a:lnTo>
                  <a:lnTo>
                    <a:pt x="556663" y="467603"/>
                  </a:lnTo>
                  <a:lnTo>
                    <a:pt x="528712" y="489152"/>
                  </a:lnTo>
                  <a:lnTo>
                    <a:pt x="501481" y="511035"/>
                  </a:lnTo>
                  <a:lnTo>
                    <a:pt x="474970" y="533252"/>
                  </a:lnTo>
                  <a:lnTo>
                    <a:pt x="449178" y="555804"/>
                  </a:lnTo>
                  <a:lnTo>
                    <a:pt x="424107" y="578690"/>
                  </a:lnTo>
                  <a:lnTo>
                    <a:pt x="399755" y="601911"/>
                  </a:lnTo>
                  <a:lnTo>
                    <a:pt x="376124" y="625466"/>
                  </a:lnTo>
                  <a:lnTo>
                    <a:pt x="353212" y="649355"/>
                  </a:lnTo>
                  <a:lnTo>
                    <a:pt x="331020" y="673579"/>
                  </a:lnTo>
                  <a:lnTo>
                    <a:pt x="309548" y="698137"/>
                  </a:lnTo>
                  <a:lnTo>
                    <a:pt x="288796" y="723029"/>
                  </a:lnTo>
                  <a:lnTo>
                    <a:pt x="268763" y="748256"/>
                  </a:lnTo>
                  <a:lnTo>
                    <a:pt x="249451" y="773818"/>
                  </a:lnTo>
                  <a:lnTo>
                    <a:pt x="230858" y="799713"/>
                  </a:lnTo>
                  <a:lnTo>
                    <a:pt x="212985" y="825943"/>
                  </a:lnTo>
                  <a:lnTo>
                    <a:pt x="195833" y="852508"/>
                  </a:lnTo>
                  <a:lnTo>
                    <a:pt x="179400" y="879406"/>
                  </a:lnTo>
                  <a:lnTo>
                    <a:pt x="163686" y="906640"/>
                  </a:lnTo>
                  <a:lnTo>
                    <a:pt x="148693" y="934207"/>
                  </a:lnTo>
                  <a:lnTo>
                    <a:pt x="134420" y="962109"/>
                  </a:lnTo>
                  <a:lnTo>
                    <a:pt x="120866" y="990345"/>
                  </a:lnTo>
                  <a:lnTo>
                    <a:pt x="108032" y="1018916"/>
                  </a:lnTo>
                  <a:lnTo>
                    <a:pt x="95919" y="1047821"/>
                  </a:lnTo>
                  <a:lnTo>
                    <a:pt x="84525" y="1077061"/>
                  </a:lnTo>
                  <a:lnTo>
                    <a:pt x="73851" y="1106635"/>
                  </a:lnTo>
                  <a:lnTo>
                    <a:pt x="63896" y="1136543"/>
                  </a:lnTo>
                  <a:lnTo>
                    <a:pt x="54662" y="1166785"/>
                  </a:lnTo>
                  <a:lnTo>
                    <a:pt x="46148" y="1197362"/>
                  </a:lnTo>
                  <a:lnTo>
                    <a:pt x="38353" y="1228274"/>
                  </a:lnTo>
                  <a:lnTo>
                    <a:pt x="31278" y="1259520"/>
                  </a:lnTo>
                  <a:lnTo>
                    <a:pt x="24923" y="1291100"/>
                  </a:lnTo>
                  <a:lnTo>
                    <a:pt x="19288" y="1323014"/>
                  </a:lnTo>
                  <a:lnTo>
                    <a:pt x="14373" y="1355263"/>
                  </a:lnTo>
                  <a:lnTo>
                    <a:pt x="10178" y="1387846"/>
                  </a:lnTo>
                  <a:lnTo>
                    <a:pt x="6702" y="1420764"/>
                  </a:lnTo>
                  <a:lnTo>
                    <a:pt x="3947" y="1454016"/>
                  </a:lnTo>
                  <a:lnTo>
                    <a:pt x="1911" y="1487603"/>
                  </a:lnTo>
                  <a:lnTo>
                    <a:pt x="595" y="1521523"/>
                  </a:lnTo>
                  <a:lnTo>
                    <a:pt x="0" y="1555779"/>
                  </a:lnTo>
                  <a:lnTo>
                    <a:pt x="123" y="1590368"/>
                  </a:lnTo>
                  <a:lnTo>
                    <a:pt x="967" y="1625292"/>
                  </a:lnTo>
                  <a:lnTo>
                    <a:pt x="2531" y="1660551"/>
                  </a:lnTo>
                  <a:lnTo>
                    <a:pt x="4814" y="1696143"/>
                  </a:lnTo>
                  <a:lnTo>
                    <a:pt x="7818" y="1732070"/>
                  </a:lnTo>
                  <a:lnTo>
                    <a:pt x="11541" y="1768332"/>
                  </a:lnTo>
                  <a:lnTo>
                    <a:pt x="15984" y="1804928"/>
                  </a:lnTo>
                  <a:lnTo>
                    <a:pt x="21147" y="1841858"/>
                  </a:lnTo>
                  <a:lnTo>
                    <a:pt x="27030" y="1879123"/>
                  </a:lnTo>
                  <a:lnTo>
                    <a:pt x="33633" y="1916722"/>
                  </a:lnTo>
                  <a:lnTo>
                    <a:pt x="40955" y="1954655"/>
                  </a:lnTo>
                  <a:lnTo>
                    <a:pt x="48998" y="1992923"/>
                  </a:lnTo>
                  <a:lnTo>
                    <a:pt x="57760" y="2031525"/>
                  </a:lnTo>
                  <a:lnTo>
                    <a:pt x="67242" y="2070462"/>
                  </a:lnTo>
                  <a:lnTo>
                    <a:pt x="77444" y="2109733"/>
                  </a:lnTo>
                  <a:lnTo>
                    <a:pt x="88366" y="2149338"/>
                  </a:lnTo>
                  <a:lnTo>
                    <a:pt x="100008" y="2189278"/>
                  </a:lnTo>
                  <a:lnTo>
                    <a:pt x="112370" y="2229552"/>
                  </a:lnTo>
                  <a:lnTo>
                    <a:pt x="125451" y="2270160"/>
                  </a:lnTo>
                  <a:lnTo>
                    <a:pt x="139252" y="2311103"/>
                  </a:lnTo>
                  <a:lnTo>
                    <a:pt x="153774" y="2352380"/>
                  </a:lnTo>
                  <a:lnTo>
                    <a:pt x="169015" y="2393992"/>
                  </a:lnTo>
                  <a:lnTo>
                    <a:pt x="184976" y="2435938"/>
                  </a:lnTo>
                  <a:lnTo>
                    <a:pt x="201657" y="2478218"/>
                  </a:lnTo>
                  <a:lnTo>
                    <a:pt x="219057" y="2520833"/>
                  </a:lnTo>
                  <a:lnTo>
                    <a:pt x="237178" y="2563782"/>
                  </a:lnTo>
                  <a:lnTo>
                    <a:pt x="256018" y="2607066"/>
                  </a:lnTo>
                  <a:lnTo>
                    <a:pt x="275579" y="2650684"/>
                  </a:lnTo>
                  <a:lnTo>
                    <a:pt x="295859" y="2694636"/>
                  </a:lnTo>
                  <a:lnTo>
                    <a:pt x="316859" y="2738923"/>
                  </a:lnTo>
                  <a:lnTo>
                    <a:pt x="338579" y="2783544"/>
                  </a:lnTo>
                  <a:lnTo>
                    <a:pt x="379554" y="2762864"/>
                  </a:lnTo>
                  <a:lnTo>
                    <a:pt x="420134" y="2741419"/>
                  </a:lnTo>
                  <a:lnTo>
                    <a:pt x="460305" y="2719216"/>
                  </a:lnTo>
                  <a:lnTo>
                    <a:pt x="500052" y="2696264"/>
                  </a:lnTo>
                  <a:lnTo>
                    <a:pt x="539362" y="2672571"/>
                  </a:lnTo>
                  <a:lnTo>
                    <a:pt x="578220" y="2648144"/>
                  </a:lnTo>
                  <a:lnTo>
                    <a:pt x="616614" y="2622993"/>
                  </a:lnTo>
                  <a:lnTo>
                    <a:pt x="654529" y="2597126"/>
                  </a:lnTo>
                  <a:lnTo>
                    <a:pt x="691952" y="2570552"/>
                  </a:lnTo>
                  <a:lnTo>
                    <a:pt x="659832" y="2525747"/>
                  </a:lnTo>
                  <a:lnTo>
                    <a:pt x="628713" y="2481408"/>
                  </a:lnTo>
                  <a:lnTo>
                    <a:pt x="598595" y="2437533"/>
                  </a:lnTo>
                  <a:lnTo>
                    <a:pt x="569478" y="2394123"/>
                  </a:lnTo>
                  <a:lnTo>
                    <a:pt x="541362" y="2351178"/>
                  </a:lnTo>
                  <a:lnTo>
                    <a:pt x="514246" y="2308698"/>
                  </a:lnTo>
                  <a:lnTo>
                    <a:pt x="488132" y="2266683"/>
                  </a:lnTo>
                  <a:lnTo>
                    <a:pt x="463018" y="2225132"/>
                  </a:lnTo>
                  <a:lnTo>
                    <a:pt x="438906" y="2184047"/>
                  </a:lnTo>
                  <a:lnTo>
                    <a:pt x="415794" y="2143426"/>
                  </a:lnTo>
                  <a:lnTo>
                    <a:pt x="393683" y="2103271"/>
                  </a:lnTo>
                  <a:lnTo>
                    <a:pt x="372573" y="2063580"/>
                  </a:lnTo>
                  <a:lnTo>
                    <a:pt x="352463" y="2024354"/>
                  </a:lnTo>
                  <a:lnTo>
                    <a:pt x="333355" y="1985594"/>
                  </a:lnTo>
                  <a:lnTo>
                    <a:pt x="315247" y="1947298"/>
                  </a:lnTo>
                  <a:lnTo>
                    <a:pt x="298141" y="1909467"/>
                  </a:lnTo>
                  <a:lnTo>
                    <a:pt x="282035" y="1872101"/>
                  </a:lnTo>
                  <a:lnTo>
                    <a:pt x="266930" y="1835199"/>
                  </a:lnTo>
                  <a:lnTo>
                    <a:pt x="252826" y="1798763"/>
                  </a:lnTo>
                  <a:lnTo>
                    <a:pt x="239723" y="1762792"/>
                  </a:lnTo>
                  <a:lnTo>
                    <a:pt x="227620" y="1727285"/>
                  </a:lnTo>
                  <a:lnTo>
                    <a:pt x="216519" y="1692244"/>
                  </a:lnTo>
                  <a:lnTo>
                    <a:pt x="206418" y="1657667"/>
                  </a:lnTo>
                  <a:lnTo>
                    <a:pt x="197319" y="1623555"/>
                  </a:lnTo>
                  <a:lnTo>
                    <a:pt x="189220" y="1589909"/>
                  </a:lnTo>
                  <a:lnTo>
                    <a:pt x="182122" y="1556727"/>
                  </a:lnTo>
                  <a:lnTo>
                    <a:pt x="176025" y="1524010"/>
                  </a:lnTo>
                  <a:lnTo>
                    <a:pt x="170929" y="1491758"/>
                  </a:lnTo>
                  <a:lnTo>
                    <a:pt x="166833" y="1459970"/>
                  </a:lnTo>
                  <a:lnTo>
                    <a:pt x="163739" y="1428648"/>
                  </a:lnTo>
                  <a:lnTo>
                    <a:pt x="161645" y="1397791"/>
                  </a:lnTo>
                  <a:lnTo>
                    <a:pt x="160552" y="1367398"/>
                  </a:lnTo>
                  <a:lnTo>
                    <a:pt x="160460" y="1337471"/>
                  </a:lnTo>
                  <a:lnTo>
                    <a:pt x="161369" y="1308008"/>
                  </a:lnTo>
                  <a:lnTo>
                    <a:pt x="163279" y="1279010"/>
                  </a:lnTo>
                  <a:lnTo>
                    <a:pt x="166190" y="1250477"/>
                  </a:lnTo>
                  <a:lnTo>
                    <a:pt x="170101" y="1222410"/>
                  </a:lnTo>
                  <a:lnTo>
                    <a:pt x="175014" y="1194807"/>
                  </a:lnTo>
                  <a:lnTo>
                    <a:pt x="180927" y="1167668"/>
                  </a:lnTo>
                  <a:lnTo>
                    <a:pt x="187841" y="1140995"/>
                  </a:lnTo>
                  <a:lnTo>
                    <a:pt x="195756" y="1114787"/>
                  </a:lnTo>
                  <a:lnTo>
                    <a:pt x="204672" y="1089044"/>
                  </a:lnTo>
                  <a:lnTo>
                    <a:pt x="214589" y="1063765"/>
                  </a:lnTo>
                  <a:lnTo>
                    <a:pt x="225507" y="1038952"/>
                  </a:lnTo>
                  <a:lnTo>
                    <a:pt x="237425" y="1014603"/>
                  </a:lnTo>
                  <a:lnTo>
                    <a:pt x="250344" y="990719"/>
                  </a:lnTo>
                  <a:lnTo>
                    <a:pt x="264265" y="967300"/>
                  </a:lnTo>
                  <a:lnTo>
                    <a:pt x="279186" y="944347"/>
                  </a:lnTo>
                  <a:lnTo>
                    <a:pt x="295108" y="921858"/>
                  </a:lnTo>
                  <a:lnTo>
                    <a:pt x="312031" y="899833"/>
                  </a:lnTo>
                  <a:lnTo>
                    <a:pt x="329954" y="878274"/>
                  </a:lnTo>
                  <a:lnTo>
                    <a:pt x="348879" y="857180"/>
                  </a:lnTo>
                  <a:lnTo>
                    <a:pt x="368804" y="836551"/>
                  </a:lnTo>
                  <a:lnTo>
                    <a:pt x="389731" y="816386"/>
                  </a:lnTo>
                  <a:lnTo>
                    <a:pt x="411658" y="796687"/>
                  </a:lnTo>
                  <a:lnTo>
                    <a:pt x="434586" y="777452"/>
                  </a:lnTo>
                  <a:lnTo>
                    <a:pt x="458515" y="758682"/>
                  </a:lnTo>
                  <a:lnTo>
                    <a:pt x="483445" y="740377"/>
                  </a:lnTo>
                  <a:lnTo>
                    <a:pt x="509375" y="722538"/>
                  </a:lnTo>
                  <a:lnTo>
                    <a:pt x="536307" y="705163"/>
                  </a:lnTo>
                  <a:lnTo>
                    <a:pt x="564239" y="688252"/>
                  </a:lnTo>
                  <a:lnTo>
                    <a:pt x="593172" y="671807"/>
                  </a:lnTo>
                  <a:lnTo>
                    <a:pt x="623107" y="655827"/>
                  </a:lnTo>
                  <a:lnTo>
                    <a:pt x="654042" y="640312"/>
                  </a:lnTo>
                  <a:lnTo>
                    <a:pt x="685977" y="625261"/>
                  </a:lnTo>
                  <a:lnTo>
                    <a:pt x="718914" y="610676"/>
                  </a:lnTo>
                  <a:lnTo>
                    <a:pt x="752852" y="596555"/>
                  </a:lnTo>
                  <a:lnTo>
                    <a:pt x="787790" y="582899"/>
                  </a:lnTo>
                  <a:lnTo>
                    <a:pt x="823730" y="569709"/>
                  </a:lnTo>
                  <a:lnTo>
                    <a:pt x="860670" y="556983"/>
                  </a:lnTo>
                  <a:lnTo>
                    <a:pt x="898611" y="544722"/>
                  </a:lnTo>
                  <a:lnTo>
                    <a:pt x="937553" y="532926"/>
                  </a:lnTo>
                  <a:lnTo>
                    <a:pt x="977496" y="521594"/>
                  </a:lnTo>
                  <a:lnTo>
                    <a:pt x="1018439" y="510728"/>
                  </a:lnTo>
                  <a:lnTo>
                    <a:pt x="1060384" y="500327"/>
                  </a:lnTo>
                  <a:lnTo>
                    <a:pt x="1103329" y="490390"/>
                  </a:lnTo>
                  <a:lnTo>
                    <a:pt x="1147276" y="480919"/>
                  </a:lnTo>
                  <a:lnTo>
                    <a:pt x="1192223" y="471912"/>
                  </a:lnTo>
                  <a:lnTo>
                    <a:pt x="1238171" y="463370"/>
                  </a:lnTo>
                  <a:lnTo>
                    <a:pt x="1285120" y="455294"/>
                  </a:lnTo>
                  <a:lnTo>
                    <a:pt x="1333069" y="447682"/>
                  </a:lnTo>
                  <a:lnTo>
                    <a:pt x="1382020" y="440535"/>
                  </a:lnTo>
                  <a:lnTo>
                    <a:pt x="1431971" y="433853"/>
                  </a:lnTo>
                  <a:lnTo>
                    <a:pt x="1482924" y="427635"/>
                  </a:lnTo>
                  <a:lnTo>
                    <a:pt x="1534877" y="421883"/>
                  </a:lnTo>
                  <a:lnTo>
                    <a:pt x="1587831" y="416596"/>
                  </a:lnTo>
                  <a:lnTo>
                    <a:pt x="1641786" y="411773"/>
                  </a:lnTo>
                  <a:lnTo>
                    <a:pt x="1696742" y="407416"/>
                  </a:lnTo>
                  <a:lnTo>
                    <a:pt x="1692908" y="361678"/>
                  </a:lnTo>
                  <a:lnTo>
                    <a:pt x="1688217" y="316020"/>
                  </a:lnTo>
                  <a:lnTo>
                    <a:pt x="1682670" y="270459"/>
                  </a:lnTo>
                  <a:lnTo>
                    <a:pt x="1676270" y="225009"/>
                  </a:lnTo>
                  <a:lnTo>
                    <a:pt x="1669018" y="179687"/>
                  </a:lnTo>
                  <a:lnTo>
                    <a:pt x="1660918" y="134510"/>
                  </a:lnTo>
                  <a:lnTo>
                    <a:pt x="1651971" y="89492"/>
                  </a:lnTo>
                  <a:lnTo>
                    <a:pt x="1642182" y="44650"/>
                  </a:lnTo>
                  <a:close/>
                </a:path>
              </a:pathLst>
            </a:custGeom>
            <a:solidFill>
              <a:srgbClr val="EE6161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3432650" y="2592329"/>
              <a:ext cx="3514236" cy="3110341"/>
            </a:xfrm>
            <a:custGeom>
              <a:avLst/>
              <a:pathLst>
                <a:path w="3514236" h="3110341">
                  <a:moveTo>
                    <a:pt x="3438674" y="0"/>
                  </a:moveTo>
                  <a:lnTo>
                    <a:pt x="3401058" y="13805"/>
                  </a:lnTo>
                  <a:lnTo>
                    <a:pt x="3363598" y="27788"/>
                  </a:lnTo>
                  <a:lnTo>
                    <a:pt x="3326294" y="41951"/>
                  </a:lnTo>
                  <a:lnTo>
                    <a:pt x="3289146" y="56291"/>
                  </a:lnTo>
                  <a:lnTo>
                    <a:pt x="3252153" y="70811"/>
                  </a:lnTo>
                  <a:lnTo>
                    <a:pt x="3215317" y="85509"/>
                  </a:lnTo>
                  <a:lnTo>
                    <a:pt x="3178636" y="100385"/>
                  </a:lnTo>
                  <a:lnTo>
                    <a:pt x="3142111" y="115440"/>
                  </a:lnTo>
                  <a:lnTo>
                    <a:pt x="3105742" y="130674"/>
                  </a:lnTo>
                  <a:lnTo>
                    <a:pt x="3069529" y="146086"/>
                  </a:lnTo>
                  <a:lnTo>
                    <a:pt x="3033472" y="161676"/>
                  </a:lnTo>
                  <a:lnTo>
                    <a:pt x="2997570" y="177445"/>
                  </a:lnTo>
                  <a:lnTo>
                    <a:pt x="2961825" y="193393"/>
                  </a:lnTo>
                  <a:lnTo>
                    <a:pt x="2926235" y="209519"/>
                  </a:lnTo>
                  <a:lnTo>
                    <a:pt x="2890802" y="225824"/>
                  </a:lnTo>
                  <a:lnTo>
                    <a:pt x="2855524" y="242307"/>
                  </a:lnTo>
                  <a:lnTo>
                    <a:pt x="2820402" y="258969"/>
                  </a:lnTo>
                  <a:lnTo>
                    <a:pt x="2785436" y="275809"/>
                  </a:lnTo>
                  <a:lnTo>
                    <a:pt x="2750625" y="292828"/>
                  </a:lnTo>
                  <a:lnTo>
                    <a:pt x="2715971" y="310026"/>
                  </a:lnTo>
                  <a:lnTo>
                    <a:pt x="2681472" y="327402"/>
                  </a:lnTo>
                  <a:lnTo>
                    <a:pt x="2647130" y="344956"/>
                  </a:lnTo>
                  <a:lnTo>
                    <a:pt x="2612943" y="362689"/>
                  </a:lnTo>
                  <a:lnTo>
                    <a:pt x="2578912" y="380601"/>
                  </a:lnTo>
                  <a:lnTo>
                    <a:pt x="2545037" y="398691"/>
                  </a:lnTo>
                  <a:lnTo>
                    <a:pt x="2511318" y="416960"/>
                  </a:lnTo>
                  <a:lnTo>
                    <a:pt x="2477754" y="435407"/>
                  </a:lnTo>
                  <a:lnTo>
                    <a:pt x="2444347" y="454032"/>
                  </a:lnTo>
                  <a:lnTo>
                    <a:pt x="2411095" y="472837"/>
                  </a:lnTo>
                  <a:lnTo>
                    <a:pt x="2378000" y="491820"/>
                  </a:lnTo>
                  <a:lnTo>
                    <a:pt x="2345060" y="510981"/>
                  </a:lnTo>
                  <a:lnTo>
                    <a:pt x="2312276" y="530321"/>
                  </a:lnTo>
                  <a:lnTo>
                    <a:pt x="2279648" y="549839"/>
                  </a:lnTo>
                  <a:lnTo>
                    <a:pt x="2247175" y="569536"/>
                  </a:lnTo>
                  <a:lnTo>
                    <a:pt x="2214859" y="589412"/>
                  </a:lnTo>
                  <a:lnTo>
                    <a:pt x="2182698" y="609466"/>
                  </a:lnTo>
                  <a:lnTo>
                    <a:pt x="2150694" y="629699"/>
                  </a:lnTo>
                  <a:lnTo>
                    <a:pt x="2118845" y="650110"/>
                  </a:lnTo>
                  <a:lnTo>
                    <a:pt x="2087152" y="670699"/>
                  </a:lnTo>
                  <a:lnTo>
                    <a:pt x="2055615" y="691468"/>
                  </a:lnTo>
                  <a:lnTo>
                    <a:pt x="2024234" y="712414"/>
                  </a:lnTo>
                  <a:lnTo>
                    <a:pt x="1993009" y="733540"/>
                  </a:lnTo>
                  <a:lnTo>
                    <a:pt x="1961939" y="754843"/>
                  </a:lnTo>
                  <a:lnTo>
                    <a:pt x="1931026" y="776326"/>
                  </a:lnTo>
                  <a:lnTo>
                    <a:pt x="1900268" y="797987"/>
                  </a:lnTo>
                  <a:lnTo>
                    <a:pt x="1869666" y="819826"/>
                  </a:lnTo>
                  <a:lnTo>
                    <a:pt x="1839220" y="841844"/>
                  </a:lnTo>
                  <a:lnTo>
                    <a:pt x="1808930" y="864041"/>
                  </a:lnTo>
                  <a:lnTo>
                    <a:pt x="1778796" y="886416"/>
                  </a:lnTo>
                  <a:lnTo>
                    <a:pt x="1748818" y="908969"/>
                  </a:lnTo>
                  <a:lnTo>
                    <a:pt x="1718995" y="931702"/>
                  </a:lnTo>
                  <a:lnTo>
                    <a:pt x="1689328" y="954612"/>
                  </a:lnTo>
                  <a:lnTo>
                    <a:pt x="1659818" y="977702"/>
                  </a:lnTo>
                  <a:lnTo>
                    <a:pt x="1630463" y="1000969"/>
                  </a:lnTo>
                  <a:lnTo>
                    <a:pt x="1601264" y="1024416"/>
                  </a:lnTo>
                  <a:lnTo>
                    <a:pt x="1572221" y="1048041"/>
                  </a:lnTo>
                  <a:lnTo>
                    <a:pt x="1543333" y="1071844"/>
                  </a:lnTo>
                  <a:lnTo>
                    <a:pt x="1514602" y="1095826"/>
                  </a:lnTo>
                  <a:lnTo>
                    <a:pt x="1486026" y="1119986"/>
                  </a:lnTo>
                  <a:lnTo>
                    <a:pt x="1457607" y="1144325"/>
                  </a:lnTo>
                  <a:lnTo>
                    <a:pt x="1429343" y="1168843"/>
                  </a:lnTo>
                  <a:lnTo>
                    <a:pt x="1401235" y="1193539"/>
                  </a:lnTo>
                  <a:lnTo>
                    <a:pt x="1373283" y="1218414"/>
                  </a:lnTo>
                  <a:lnTo>
                    <a:pt x="1345487" y="1243467"/>
                  </a:lnTo>
                  <a:lnTo>
                    <a:pt x="1317847" y="1268699"/>
                  </a:lnTo>
                  <a:lnTo>
                    <a:pt x="1290362" y="1294109"/>
                  </a:lnTo>
                  <a:lnTo>
                    <a:pt x="1263034" y="1319698"/>
                  </a:lnTo>
                  <a:lnTo>
                    <a:pt x="1235861" y="1345465"/>
                  </a:lnTo>
                  <a:lnTo>
                    <a:pt x="1208844" y="1371411"/>
                  </a:lnTo>
                  <a:lnTo>
                    <a:pt x="1181983" y="1397535"/>
                  </a:lnTo>
                  <a:lnTo>
                    <a:pt x="1155278" y="1423838"/>
                  </a:lnTo>
                  <a:lnTo>
                    <a:pt x="1128729" y="1450320"/>
                  </a:lnTo>
                  <a:lnTo>
                    <a:pt x="1102335" y="1476980"/>
                  </a:lnTo>
                  <a:lnTo>
                    <a:pt x="1076098" y="1503818"/>
                  </a:lnTo>
                  <a:lnTo>
                    <a:pt x="1050016" y="1530835"/>
                  </a:lnTo>
                  <a:lnTo>
                    <a:pt x="1024090" y="1558031"/>
                  </a:lnTo>
                  <a:lnTo>
                    <a:pt x="998321" y="1585405"/>
                  </a:lnTo>
                  <a:lnTo>
                    <a:pt x="972707" y="1612958"/>
                  </a:lnTo>
                  <a:lnTo>
                    <a:pt x="947248" y="1640689"/>
                  </a:lnTo>
                  <a:lnTo>
                    <a:pt x="921946" y="1668599"/>
                  </a:lnTo>
                  <a:lnTo>
                    <a:pt x="896800" y="1696687"/>
                  </a:lnTo>
                  <a:lnTo>
                    <a:pt x="871809" y="1724954"/>
                  </a:lnTo>
                  <a:lnTo>
                    <a:pt x="846974" y="1753400"/>
                  </a:lnTo>
                  <a:lnTo>
                    <a:pt x="822296" y="1782024"/>
                  </a:lnTo>
                  <a:lnTo>
                    <a:pt x="797773" y="1810826"/>
                  </a:lnTo>
                  <a:lnTo>
                    <a:pt x="773406" y="1839807"/>
                  </a:lnTo>
                  <a:lnTo>
                    <a:pt x="749194" y="1868967"/>
                  </a:lnTo>
                  <a:lnTo>
                    <a:pt x="725139" y="1898305"/>
                  </a:lnTo>
                  <a:lnTo>
                    <a:pt x="701240" y="1927822"/>
                  </a:lnTo>
                  <a:lnTo>
                    <a:pt x="677496" y="1957517"/>
                  </a:lnTo>
                  <a:lnTo>
                    <a:pt x="653908" y="1987391"/>
                  </a:lnTo>
                  <a:lnTo>
                    <a:pt x="630476" y="2017443"/>
                  </a:lnTo>
                  <a:lnTo>
                    <a:pt x="607200" y="2047674"/>
                  </a:lnTo>
                  <a:lnTo>
                    <a:pt x="584080" y="2078083"/>
                  </a:lnTo>
                  <a:lnTo>
                    <a:pt x="561116" y="2108671"/>
                  </a:lnTo>
                  <a:lnTo>
                    <a:pt x="538308" y="2139437"/>
                  </a:lnTo>
                  <a:lnTo>
                    <a:pt x="515655" y="2170382"/>
                  </a:lnTo>
                  <a:lnTo>
                    <a:pt x="493158" y="2201506"/>
                  </a:lnTo>
                  <a:lnTo>
                    <a:pt x="470818" y="2232808"/>
                  </a:lnTo>
                  <a:lnTo>
                    <a:pt x="448633" y="2264289"/>
                  </a:lnTo>
                  <a:lnTo>
                    <a:pt x="426604" y="2295948"/>
                  </a:lnTo>
                  <a:lnTo>
                    <a:pt x="404731" y="2327785"/>
                  </a:lnTo>
                  <a:lnTo>
                    <a:pt x="383013" y="2359802"/>
                  </a:lnTo>
                  <a:lnTo>
                    <a:pt x="361452" y="2391996"/>
                  </a:lnTo>
                  <a:lnTo>
                    <a:pt x="340046" y="2424370"/>
                  </a:lnTo>
                  <a:lnTo>
                    <a:pt x="318797" y="2456921"/>
                  </a:lnTo>
                  <a:lnTo>
                    <a:pt x="297703" y="2489652"/>
                  </a:lnTo>
                  <a:lnTo>
                    <a:pt x="276765" y="2522561"/>
                  </a:lnTo>
                  <a:lnTo>
                    <a:pt x="255983" y="2555648"/>
                  </a:lnTo>
                  <a:lnTo>
                    <a:pt x="235356" y="2588914"/>
                  </a:lnTo>
                  <a:lnTo>
                    <a:pt x="214886" y="2622359"/>
                  </a:lnTo>
                  <a:lnTo>
                    <a:pt x="194572" y="2655982"/>
                  </a:lnTo>
                  <a:lnTo>
                    <a:pt x="174413" y="2689783"/>
                  </a:lnTo>
                  <a:lnTo>
                    <a:pt x="154410" y="2723764"/>
                  </a:lnTo>
                  <a:lnTo>
                    <a:pt x="134563" y="2757922"/>
                  </a:lnTo>
                  <a:lnTo>
                    <a:pt x="114872" y="2792260"/>
                  </a:lnTo>
                  <a:lnTo>
                    <a:pt x="95337" y="2826775"/>
                  </a:lnTo>
                  <a:lnTo>
                    <a:pt x="75958" y="2861470"/>
                  </a:lnTo>
                  <a:lnTo>
                    <a:pt x="56735" y="2896342"/>
                  </a:lnTo>
                  <a:lnTo>
                    <a:pt x="37667" y="2931394"/>
                  </a:lnTo>
                  <a:lnTo>
                    <a:pt x="18755" y="2966624"/>
                  </a:lnTo>
                  <a:lnTo>
                    <a:pt x="0" y="3002032"/>
                  </a:lnTo>
                  <a:lnTo>
                    <a:pt x="46118" y="3025678"/>
                  </a:lnTo>
                  <a:lnTo>
                    <a:pt x="92726" y="3048342"/>
                  </a:lnTo>
                  <a:lnTo>
                    <a:pt x="139805" y="3070013"/>
                  </a:lnTo>
                  <a:lnTo>
                    <a:pt x="187331" y="3090683"/>
                  </a:lnTo>
                  <a:lnTo>
                    <a:pt x="235285" y="3110341"/>
                  </a:lnTo>
                  <a:lnTo>
                    <a:pt x="250455" y="3072563"/>
                  </a:lnTo>
                  <a:lnTo>
                    <a:pt x="265829" y="3035020"/>
                  </a:lnTo>
                  <a:lnTo>
                    <a:pt x="281407" y="2997710"/>
                  </a:lnTo>
                  <a:lnTo>
                    <a:pt x="297190" y="2960635"/>
                  </a:lnTo>
                  <a:lnTo>
                    <a:pt x="313177" y="2923793"/>
                  </a:lnTo>
                  <a:lnTo>
                    <a:pt x="329368" y="2887186"/>
                  </a:lnTo>
                  <a:lnTo>
                    <a:pt x="345764" y="2850812"/>
                  </a:lnTo>
                  <a:lnTo>
                    <a:pt x="362364" y="2814673"/>
                  </a:lnTo>
                  <a:lnTo>
                    <a:pt x="379168" y="2778767"/>
                  </a:lnTo>
                  <a:lnTo>
                    <a:pt x="396176" y="2743095"/>
                  </a:lnTo>
                  <a:lnTo>
                    <a:pt x="413389" y="2707658"/>
                  </a:lnTo>
                  <a:lnTo>
                    <a:pt x="430806" y="2672454"/>
                  </a:lnTo>
                  <a:lnTo>
                    <a:pt x="448427" y="2637485"/>
                  </a:lnTo>
                  <a:lnTo>
                    <a:pt x="466253" y="2602749"/>
                  </a:lnTo>
                  <a:lnTo>
                    <a:pt x="484283" y="2568247"/>
                  </a:lnTo>
                  <a:lnTo>
                    <a:pt x="502517" y="2533980"/>
                  </a:lnTo>
                  <a:lnTo>
                    <a:pt x="520955" y="2499946"/>
                  </a:lnTo>
                  <a:lnTo>
                    <a:pt x="539598" y="2466147"/>
                  </a:lnTo>
                  <a:lnTo>
                    <a:pt x="558445" y="2432581"/>
                  </a:lnTo>
                  <a:lnTo>
                    <a:pt x="577496" y="2399249"/>
                  </a:lnTo>
                  <a:lnTo>
                    <a:pt x="596751" y="2366152"/>
                  </a:lnTo>
                  <a:lnTo>
                    <a:pt x="616211" y="2333288"/>
                  </a:lnTo>
                  <a:lnTo>
                    <a:pt x="635875" y="2300658"/>
                  </a:lnTo>
                  <a:lnTo>
                    <a:pt x="655744" y="2268263"/>
                  </a:lnTo>
                  <a:lnTo>
                    <a:pt x="675816" y="2236101"/>
                  </a:lnTo>
                  <a:lnTo>
                    <a:pt x="696093" y="2204173"/>
                  </a:lnTo>
                  <a:lnTo>
                    <a:pt x="716574" y="2172479"/>
                  </a:lnTo>
                  <a:lnTo>
                    <a:pt x="737260" y="2141020"/>
                  </a:lnTo>
                  <a:lnTo>
                    <a:pt x="758149" y="2109794"/>
                  </a:lnTo>
                  <a:lnTo>
                    <a:pt x="779243" y="2078802"/>
                  </a:lnTo>
                  <a:lnTo>
                    <a:pt x="800542" y="2048045"/>
                  </a:lnTo>
                  <a:lnTo>
                    <a:pt x="822044" y="2017521"/>
                  </a:lnTo>
                  <a:lnTo>
                    <a:pt x="843751" y="1987231"/>
                  </a:lnTo>
                  <a:lnTo>
                    <a:pt x="865662" y="1957175"/>
                  </a:lnTo>
                  <a:lnTo>
                    <a:pt x="887778" y="1927354"/>
                  </a:lnTo>
                  <a:lnTo>
                    <a:pt x="910098" y="1897766"/>
                  </a:lnTo>
                  <a:lnTo>
                    <a:pt x="932622" y="1868412"/>
                  </a:lnTo>
                  <a:lnTo>
                    <a:pt x="955350" y="1839292"/>
                  </a:lnTo>
                  <a:lnTo>
                    <a:pt x="978282" y="1810407"/>
                  </a:lnTo>
                  <a:lnTo>
                    <a:pt x="1001419" y="1781755"/>
                  </a:lnTo>
                  <a:lnTo>
                    <a:pt x="1024760" y="1753337"/>
                  </a:lnTo>
                  <a:lnTo>
                    <a:pt x="1048306" y="1725153"/>
                  </a:lnTo>
                  <a:lnTo>
                    <a:pt x="1072055" y="1697203"/>
                  </a:lnTo>
                  <a:lnTo>
                    <a:pt x="1096009" y="1669488"/>
                  </a:lnTo>
                  <a:lnTo>
                    <a:pt x="1120168" y="1642006"/>
                  </a:lnTo>
                  <a:lnTo>
                    <a:pt x="1144530" y="1614758"/>
                  </a:lnTo>
                  <a:lnTo>
                    <a:pt x="1169097" y="1587744"/>
                  </a:lnTo>
                  <a:lnTo>
                    <a:pt x="1193868" y="1560964"/>
                  </a:lnTo>
                  <a:lnTo>
                    <a:pt x="1218843" y="1534418"/>
                  </a:lnTo>
                  <a:lnTo>
                    <a:pt x="1244023" y="1508107"/>
                  </a:lnTo>
                  <a:lnTo>
                    <a:pt x="1269407" y="1482029"/>
                  </a:lnTo>
                  <a:lnTo>
                    <a:pt x="1294995" y="1456185"/>
                  </a:lnTo>
                  <a:lnTo>
                    <a:pt x="1320788" y="1430575"/>
                  </a:lnTo>
                  <a:lnTo>
                    <a:pt x="1346784" y="1405199"/>
                  </a:lnTo>
                  <a:lnTo>
                    <a:pt x="1372985" y="1380057"/>
                  </a:lnTo>
                  <a:lnTo>
                    <a:pt x="1399391" y="1355149"/>
                  </a:lnTo>
                  <a:lnTo>
                    <a:pt x="1426000" y="1330475"/>
                  </a:lnTo>
                  <a:lnTo>
                    <a:pt x="1452814" y="1306036"/>
                  </a:lnTo>
                  <a:lnTo>
                    <a:pt x="1479832" y="1281830"/>
                  </a:lnTo>
                  <a:lnTo>
                    <a:pt x="1507055" y="1257858"/>
                  </a:lnTo>
                  <a:lnTo>
                    <a:pt x="1534482" y="1234120"/>
                  </a:lnTo>
                  <a:lnTo>
                    <a:pt x="1562113" y="1210616"/>
                  </a:lnTo>
                  <a:lnTo>
                    <a:pt x="1589948" y="1187346"/>
                  </a:lnTo>
                  <a:lnTo>
                    <a:pt x="1617987" y="1164310"/>
                  </a:lnTo>
                  <a:lnTo>
                    <a:pt x="1646231" y="1141508"/>
                  </a:lnTo>
                  <a:lnTo>
                    <a:pt x="1674679" y="1118940"/>
                  </a:lnTo>
                  <a:lnTo>
                    <a:pt x="1703332" y="1096606"/>
                  </a:lnTo>
                  <a:lnTo>
                    <a:pt x="1732189" y="1074506"/>
                  </a:lnTo>
                  <a:lnTo>
                    <a:pt x="1761249" y="1052640"/>
                  </a:lnTo>
                  <a:lnTo>
                    <a:pt x="1790515" y="1031008"/>
                  </a:lnTo>
                  <a:lnTo>
                    <a:pt x="1819984" y="1009610"/>
                  </a:lnTo>
                  <a:lnTo>
                    <a:pt x="1849658" y="988446"/>
                  </a:lnTo>
                  <a:lnTo>
                    <a:pt x="1879536" y="967516"/>
                  </a:lnTo>
                  <a:lnTo>
                    <a:pt x="1909619" y="946820"/>
                  </a:lnTo>
                  <a:lnTo>
                    <a:pt x="1939905" y="926358"/>
                  </a:lnTo>
                  <a:lnTo>
                    <a:pt x="1970396" y="906130"/>
                  </a:lnTo>
                  <a:lnTo>
                    <a:pt x="2001091" y="886136"/>
                  </a:lnTo>
                  <a:lnTo>
                    <a:pt x="2031991" y="866376"/>
                  </a:lnTo>
                  <a:lnTo>
                    <a:pt x="2063095" y="846850"/>
                  </a:lnTo>
                  <a:lnTo>
                    <a:pt x="2094403" y="827558"/>
                  </a:lnTo>
                  <a:lnTo>
                    <a:pt x="2125915" y="808500"/>
                  </a:lnTo>
                  <a:lnTo>
                    <a:pt x="2157632" y="789676"/>
                  </a:lnTo>
                  <a:lnTo>
                    <a:pt x="2189553" y="771086"/>
                  </a:lnTo>
                  <a:lnTo>
                    <a:pt x="2221678" y="752730"/>
                  </a:lnTo>
                  <a:lnTo>
                    <a:pt x="2254007" y="734608"/>
                  </a:lnTo>
                  <a:lnTo>
                    <a:pt x="2286541" y="716719"/>
                  </a:lnTo>
                  <a:lnTo>
                    <a:pt x="2319279" y="699065"/>
                  </a:lnTo>
                  <a:lnTo>
                    <a:pt x="2352221" y="681645"/>
                  </a:lnTo>
                  <a:lnTo>
                    <a:pt x="2385368" y="664459"/>
                  </a:lnTo>
                  <a:lnTo>
                    <a:pt x="2418719" y="647507"/>
                  </a:lnTo>
                  <a:lnTo>
                    <a:pt x="2452274" y="630789"/>
                  </a:lnTo>
                  <a:lnTo>
                    <a:pt x="2486033" y="614305"/>
                  </a:lnTo>
                  <a:lnTo>
                    <a:pt x="2519997" y="598055"/>
                  </a:lnTo>
                  <a:lnTo>
                    <a:pt x="2554165" y="582038"/>
                  </a:lnTo>
                  <a:lnTo>
                    <a:pt x="2588537" y="566256"/>
                  </a:lnTo>
                  <a:lnTo>
                    <a:pt x="2623114" y="550708"/>
                  </a:lnTo>
                  <a:lnTo>
                    <a:pt x="2657895" y="535394"/>
                  </a:lnTo>
                  <a:lnTo>
                    <a:pt x="2692880" y="520314"/>
                  </a:lnTo>
                  <a:lnTo>
                    <a:pt x="2728069" y="505468"/>
                  </a:lnTo>
                  <a:lnTo>
                    <a:pt x="2763463" y="490855"/>
                  </a:lnTo>
                  <a:lnTo>
                    <a:pt x="2799061" y="476477"/>
                  </a:lnTo>
                  <a:lnTo>
                    <a:pt x="2834863" y="462333"/>
                  </a:lnTo>
                  <a:lnTo>
                    <a:pt x="2870870" y="448423"/>
                  </a:lnTo>
                  <a:lnTo>
                    <a:pt x="2907081" y="434747"/>
                  </a:lnTo>
                  <a:lnTo>
                    <a:pt x="2943496" y="421304"/>
                  </a:lnTo>
                  <a:lnTo>
                    <a:pt x="2980115" y="408096"/>
                  </a:lnTo>
                  <a:lnTo>
                    <a:pt x="3016939" y="395122"/>
                  </a:lnTo>
                  <a:lnTo>
                    <a:pt x="3053967" y="382382"/>
                  </a:lnTo>
                  <a:lnTo>
                    <a:pt x="3091199" y="369875"/>
                  </a:lnTo>
                  <a:lnTo>
                    <a:pt x="3128635" y="357603"/>
                  </a:lnTo>
                  <a:lnTo>
                    <a:pt x="3166276" y="345565"/>
                  </a:lnTo>
                  <a:lnTo>
                    <a:pt x="3204121" y="333761"/>
                  </a:lnTo>
                  <a:lnTo>
                    <a:pt x="3242170" y="322190"/>
                  </a:lnTo>
                  <a:lnTo>
                    <a:pt x="3280424" y="310854"/>
                  </a:lnTo>
                  <a:lnTo>
                    <a:pt x="3318882" y="299752"/>
                  </a:lnTo>
                  <a:lnTo>
                    <a:pt x="3357544" y="288883"/>
                  </a:lnTo>
                  <a:lnTo>
                    <a:pt x="3396411" y="278249"/>
                  </a:lnTo>
                  <a:lnTo>
                    <a:pt x="3435481" y="267849"/>
                  </a:lnTo>
                  <a:lnTo>
                    <a:pt x="3474756" y="257683"/>
                  </a:lnTo>
                  <a:lnTo>
                    <a:pt x="3514236" y="247750"/>
                  </a:lnTo>
                  <a:lnTo>
                    <a:pt x="3501230" y="197582"/>
                  </a:lnTo>
                  <a:lnTo>
                    <a:pt x="3487164" y="147701"/>
                  </a:lnTo>
                  <a:lnTo>
                    <a:pt x="3472045" y="98128"/>
                  </a:lnTo>
                  <a:lnTo>
                    <a:pt x="3455879" y="48887"/>
                  </a:lnTo>
                  <a:close/>
                </a:path>
              </a:pathLst>
            </a:custGeom>
            <a:solidFill>
              <a:srgbClr val="EE6161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2125283" y="2218713"/>
              <a:ext cx="4746040" cy="1507915"/>
            </a:xfrm>
            <a:custGeom>
              <a:avLst/>
              <a:pathLst>
                <a:path w="4746040" h="1507915">
                  <a:moveTo>
                    <a:pt x="4573243" y="0"/>
                  </a:moveTo>
                  <a:lnTo>
                    <a:pt x="4539469" y="19127"/>
                  </a:lnTo>
                  <a:lnTo>
                    <a:pt x="4505654" y="38088"/>
                  </a:lnTo>
                  <a:lnTo>
                    <a:pt x="4471800" y="56882"/>
                  </a:lnTo>
                  <a:lnTo>
                    <a:pt x="4437905" y="75509"/>
                  </a:lnTo>
                  <a:lnTo>
                    <a:pt x="4403971" y="93969"/>
                  </a:lnTo>
                  <a:lnTo>
                    <a:pt x="4369997" y="112263"/>
                  </a:lnTo>
                  <a:lnTo>
                    <a:pt x="4335982" y="130389"/>
                  </a:lnTo>
                  <a:lnTo>
                    <a:pt x="4301927" y="148349"/>
                  </a:lnTo>
                  <a:lnTo>
                    <a:pt x="4267833" y="166142"/>
                  </a:lnTo>
                  <a:lnTo>
                    <a:pt x="4233698" y="183769"/>
                  </a:lnTo>
                  <a:lnTo>
                    <a:pt x="4199524" y="201228"/>
                  </a:lnTo>
                  <a:lnTo>
                    <a:pt x="4165309" y="218521"/>
                  </a:lnTo>
                  <a:lnTo>
                    <a:pt x="4131055" y="235647"/>
                  </a:lnTo>
                  <a:lnTo>
                    <a:pt x="4096760" y="252606"/>
                  </a:lnTo>
                  <a:lnTo>
                    <a:pt x="4062425" y="269399"/>
                  </a:lnTo>
                  <a:lnTo>
                    <a:pt x="4028051" y="286024"/>
                  </a:lnTo>
                  <a:lnTo>
                    <a:pt x="3993636" y="302483"/>
                  </a:lnTo>
                  <a:lnTo>
                    <a:pt x="3959181" y="318775"/>
                  </a:lnTo>
                  <a:lnTo>
                    <a:pt x="3924687" y="334900"/>
                  </a:lnTo>
                  <a:lnTo>
                    <a:pt x="3890152" y="350859"/>
                  </a:lnTo>
                  <a:lnTo>
                    <a:pt x="3855577" y="366650"/>
                  </a:lnTo>
                  <a:lnTo>
                    <a:pt x="3820962" y="382275"/>
                  </a:lnTo>
                  <a:lnTo>
                    <a:pt x="3786308" y="397733"/>
                  </a:lnTo>
                  <a:lnTo>
                    <a:pt x="3751613" y="413024"/>
                  </a:lnTo>
                  <a:lnTo>
                    <a:pt x="3716878" y="428149"/>
                  </a:lnTo>
                  <a:lnTo>
                    <a:pt x="3682103" y="443107"/>
                  </a:lnTo>
                  <a:lnTo>
                    <a:pt x="3647289" y="457897"/>
                  </a:lnTo>
                  <a:lnTo>
                    <a:pt x="3612434" y="472522"/>
                  </a:lnTo>
                  <a:lnTo>
                    <a:pt x="3577539" y="486979"/>
                  </a:lnTo>
                  <a:lnTo>
                    <a:pt x="3542604" y="501269"/>
                  </a:lnTo>
                  <a:lnTo>
                    <a:pt x="3507629" y="515393"/>
                  </a:lnTo>
                  <a:lnTo>
                    <a:pt x="3472614" y="529350"/>
                  </a:lnTo>
                  <a:lnTo>
                    <a:pt x="3437559" y="543140"/>
                  </a:lnTo>
                  <a:lnTo>
                    <a:pt x="3402464" y="556763"/>
                  </a:lnTo>
                  <a:lnTo>
                    <a:pt x="3367329" y="570220"/>
                  </a:lnTo>
                  <a:lnTo>
                    <a:pt x="3332154" y="583510"/>
                  </a:lnTo>
                  <a:lnTo>
                    <a:pt x="3296939" y="596633"/>
                  </a:lnTo>
                  <a:lnTo>
                    <a:pt x="3261684" y="609589"/>
                  </a:lnTo>
                  <a:lnTo>
                    <a:pt x="3226389" y="622378"/>
                  </a:lnTo>
                  <a:lnTo>
                    <a:pt x="3191054" y="635001"/>
                  </a:lnTo>
                  <a:lnTo>
                    <a:pt x="3155679" y="647456"/>
                  </a:lnTo>
                  <a:lnTo>
                    <a:pt x="3120264" y="659745"/>
                  </a:lnTo>
                  <a:lnTo>
                    <a:pt x="3084809" y="671868"/>
                  </a:lnTo>
                  <a:lnTo>
                    <a:pt x="3049314" y="683823"/>
                  </a:lnTo>
                  <a:lnTo>
                    <a:pt x="3013779" y="695612"/>
                  </a:lnTo>
                  <a:lnTo>
                    <a:pt x="2978204" y="707233"/>
                  </a:lnTo>
                  <a:lnTo>
                    <a:pt x="2942589" y="718688"/>
                  </a:lnTo>
                  <a:lnTo>
                    <a:pt x="2906934" y="729977"/>
                  </a:lnTo>
                  <a:lnTo>
                    <a:pt x="2871238" y="741098"/>
                  </a:lnTo>
                  <a:lnTo>
                    <a:pt x="2835503" y="752053"/>
                  </a:lnTo>
                  <a:lnTo>
                    <a:pt x="2799728" y="762840"/>
                  </a:lnTo>
                  <a:lnTo>
                    <a:pt x="2763913" y="773461"/>
                  </a:lnTo>
                  <a:lnTo>
                    <a:pt x="2728058" y="783916"/>
                  </a:lnTo>
                  <a:lnTo>
                    <a:pt x="2692162" y="794203"/>
                  </a:lnTo>
                  <a:lnTo>
                    <a:pt x="2656227" y="804324"/>
                  </a:lnTo>
                  <a:lnTo>
                    <a:pt x="2620252" y="814278"/>
                  </a:lnTo>
                  <a:lnTo>
                    <a:pt x="2584237" y="824065"/>
                  </a:lnTo>
                  <a:lnTo>
                    <a:pt x="2548181" y="833685"/>
                  </a:lnTo>
                  <a:lnTo>
                    <a:pt x="2512086" y="843139"/>
                  </a:lnTo>
                  <a:lnTo>
                    <a:pt x="2475951" y="852425"/>
                  </a:lnTo>
                  <a:lnTo>
                    <a:pt x="2439775" y="861545"/>
                  </a:lnTo>
                  <a:lnTo>
                    <a:pt x="2403560" y="870498"/>
                  </a:lnTo>
                  <a:lnTo>
                    <a:pt x="2367304" y="879285"/>
                  </a:lnTo>
                  <a:lnTo>
                    <a:pt x="2331009" y="887904"/>
                  </a:lnTo>
                  <a:lnTo>
                    <a:pt x="2294674" y="896357"/>
                  </a:lnTo>
                  <a:lnTo>
                    <a:pt x="2258298" y="904643"/>
                  </a:lnTo>
                  <a:lnTo>
                    <a:pt x="2221883" y="912762"/>
                  </a:lnTo>
                  <a:lnTo>
                    <a:pt x="2185427" y="920714"/>
                  </a:lnTo>
                  <a:lnTo>
                    <a:pt x="2148932" y="928500"/>
                  </a:lnTo>
                  <a:lnTo>
                    <a:pt x="2112396" y="936119"/>
                  </a:lnTo>
                  <a:lnTo>
                    <a:pt x="2075821" y="943571"/>
                  </a:lnTo>
                  <a:lnTo>
                    <a:pt x="2039205" y="950856"/>
                  </a:lnTo>
                  <a:lnTo>
                    <a:pt x="2002550" y="957974"/>
                  </a:lnTo>
                  <a:lnTo>
                    <a:pt x="1965854" y="964926"/>
                  </a:lnTo>
                  <a:lnTo>
                    <a:pt x="1929118" y="971711"/>
                  </a:lnTo>
                  <a:lnTo>
                    <a:pt x="1892343" y="978329"/>
                  </a:lnTo>
                  <a:lnTo>
                    <a:pt x="1855527" y="984780"/>
                  </a:lnTo>
                  <a:lnTo>
                    <a:pt x="1818672" y="991064"/>
                  </a:lnTo>
                  <a:lnTo>
                    <a:pt x="1781776" y="997182"/>
                  </a:lnTo>
                  <a:lnTo>
                    <a:pt x="1744840" y="1003133"/>
                  </a:lnTo>
                  <a:lnTo>
                    <a:pt x="1707865" y="1008917"/>
                  </a:lnTo>
                  <a:lnTo>
                    <a:pt x="1670849" y="1014534"/>
                  </a:lnTo>
                  <a:lnTo>
                    <a:pt x="1633793" y="1019984"/>
                  </a:lnTo>
                  <a:lnTo>
                    <a:pt x="1596698" y="1025268"/>
                  </a:lnTo>
                  <a:lnTo>
                    <a:pt x="1559562" y="1030385"/>
                  </a:lnTo>
                  <a:lnTo>
                    <a:pt x="1522386" y="1035335"/>
                  </a:lnTo>
                  <a:lnTo>
                    <a:pt x="1485170" y="1040118"/>
                  </a:lnTo>
                  <a:lnTo>
                    <a:pt x="1447915" y="1044735"/>
                  </a:lnTo>
                  <a:lnTo>
                    <a:pt x="1410619" y="1049185"/>
                  </a:lnTo>
                  <a:lnTo>
                    <a:pt x="1373283" y="1053467"/>
                  </a:lnTo>
                  <a:lnTo>
                    <a:pt x="1335907" y="1057584"/>
                  </a:lnTo>
                  <a:lnTo>
                    <a:pt x="1298491" y="1061533"/>
                  </a:lnTo>
                  <a:lnTo>
                    <a:pt x="1261035" y="1065315"/>
                  </a:lnTo>
                  <a:lnTo>
                    <a:pt x="1223539" y="1068931"/>
                  </a:lnTo>
                  <a:lnTo>
                    <a:pt x="1186004" y="1072380"/>
                  </a:lnTo>
                  <a:lnTo>
                    <a:pt x="1148428" y="1075662"/>
                  </a:lnTo>
                  <a:lnTo>
                    <a:pt x="1110812" y="1078778"/>
                  </a:lnTo>
                  <a:lnTo>
                    <a:pt x="1073156" y="1081726"/>
                  </a:lnTo>
                  <a:lnTo>
                    <a:pt x="1035460" y="1084508"/>
                  </a:lnTo>
                  <a:lnTo>
                    <a:pt x="997724" y="1087123"/>
                  </a:lnTo>
                  <a:lnTo>
                    <a:pt x="959948" y="1089571"/>
                  </a:lnTo>
                  <a:lnTo>
                    <a:pt x="922132" y="1091852"/>
                  </a:lnTo>
                  <a:lnTo>
                    <a:pt x="884276" y="1093967"/>
                  </a:lnTo>
                  <a:lnTo>
                    <a:pt x="846380" y="1095915"/>
                  </a:lnTo>
                  <a:lnTo>
                    <a:pt x="808444" y="1097696"/>
                  </a:lnTo>
                  <a:lnTo>
                    <a:pt x="770468" y="1099310"/>
                  </a:lnTo>
                  <a:lnTo>
                    <a:pt x="732452" y="1100757"/>
                  </a:lnTo>
                  <a:lnTo>
                    <a:pt x="694396" y="1102038"/>
                  </a:lnTo>
                  <a:lnTo>
                    <a:pt x="656299" y="1103152"/>
                  </a:lnTo>
                  <a:lnTo>
                    <a:pt x="618163" y="1104099"/>
                  </a:lnTo>
                  <a:lnTo>
                    <a:pt x="579987" y="1104879"/>
                  </a:lnTo>
                  <a:lnTo>
                    <a:pt x="541771" y="1105493"/>
                  </a:lnTo>
                  <a:lnTo>
                    <a:pt x="503515" y="1105939"/>
                  </a:lnTo>
                  <a:lnTo>
                    <a:pt x="465219" y="1106219"/>
                  </a:lnTo>
                  <a:lnTo>
                    <a:pt x="426882" y="1106332"/>
                  </a:lnTo>
                  <a:lnTo>
                    <a:pt x="388506" y="1106279"/>
                  </a:lnTo>
                  <a:lnTo>
                    <a:pt x="350090" y="1106058"/>
                  </a:lnTo>
                  <a:lnTo>
                    <a:pt x="311634" y="1105671"/>
                  </a:lnTo>
                  <a:lnTo>
                    <a:pt x="273137" y="1105117"/>
                  </a:lnTo>
                  <a:lnTo>
                    <a:pt x="234601" y="1104396"/>
                  </a:lnTo>
                  <a:lnTo>
                    <a:pt x="196025" y="1103508"/>
                  </a:lnTo>
                  <a:lnTo>
                    <a:pt x="157408" y="1102454"/>
                  </a:lnTo>
                  <a:lnTo>
                    <a:pt x="118752" y="1101232"/>
                  </a:lnTo>
                  <a:lnTo>
                    <a:pt x="80056" y="1099844"/>
                  </a:lnTo>
                  <a:lnTo>
                    <a:pt x="41319" y="1098289"/>
                  </a:lnTo>
                  <a:lnTo>
                    <a:pt x="2543" y="1096568"/>
                  </a:lnTo>
                  <a:lnTo>
                    <a:pt x="843" y="1142327"/>
                  </a:lnTo>
                  <a:lnTo>
                    <a:pt x="0" y="1188111"/>
                  </a:lnTo>
                  <a:lnTo>
                    <a:pt x="13" y="1233902"/>
                  </a:lnTo>
                  <a:lnTo>
                    <a:pt x="883" y="1279685"/>
                  </a:lnTo>
                  <a:lnTo>
                    <a:pt x="2610" y="1325444"/>
                  </a:lnTo>
                  <a:lnTo>
                    <a:pt x="5194" y="1371162"/>
                  </a:lnTo>
                  <a:lnTo>
                    <a:pt x="8632" y="1416824"/>
                  </a:lnTo>
                  <a:lnTo>
                    <a:pt x="12924" y="1462414"/>
                  </a:lnTo>
                  <a:lnTo>
                    <a:pt x="18068" y="1507915"/>
                  </a:lnTo>
                  <a:lnTo>
                    <a:pt x="56008" y="1503232"/>
                  </a:lnTo>
                  <a:lnTo>
                    <a:pt x="93932" y="1498482"/>
                  </a:lnTo>
                  <a:lnTo>
                    <a:pt x="131840" y="1493667"/>
                  </a:lnTo>
                  <a:lnTo>
                    <a:pt x="169732" y="1488787"/>
                  </a:lnTo>
                  <a:lnTo>
                    <a:pt x="207609" y="1483840"/>
                  </a:lnTo>
                  <a:lnTo>
                    <a:pt x="245470" y="1478828"/>
                  </a:lnTo>
                  <a:lnTo>
                    <a:pt x="283315" y="1473750"/>
                  </a:lnTo>
                  <a:lnTo>
                    <a:pt x="321144" y="1468606"/>
                  </a:lnTo>
                  <a:lnTo>
                    <a:pt x="358957" y="1463396"/>
                  </a:lnTo>
                  <a:lnTo>
                    <a:pt x="396755" y="1458120"/>
                  </a:lnTo>
                  <a:lnTo>
                    <a:pt x="434537" y="1452779"/>
                  </a:lnTo>
                  <a:lnTo>
                    <a:pt x="472303" y="1447372"/>
                  </a:lnTo>
                  <a:lnTo>
                    <a:pt x="510053" y="1441899"/>
                  </a:lnTo>
                  <a:lnTo>
                    <a:pt x="547788" y="1436360"/>
                  </a:lnTo>
                  <a:lnTo>
                    <a:pt x="585506" y="1430755"/>
                  </a:lnTo>
                  <a:lnTo>
                    <a:pt x="623209" y="1425085"/>
                  </a:lnTo>
                  <a:lnTo>
                    <a:pt x="660897" y="1419349"/>
                  </a:lnTo>
                  <a:lnTo>
                    <a:pt x="698568" y="1413547"/>
                  </a:lnTo>
                  <a:lnTo>
                    <a:pt x="736223" y="1407679"/>
                  </a:lnTo>
                  <a:lnTo>
                    <a:pt x="773863" y="1401746"/>
                  </a:lnTo>
                  <a:lnTo>
                    <a:pt x="811487" y="1395746"/>
                  </a:lnTo>
                  <a:lnTo>
                    <a:pt x="849095" y="1389681"/>
                  </a:lnTo>
                  <a:lnTo>
                    <a:pt x="886688" y="1383550"/>
                  </a:lnTo>
                  <a:lnTo>
                    <a:pt x="924265" y="1377353"/>
                  </a:lnTo>
                  <a:lnTo>
                    <a:pt x="961825" y="1371091"/>
                  </a:lnTo>
                  <a:lnTo>
                    <a:pt x="999370" y="1364762"/>
                  </a:lnTo>
                  <a:lnTo>
                    <a:pt x="1036900" y="1358368"/>
                  </a:lnTo>
                  <a:lnTo>
                    <a:pt x="1074413" y="1351908"/>
                  </a:lnTo>
                  <a:lnTo>
                    <a:pt x="1111911" y="1345382"/>
                  </a:lnTo>
                  <a:lnTo>
                    <a:pt x="1149393" y="1338791"/>
                  </a:lnTo>
                  <a:lnTo>
                    <a:pt x="1186859" y="1332133"/>
                  </a:lnTo>
                  <a:lnTo>
                    <a:pt x="1224309" y="1325410"/>
                  </a:lnTo>
                  <a:lnTo>
                    <a:pt x="1261744" y="1318621"/>
                  </a:lnTo>
                  <a:lnTo>
                    <a:pt x="1299163" y="1311766"/>
                  </a:lnTo>
                  <a:lnTo>
                    <a:pt x="1336566" y="1304846"/>
                  </a:lnTo>
                  <a:lnTo>
                    <a:pt x="1373953" y="1297859"/>
                  </a:lnTo>
                  <a:lnTo>
                    <a:pt x="1411324" y="1290807"/>
                  </a:lnTo>
                  <a:lnTo>
                    <a:pt x="1448680" y="1283689"/>
                  </a:lnTo>
                  <a:lnTo>
                    <a:pt x="1486020" y="1276505"/>
                  </a:lnTo>
                  <a:lnTo>
                    <a:pt x="1523344" y="1269256"/>
                  </a:lnTo>
                  <a:lnTo>
                    <a:pt x="1560652" y="1261940"/>
                  </a:lnTo>
                  <a:lnTo>
                    <a:pt x="1597944" y="1254559"/>
                  </a:lnTo>
                  <a:lnTo>
                    <a:pt x="1635221" y="1247112"/>
                  </a:lnTo>
                  <a:lnTo>
                    <a:pt x="1672482" y="1239599"/>
                  </a:lnTo>
                  <a:lnTo>
                    <a:pt x="1709727" y="1232021"/>
                  </a:lnTo>
                  <a:lnTo>
                    <a:pt x="1746957" y="1224376"/>
                  </a:lnTo>
                  <a:lnTo>
                    <a:pt x="1784170" y="1216666"/>
                  </a:lnTo>
                  <a:lnTo>
                    <a:pt x="1821368" y="1208890"/>
                  </a:lnTo>
                  <a:lnTo>
                    <a:pt x="1858550" y="1201048"/>
                  </a:lnTo>
                  <a:lnTo>
                    <a:pt x="1895716" y="1193141"/>
                  </a:lnTo>
                  <a:lnTo>
                    <a:pt x="1932866" y="1185167"/>
                  </a:lnTo>
                  <a:lnTo>
                    <a:pt x="1970001" y="1177128"/>
                  </a:lnTo>
                  <a:lnTo>
                    <a:pt x="2007120" y="1169023"/>
                  </a:lnTo>
                  <a:lnTo>
                    <a:pt x="2044223" y="1160852"/>
                  </a:lnTo>
                  <a:lnTo>
                    <a:pt x="2081310" y="1152616"/>
                  </a:lnTo>
                  <a:lnTo>
                    <a:pt x="2118382" y="1144313"/>
                  </a:lnTo>
                  <a:lnTo>
                    <a:pt x="2155437" y="1135945"/>
                  </a:lnTo>
                  <a:lnTo>
                    <a:pt x="2192477" y="1127511"/>
                  </a:lnTo>
                  <a:lnTo>
                    <a:pt x="2229501" y="1119011"/>
                  </a:lnTo>
                  <a:lnTo>
                    <a:pt x="2266510" y="1110446"/>
                  </a:lnTo>
                  <a:lnTo>
                    <a:pt x="2303502" y="1101814"/>
                  </a:lnTo>
                  <a:lnTo>
                    <a:pt x="2340479" y="1093117"/>
                  </a:lnTo>
                  <a:lnTo>
                    <a:pt x="2377440" y="1084354"/>
                  </a:lnTo>
                  <a:lnTo>
                    <a:pt x="2414385" y="1075525"/>
                  </a:lnTo>
                  <a:lnTo>
                    <a:pt x="2451314" y="1066631"/>
                  </a:lnTo>
                  <a:lnTo>
                    <a:pt x="2488228" y="1057670"/>
                  </a:lnTo>
                  <a:lnTo>
                    <a:pt x="2525126" y="1048644"/>
                  </a:lnTo>
                  <a:lnTo>
                    <a:pt x="2562008" y="1039552"/>
                  </a:lnTo>
                  <a:lnTo>
                    <a:pt x="2598874" y="1030394"/>
                  </a:lnTo>
                  <a:lnTo>
                    <a:pt x="2635725" y="1021171"/>
                  </a:lnTo>
                  <a:lnTo>
                    <a:pt x="2672559" y="1011881"/>
                  </a:lnTo>
                  <a:lnTo>
                    <a:pt x="2709378" y="1002526"/>
                  </a:lnTo>
                  <a:lnTo>
                    <a:pt x="2746181" y="993105"/>
                  </a:lnTo>
                  <a:lnTo>
                    <a:pt x="2782969" y="983618"/>
                  </a:lnTo>
                  <a:lnTo>
                    <a:pt x="2819740" y="974065"/>
                  </a:lnTo>
                  <a:lnTo>
                    <a:pt x="2856496" y="964447"/>
                  </a:lnTo>
                  <a:lnTo>
                    <a:pt x="2893236" y="954763"/>
                  </a:lnTo>
                  <a:lnTo>
                    <a:pt x="2929960" y="945013"/>
                  </a:lnTo>
                  <a:lnTo>
                    <a:pt x="2966668" y="935197"/>
                  </a:lnTo>
                  <a:lnTo>
                    <a:pt x="3003361" y="925315"/>
                  </a:lnTo>
                  <a:lnTo>
                    <a:pt x="3040038" y="915368"/>
                  </a:lnTo>
                  <a:lnTo>
                    <a:pt x="3076699" y="905355"/>
                  </a:lnTo>
                  <a:lnTo>
                    <a:pt x="3113344" y="895276"/>
                  </a:lnTo>
                  <a:lnTo>
                    <a:pt x="3149973" y="885131"/>
                  </a:lnTo>
                  <a:lnTo>
                    <a:pt x="3186587" y="874920"/>
                  </a:lnTo>
                  <a:lnTo>
                    <a:pt x="3223185" y="864644"/>
                  </a:lnTo>
                  <a:lnTo>
                    <a:pt x="3259767" y="854301"/>
                  </a:lnTo>
                  <a:lnTo>
                    <a:pt x="3296333" y="843893"/>
                  </a:lnTo>
                  <a:lnTo>
                    <a:pt x="3332884" y="833420"/>
                  </a:lnTo>
                  <a:lnTo>
                    <a:pt x="3369419" y="822880"/>
                  </a:lnTo>
                  <a:lnTo>
                    <a:pt x="3405937" y="812275"/>
                  </a:lnTo>
                  <a:lnTo>
                    <a:pt x="3442441" y="801603"/>
                  </a:lnTo>
                  <a:lnTo>
                    <a:pt x="3478928" y="790866"/>
                  </a:lnTo>
                  <a:lnTo>
                    <a:pt x="3515400" y="780063"/>
                  </a:lnTo>
                  <a:lnTo>
                    <a:pt x="3551855" y="769195"/>
                  </a:lnTo>
                  <a:lnTo>
                    <a:pt x="3588295" y="758260"/>
                  </a:lnTo>
                  <a:lnTo>
                    <a:pt x="3624720" y="747260"/>
                  </a:lnTo>
                  <a:lnTo>
                    <a:pt x="3661128" y="736194"/>
                  </a:lnTo>
                  <a:lnTo>
                    <a:pt x="3697521" y="725062"/>
                  </a:lnTo>
                  <a:lnTo>
                    <a:pt x="3733898" y="713864"/>
                  </a:lnTo>
                  <a:lnTo>
                    <a:pt x="3770259" y="702601"/>
                  </a:lnTo>
                  <a:lnTo>
                    <a:pt x="3806604" y="691272"/>
                  </a:lnTo>
                  <a:lnTo>
                    <a:pt x="3842933" y="679877"/>
                  </a:lnTo>
                  <a:lnTo>
                    <a:pt x="3879247" y="668416"/>
                  </a:lnTo>
                  <a:lnTo>
                    <a:pt x="3915545" y="656889"/>
                  </a:lnTo>
                  <a:lnTo>
                    <a:pt x="3951827" y="645297"/>
                  </a:lnTo>
                  <a:lnTo>
                    <a:pt x="3988094" y="633639"/>
                  </a:lnTo>
                  <a:lnTo>
                    <a:pt x="4024344" y="621914"/>
                  </a:lnTo>
                  <a:lnTo>
                    <a:pt x="4060579" y="610125"/>
                  </a:lnTo>
                  <a:lnTo>
                    <a:pt x="4096798" y="598269"/>
                  </a:lnTo>
                  <a:lnTo>
                    <a:pt x="4133001" y="586347"/>
                  </a:lnTo>
                  <a:lnTo>
                    <a:pt x="4169189" y="574360"/>
                  </a:lnTo>
                  <a:lnTo>
                    <a:pt x="4205360" y="562307"/>
                  </a:lnTo>
                  <a:lnTo>
                    <a:pt x="4241516" y="550188"/>
                  </a:lnTo>
                  <a:lnTo>
                    <a:pt x="4277656" y="538004"/>
                  </a:lnTo>
                  <a:lnTo>
                    <a:pt x="4313780" y="525753"/>
                  </a:lnTo>
                  <a:lnTo>
                    <a:pt x="4349889" y="513437"/>
                  </a:lnTo>
                  <a:lnTo>
                    <a:pt x="4385982" y="501055"/>
                  </a:lnTo>
                  <a:lnTo>
                    <a:pt x="4422059" y="488607"/>
                  </a:lnTo>
                  <a:lnTo>
                    <a:pt x="4458120" y="476093"/>
                  </a:lnTo>
                  <a:lnTo>
                    <a:pt x="4494165" y="463514"/>
                  </a:lnTo>
                  <a:lnTo>
                    <a:pt x="4530195" y="450869"/>
                  </a:lnTo>
                  <a:lnTo>
                    <a:pt x="4566208" y="438157"/>
                  </a:lnTo>
                  <a:lnTo>
                    <a:pt x="4602206" y="425381"/>
                  </a:lnTo>
                  <a:lnTo>
                    <a:pt x="4638189" y="412538"/>
                  </a:lnTo>
                  <a:lnTo>
                    <a:pt x="4674155" y="399629"/>
                  </a:lnTo>
                  <a:lnTo>
                    <a:pt x="4710106" y="386655"/>
                  </a:lnTo>
                  <a:lnTo>
                    <a:pt x="4746040" y="373615"/>
                  </a:lnTo>
                  <a:lnTo>
                    <a:pt x="4729981" y="330733"/>
                  </a:lnTo>
                  <a:lnTo>
                    <a:pt x="4713121" y="288158"/>
                  </a:lnTo>
                  <a:lnTo>
                    <a:pt x="4695467" y="245906"/>
                  </a:lnTo>
                  <a:lnTo>
                    <a:pt x="4677027" y="203993"/>
                  </a:lnTo>
                  <a:lnTo>
                    <a:pt x="4657804" y="162431"/>
                  </a:lnTo>
                  <a:lnTo>
                    <a:pt x="4637808" y="121237"/>
                  </a:lnTo>
                  <a:lnTo>
                    <a:pt x="4617044" y="80424"/>
                  </a:lnTo>
                  <a:lnTo>
                    <a:pt x="4595520" y="40007"/>
                  </a:lnTo>
                  <a:close/>
                </a:path>
              </a:pathLst>
            </a:custGeom>
            <a:solidFill>
              <a:srgbClr val="EE6161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204773" y="1811060"/>
              <a:ext cx="4493754" cy="1208393"/>
            </a:xfrm>
            <a:custGeom>
              <a:avLst/>
              <a:pathLst>
                <a:path w="4493754" h="1208393">
                  <a:moveTo>
                    <a:pt x="4202760" y="0"/>
                  </a:moveTo>
                  <a:lnTo>
                    <a:pt x="4170530" y="28176"/>
                  </a:lnTo>
                  <a:lnTo>
                    <a:pt x="4138245" y="55936"/>
                  </a:lnTo>
                  <a:lnTo>
                    <a:pt x="4105906" y="83280"/>
                  </a:lnTo>
                  <a:lnTo>
                    <a:pt x="4073512" y="110208"/>
                  </a:lnTo>
                  <a:lnTo>
                    <a:pt x="4041063" y="136719"/>
                  </a:lnTo>
                  <a:lnTo>
                    <a:pt x="4008559" y="162813"/>
                  </a:lnTo>
                  <a:lnTo>
                    <a:pt x="3976001" y="188491"/>
                  </a:lnTo>
                  <a:lnTo>
                    <a:pt x="3943387" y="213753"/>
                  </a:lnTo>
                  <a:lnTo>
                    <a:pt x="3910719" y="238598"/>
                  </a:lnTo>
                  <a:lnTo>
                    <a:pt x="3877996" y="263027"/>
                  </a:lnTo>
                  <a:lnTo>
                    <a:pt x="3845219" y="287039"/>
                  </a:lnTo>
                  <a:lnTo>
                    <a:pt x="3812386" y="310635"/>
                  </a:lnTo>
                  <a:lnTo>
                    <a:pt x="3779499" y="333815"/>
                  </a:lnTo>
                  <a:lnTo>
                    <a:pt x="3746557" y="356578"/>
                  </a:lnTo>
                  <a:lnTo>
                    <a:pt x="3713560" y="378924"/>
                  </a:lnTo>
                  <a:lnTo>
                    <a:pt x="3680508" y="400855"/>
                  </a:lnTo>
                  <a:lnTo>
                    <a:pt x="3647402" y="422368"/>
                  </a:lnTo>
                  <a:lnTo>
                    <a:pt x="3614241" y="443466"/>
                  </a:lnTo>
                  <a:lnTo>
                    <a:pt x="3581025" y="464146"/>
                  </a:lnTo>
                  <a:lnTo>
                    <a:pt x="3547754" y="484411"/>
                  </a:lnTo>
                  <a:lnTo>
                    <a:pt x="3514428" y="504259"/>
                  </a:lnTo>
                  <a:lnTo>
                    <a:pt x="3481048" y="523691"/>
                  </a:lnTo>
                  <a:lnTo>
                    <a:pt x="3447613" y="542706"/>
                  </a:lnTo>
                  <a:lnTo>
                    <a:pt x="3414123" y="561304"/>
                  </a:lnTo>
                  <a:lnTo>
                    <a:pt x="3380578" y="579487"/>
                  </a:lnTo>
                  <a:lnTo>
                    <a:pt x="3346978" y="597253"/>
                  </a:lnTo>
                  <a:lnTo>
                    <a:pt x="3313324" y="614602"/>
                  </a:lnTo>
                  <a:lnTo>
                    <a:pt x="3279614" y="631535"/>
                  </a:lnTo>
                  <a:lnTo>
                    <a:pt x="3245850" y="648052"/>
                  </a:lnTo>
                  <a:lnTo>
                    <a:pt x="3212032" y="664152"/>
                  </a:lnTo>
                  <a:lnTo>
                    <a:pt x="3178158" y="679835"/>
                  </a:lnTo>
                  <a:lnTo>
                    <a:pt x="3144230" y="695103"/>
                  </a:lnTo>
                  <a:lnTo>
                    <a:pt x="3110247" y="709953"/>
                  </a:lnTo>
                  <a:lnTo>
                    <a:pt x="3076209" y="724388"/>
                  </a:lnTo>
                  <a:lnTo>
                    <a:pt x="3042116" y="738406"/>
                  </a:lnTo>
                  <a:lnTo>
                    <a:pt x="3007968" y="752007"/>
                  </a:lnTo>
                  <a:lnTo>
                    <a:pt x="2973766" y="765192"/>
                  </a:lnTo>
                  <a:lnTo>
                    <a:pt x="2939509" y="777961"/>
                  </a:lnTo>
                  <a:lnTo>
                    <a:pt x="2905197" y="790313"/>
                  </a:lnTo>
                  <a:lnTo>
                    <a:pt x="2870830" y="802249"/>
                  </a:lnTo>
                  <a:lnTo>
                    <a:pt x="2836408" y="813768"/>
                  </a:lnTo>
                  <a:lnTo>
                    <a:pt x="2801932" y="824871"/>
                  </a:lnTo>
                  <a:lnTo>
                    <a:pt x="2767401" y="835558"/>
                  </a:lnTo>
                  <a:lnTo>
                    <a:pt x="2732815" y="845828"/>
                  </a:lnTo>
                  <a:lnTo>
                    <a:pt x="2698174" y="855681"/>
                  </a:lnTo>
                  <a:lnTo>
                    <a:pt x="2663479" y="865119"/>
                  </a:lnTo>
                  <a:lnTo>
                    <a:pt x="2628729" y="874139"/>
                  </a:lnTo>
                  <a:lnTo>
                    <a:pt x="2593923" y="882744"/>
                  </a:lnTo>
                  <a:lnTo>
                    <a:pt x="2559064" y="890932"/>
                  </a:lnTo>
                  <a:lnTo>
                    <a:pt x="2524149" y="898703"/>
                  </a:lnTo>
                  <a:lnTo>
                    <a:pt x="2489179" y="906058"/>
                  </a:lnTo>
                  <a:lnTo>
                    <a:pt x="2454155" y="912997"/>
                  </a:lnTo>
                  <a:lnTo>
                    <a:pt x="2419076" y="919519"/>
                  </a:lnTo>
                  <a:lnTo>
                    <a:pt x="2383942" y="925625"/>
                  </a:lnTo>
                  <a:lnTo>
                    <a:pt x="2348753" y="931314"/>
                  </a:lnTo>
                  <a:lnTo>
                    <a:pt x="2313510" y="936587"/>
                  </a:lnTo>
                  <a:lnTo>
                    <a:pt x="2278212" y="941443"/>
                  </a:lnTo>
                  <a:lnTo>
                    <a:pt x="2242859" y="945883"/>
                  </a:lnTo>
                  <a:lnTo>
                    <a:pt x="2207451" y="949907"/>
                  </a:lnTo>
                  <a:lnTo>
                    <a:pt x="2171988" y="953514"/>
                  </a:lnTo>
                  <a:lnTo>
                    <a:pt x="2136471" y="956704"/>
                  </a:lnTo>
                  <a:lnTo>
                    <a:pt x="2100899" y="959479"/>
                  </a:lnTo>
                  <a:lnTo>
                    <a:pt x="2065272" y="961837"/>
                  </a:lnTo>
                  <a:lnTo>
                    <a:pt x="2029590" y="963778"/>
                  </a:lnTo>
                  <a:lnTo>
                    <a:pt x="1993853" y="965303"/>
                  </a:lnTo>
                  <a:lnTo>
                    <a:pt x="1958062" y="966411"/>
                  </a:lnTo>
                  <a:lnTo>
                    <a:pt x="1922215" y="967103"/>
                  </a:lnTo>
                  <a:lnTo>
                    <a:pt x="1886314" y="967379"/>
                  </a:lnTo>
                  <a:lnTo>
                    <a:pt x="1850359" y="967238"/>
                  </a:lnTo>
                  <a:lnTo>
                    <a:pt x="1814348" y="966681"/>
                  </a:lnTo>
                  <a:lnTo>
                    <a:pt x="1778283" y="965708"/>
                  </a:lnTo>
                  <a:lnTo>
                    <a:pt x="1742163" y="964317"/>
                  </a:lnTo>
                  <a:lnTo>
                    <a:pt x="1705988" y="962511"/>
                  </a:lnTo>
                  <a:lnTo>
                    <a:pt x="1669758" y="960288"/>
                  </a:lnTo>
                  <a:lnTo>
                    <a:pt x="1633473" y="957649"/>
                  </a:lnTo>
                  <a:lnTo>
                    <a:pt x="1597134" y="954593"/>
                  </a:lnTo>
                  <a:lnTo>
                    <a:pt x="1560740" y="951121"/>
                  </a:lnTo>
                  <a:lnTo>
                    <a:pt x="1524291" y="947232"/>
                  </a:lnTo>
                  <a:lnTo>
                    <a:pt x="1487787" y="942927"/>
                  </a:lnTo>
                  <a:lnTo>
                    <a:pt x="1451228" y="938205"/>
                  </a:lnTo>
                  <a:lnTo>
                    <a:pt x="1414615" y="933067"/>
                  </a:lnTo>
                  <a:lnTo>
                    <a:pt x="1377947" y="927513"/>
                  </a:lnTo>
                  <a:lnTo>
                    <a:pt x="1341224" y="921542"/>
                  </a:lnTo>
                  <a:lnTo>
                    <a:pt x="1304446" y="915155"/>
                  </a:lnTo>
                  <a:lnTo>
                    <a:pt x="1267614" y="908351"/>
                  </a:lnTo>
                  <a:lnTo>
                    <a:pt x="1230727" y="901131"/>
                  </a:lnTo>
                  <a:lnTo>
                    <a:pt x="1193784" y="893494"/>
                  </a:lnTo>
                  <a:lnTo>
                    <a:pt x="1156788" y="885441"/>
                  </a:lnTo>
                  <a:lnTo>
                    <a:pt x="1119736" y="876972"/>
                  </a:lnTo>
                  <a:lnTo>
                    <a:pt x="1082629" y="868086"/>
                  </a:lnTo>
                  <a:lnTo>
                    <a:pt x="1045468" y="858784"/>
                  </a:lnTo>
                  <a:lnTo>
                    <a:pt x="1008252" y="849065"/>
                  </a:lnTo>
                  <a:lnTo>
                    <a:pt x="970981" y="838930"/>
                  </a:lnTo>
                  <a:lnTo>
                    <a:pt x="933655" y="828378"/>
                  </a:lnTo>
                  <a:lnTo>
                    <a:pt x="896275" y="817410"/>
                  </a:lnTo>
                  <a:lnTo>
                    <a:pt x="858840" y="806026"/>
                  </a:lnTo>
                  <a:lnTo>
                    <a:pt x="821350" y="794225"/>
                  </a:lnTo>
                  <a:lnTo>
                    <a:pt x="783805" y="782007"/>
                  </a:lnTo>
                  <a:lnTo>
                    <a:pt x="746205" y="769373"/>
                  </a:lnTo>
                  <a:lnTo>
                    <a:pt x="708551" y="756323"/>
                  </a:lnTo>
                  <a:lnTo>
                    <a:pt x="670841" y="742857"/>
                  </a:lnTo>
                  <a:lnTo>
                    <a:pt x="633077" y="728974"/>
                  </a:lnTo>
                  <a:lnTo>
                    <a:pt x="595259" y="714674"/>
                  </a:lnTo>
                  <a:lnTo>
                    <a:pt x="557385" y="699958"/>
                  </a:lnTo>
                  <a:lnTo>
                    <a:pt x="519457" y="684826"/>
                  </a:lnTo>
                  <a:lnTo>
                    <a:pt x="481473" y="669277"/>
                  </a:lnTo>
                  <a:lnTo>
                    <a:pt x="443435" y="653312"/>
                  </a:lnTo>
                  <a:lnTo>
                    <a:pt x="405343" y="636930"/>
                  </a:lnTo>
                  <a:lnTo>
                    <a:pt x="367195" y="620132"/>
                  </a:lnTo>
                  <a:lnTo>
                    <a:pt x="328993" y="602917"/>
                  </a:lnTo>
                  <a:lnTo>
                    <a:pt x="290735" y="585286"/>
                  </a:lnTo>
                  <a:lnTo>
                    <a:pt x="252423" y="567239"/>
                  </a:lnTo>
                  <a:lnTo>
                    <a:pt x="214057" y="548775"/>
                  </a:lnTo>
                  <a:lnTo>
                    <a:pt x="175635" y="529895"/>
                  </a:lnTo>
                  <a:lnTo>
                    <a:pt x="157363" y="567502"/>
                  </a:lnTo>
                  <a:lnTo>
                    <a:pt x="139737" y="605416"/>
                  </a:lnTo>
                  <a:lnTo>
                    <a:pt x="122761" y="643625"/>
                  </a:lnTo>
                  <a:lnTo>
                    <a:pt x="106440" y="682119"/>
                  </a:lnTo>
                  <a:lnTo>
                    <a:pt x="90780" y="720886"/>
                  </a:lnTo>
                  <a:lnTo>
                    <a:pt x="75784" y="759916"/>
                  </a:lnTo>
                  <a:lnTo>
                    <a:pt x="61457" y="799195"/>
                  </a:lnTo>
                  <a:lnTo>
                    <a:pt x="47804" y="838714"/>
                  </a:lnTo>
                  <a:lnTo>
                    <a:pt x="34828" y="878460"/>
                  </a:lnTo>
                  <a:lnTo>
                    <a:pt x="22532" y="918423"/>
                  </a:lnTo>
                  <a:lnTo>
                    <a:pt x="10922" y="958589"/>
                  </a:lnTo>
                  <a:lnTo>
                    <a:pt x="0" y="998948"/>
                  </a:lnTo>
                  <a:lnTo>
                    <a:pt x="38790" y="1008973"/>
                  </a:lnTo>
                  <a:lnTo>
                    <a:pt x="77549" y="1018751"/>
                  </a:lnTo>
                  <a:lnTo>
                    <a:pt x="116275" y="1028284"/>
                  </a:lnTo>
                  <a:lnTo>
                    <a:pt x="154969" y="1037571"/>
                  </a:lnTo>
                  <a:lnTo>
                    <a:pt x="193630" y="1046613"/>
                  </a:lnTo>
                  <a:lnTo>
                    <a:pt x="232259" y="1055408"/>
                  </a:lnTo>
                  <a:lnTo>
                    <a:pt x="270856" y="1063958"/>
                  </a:lnTo>
                  <a:lnTo>
                    <a:pt x="309420" y="1072262"/>
                  </a:lnTo>
                  <a:lnTo>
                    <a:pt x="347953" y="1080320"/>
                  </a:lnTo>
                  <a:lnTo>
                    <a:pt x="386452" y="1088132"/>
                  </a:lnTo>
                  <a:lnTo>
                    <a:pt x="424920" y="1095698"/>
                  </a:lnTo>
                  <a:lnTo>
                    <a:pt x="463355" y="1103019"/>
                  </a:lnTo>
                  <a:lnTo>
                    <a:pt x="501757" y="1110094"/>
                  </a:lnTo>
                  <a:lnTo>
                    <a:pt x="540128" y="1116923"/>
                  </a:lnTo>
                  <a:lnTo>
                    <a:pt x="578466" y="1123506"/>
                  </a:lnTo>
                  <a:lnTo>
                    <a:pt x="616771" y="1129843"/>
                  </a:lnTo>
                  <a:lnTo>
                    <a:pt x="655045" y="1135935"/>
                  </a:lnTo>
                  <a:lnTo>
                    <a:pt x="693286" y="1141781"/>
                  </a:lnTo>
                  <a:lnTo>
                    <a:pt x="731494" y="1147381"/>
                  </a:lnTo>
                  <a:lnTo>
                    <a:pt x="769671" y="1152735"/>
                  </a:lnTo>
                  <a:lnTo>
                    <a:pt x="807815" y="1157843"/>
                  </a:lnTo>
                  <a:lnTo>
                    <a:pt x="845926" y="1162706"/>
                  </a:lnTo>
                  <a:lnTo>
                    <a:pt x="884006" y="1167323"/>
                  </a:lnTo>
                  <a:lnTo>
                    <a:pt x="922052" y="1171694"/>
                  </a:lnTo>
                  <a:lnTo>
                    <a:pt x="960067" y="1175819"/>
                  </a:lnTo>
                  <a:lnTo>
                    <a:pt x="998049" y="1179698"/>
                  </a:lnTo>
                  <a:lnTo>
                    <a:pt x="1035999" y="1183332"/>
                  </a:lnTo>
                  <a:lnTo>
                    <a:pt x="1073917" y="1186720"/>
                  </a:lnTo>
                  <a:lnTo>
                    <a:pt x="1111802" y="1189862"/>
                  </a:lnTo>
                  <a:lnTo>
                    <a:pt x="1149655" y="1192758"/>
                  </a:lnTo>
                  <a:lnTo>
                    <a:pt x="1187475" y="1195408"/>
                  </a:lnTo>
                  <a:lnTo>
                    <a:pt x="1225264" y="1197813"/>
                  </a:lnTo>
                  <a:lnTo>
                    <a:pt x="1263019" y="1199972"/>
                  </a:lnTo>
                  <a:lnTo>
                    <a:pt x="1300743" y="1201884"/>
                  </a:lnTo>
                  <a:lnTo>
                    <a:pt x="1338434" y="1203552"/>
                  </a:lnTo>
                  <a:lnTo>
                    <a:pt x="1376093" y="1204973"/>
                  </a:lnTo>
                  <a:lnTo>
                    <a:pt x="1413719" y="1206148"/>
                  </a:lnTo>
                  <a:lnTo>
                    <a:pt x="1451313" y="1207078"/>
                  </a:lnTo>
                  <a:lnTo>
                    <a:pt x="1488875" y="1207762"/>
                  </a:lnTo>
                  <a:lnTo>
                    <a:pt x="1526405" y="1208200"/>
                  </a:lnTo>
                  <a:lnTo>
                    <a:pt x="1563902" y="1208393"/>
                  </a:lnTo>
                  <a:lnTo>
                    <a:pt x="1601366" y="1208339"/>
                  </a:lnTo>
                  <a:lnTo>
                    <a:pt x="1638799" y="1208040"/>
                  </a:lnTo>
                  <a:lnTo>
                    <a:pt x="1676199" y="1207495"/>
                  </a:lnTo>
                  <a:lnTo>
                    <a:pt x="1713567" y="1206704"/>
                  </a:lnTo>
                  <a:lnTo>
                    <a:pt x="1750902" y="1205667"/>
                  </a:lnTo>
                  <a:lnTo>
                    <a:pt x="1788205" y="1204385"/>
                  </a:lnTo>
                  <a:lnTo>
                    <a:pt x="1825476" y="1202856"/>
                  </a:lnTo>
                  <a:lnTo>
                    <a:pt x="1862714" y="1201082"/>
                  </a:lnTo>
                  <a:lnTo>
                    <a:pt x="1899920" y="1199062"/>
                  </a:lnTo>
                  <a:lnTo>
                    <a:pt x="1937094" y="1196796"/>
                  </a:lnTo>
                  <a:lnTo>
                    <a:pt x="1974235" y="1194285"/>
                  </a:lnTo>
                  <a:lnTo>
                    <a:pt x="2011344" y="1191528"/>
                  </a:lnTo>
                  <a:lnTo>
                    <a:pt x="2048421" y="1188524"/>
                  </a:lnTo>
                  <a:lnTo>
                    <a:pt x="2085465" y="1185275"/>
                  </a:lnTo>
                  <a:lnTo>
                    <a:pt x="2122477" y="1181781"/>
                  </a:lnTo>
                  <a:lnTo>
                    <a:pt x="2159456" y="1178040"/>
                  </a:lnTo>
                  <a:lnTo>
                    <a:pt x="2196404" y="1174054"/>
                  </a:lnTo>
                  <a:lnTo>
                    <a:pt x="2233319" y="1169822"/>
                  </a:lnTo>
                  <a:lnTo>
                    <a:pt x="2270201" y="1165344"/>
                  </a:lnTo>
                  <a:lnTo>
                    <a:pt x="2307051" y="1160620"/>
                  </a:lnTo>
                  <a:lnTo>
                    <a:pt x="2343869" y="1155650"/>
                  </a:lnTo>
                  <a:lnTo>
                    <a:pt x="2380655" y="1150435"/>
                  </a:lnTo>
                  <a:lnTo>
                    <a:pt x="2417408" y="1144974"/>
                  </a:lnTo>
                  <a:lnTo>
                    <a:pt x="2454129" y="1139267"/>
                  </a:lnTo>
                  <a:lnTo>
                    <a:pt x="2490817" y="1133314"/>
                  </a:lnTo>
                  <a:lnTo>
                    <a:pt x="2527473" y="1127115"/>
                  </a:lnTo>
                  <a:lnTo>
                    <a:pt x="2564097" y="1120671"/>
                  </a:lnTo>
                  <a:lnTo>
                    <a:pt x="2600689" y="1113981"/>
                  </a:lnTo>
                  <a:lnTo>
                    <a:pt x="2637248" y="1107045"/>
                  </a:lnTo>
                  <a:lnTo>
                    <a:pt x="2673775" y="1099863"/>
                  </a:lnTo>
                  <a:lnTo>
                    <a:pt x="2710269" y="1092435"/>
                  </a:lnTo>
                  <a:lnTo>
                    <a:pt x="2746731" y="1084762"/>
                  </a:lnTo>
                  <a:lnTo>
                    <a:pt x="2783161" y="1076842"/>
                  </a:lnTo>
                  <a:lnTo>
                    <a:pt x="2819558" y="1068677"/>
                  </a:lnTo>
                  <a:lnTo>
                    <a:pt x="2855924" y="1060267"/>
                  </a:lnTo>
                  <a:lnTo>
                    <a:pt x="2892256" y="1051610"/>
                  </a:lnTo>
                  <a:lnTo>
                    <a:pt x="2928557" y="1042707"/>
                  </a:lnTo>
                  <a:lnTo>
                    <a:pt x="2964825" y="1033559"/>
                  </a:lnTo>
                  <a:lnTo>
                    <a:pt x="3001060" y="1024165"/>
                  </a:lnTo>
                  <a:lnTo>
                    <a:pt x="3037264" y="1014525"/>
                  </a:lnTo>
                  <a:lnTo>
                    <a:pt x="3073435" y="1004640"/>
                  </a:lnTo>
                  <a:lnTo>
                    <a:pt x="3109573" y="994508"/>
                  </a:lnTo>
                  <a:lnTo>
                    <a:pt x="3145680" y="984131"/>
                  </a:lnTo>
                  <a:lnTo>
                    <a:pt x="3181754" y="973508"/>
                  </a:lnTo>
                  <a:lnTo>
                    <a:pt x="3217795" y="962639"/>
                  </a:lnTo>
                  <a:lnTo>
                    <a:pt x="3253805" y="951524"/>
                  </a:lnTo>
                  <a:lnTo>
                    <a:pt x="3289782" y="940164"/>
                  </a:lnTo>
                  <a:lnTo>
                    <a:pt x="3325726" y="928557"/>
                  </a:lnTo>
                  <a:lnTo>
                    <a:pt x="3361638" y="916705"/>
                  </a:lnTo>
                  <a:lnTo>
                    <a:pt x="3397518" y="904607"/>
                  </a:lnTo>
                  <a:lnTo>
                    <a:pt x="3433366" y="892264"/>
                  </a:lnTo>
                  <a:lnTo>
                    <a:pt x="3469181" y="879674"/>
                  </a:lnTo>
                  <a:lnTo>
                    <a:pt x="3504964" y="866839"/>
                  </a:lnTo>
                  <a:lnTo>
                    <a:pt x="3540715" y="853758"/>
                  </a:lnTo>
                  <a:lnTo>
                    <a:pt x="3576433" y="840431"/>
                  </a:lnTo>
                  <a:lnTo>
                    <a:pt x="3612119" y="826858"/>
                  </a:lnTo>
                  <a:lnTo>
                    <a:pt x="3647772" y="813039"/>
                  </a:lnTo>
                  <a:lnTo>
                    <a:pt x="3683393" y="798975"/>
                  </a:lnTo>
                  <a:lnTo>
                    <a:pt x="3718982" y="784665"/>
                  </a:lnTo>
                  <a:lnTo>
                    <a:pt x="3754539" y="770109"/>
                  </a:lnTo>
                  <a:lnTo>
                    <a:pt x="3790063" y="755307"/>
                  </a:lnTo>
                  <a:lnTo>
                    <a:pt x="3825555" y="740260"/>
                  </a:lnTo>
                  <a:lnTo>
                    <a:pt x="3861014" y="724966"/>
                  </a:lnTo>
                  <a:lnTo>
                    <a:pt x="3896441" y="709427"/>
                  </a:lnTo>
                  <a:lnTo>
                    <a:pt x="3931836" y="693642"/>
                  </a:lnTo>
                  <a:lnTo>
                    <a:pt x="3967198" y="677611"/>
                  </a:lnTo>
                  <a:lnTo>
                    <a:pt x="4002529" y="661335"/>
                  </a:lnTo>
                  <a:lnTo>
                    <a:pt x="4037826" y="644812"/>
                  </a:lnTo>
                  <a:lnTo>
                    <a:pt x="4073092" y="628044"/>
                  </a:lnTo>
                  <a:lnTo>
                    <a:pt x="4108325" y="611030"/>
                  </a:lnTo>
                  <a:lnTo>
                    <a:pt x="4143525" y="593770"/>
                  </a:lnTo>
                  <a:lnTo>
                    <a:pt x="4178694" y="576265"/>
                  </a:lnTo>
                  <a:lnTo>
                    <a:pt x="4213830" y="558513"/>
                  </a:lnTo>
                  <a:lnTo>
                    <a:pt x="4248934" y="540516"/>
                  </a:lnTo>
                  <a:lnTo>
                    <a:pt x="4284005" y="522273"/>
                  </a:lnTo>
                  <a:lnTo>
                    <a:pt x="4319044" y="503784"/>
                  </a:lnTo>
                  <a:lnTo>
                    <a:pt x="4354051" y="485050"/>
                  </a:lnTo>
                  <a:lnTo>
                    <a:pt x="4389025" y="466069"/>
                  </a:lnTo>
                  <a:lnTo>
                    <a:pt x="4423967" y="446843"/>
                  </a:lnTo>
                  <a:lnTo>
                    <a:pt x="4458876" y="427371"/>
                  </a:lnTo>
                  <a:lnTo>
                    <a:pt x="4493754" y="407653"/>
                  </a:lnTo>
                  <a:lnTo>
                    <a:pt x="4472763" y="371493"/>
                  </a:lnTo>
                  <a:lnTo>
                    <a:pt x="4451157" y="335697"/>
                  </a:lnTo>
                  <a:lnTo>
                    <a:pt x="4428943" y="300276"/>
                  </a:lnTo>
                  <a:lnTo>
                    <a:pt x="4406127" y="265239"/>
                  </a:lnTo>
                  <a:lnTo>
                    <a:pt x="4382715" y="230598"/>
                  </a:lnTo>
                  <a:lnTo>
                    <a:pt x="4358715" y="196361"/>
                  </a:lnTo>
                  <a:lnTo>
                    <a:pt x="4334133" y="162539"/>
                  </a:lnTo>
                  <a:lnTo>
                    <a:pt x="4308977" y="129143"/>
                  </a:lnTo>
                  <a:lnTo>
                    <a:pt x="4283254" y="96181"/>
                  </a:lnTo>
                  <a:lnTo>
                    <a:pt x="4256972" y="63664"/>
                  </a:lnTo>
                  <a:lnTo>
                    <a:pt x="4230138" y="31600"/>
                  </a:lnTo>
                  <a:close/>
                </a:path>
              </a:pathLst>
            </a:custGeom>
            <a:solidFill>
              <a:srgbClr val="EE6161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3890448" y="988143"/>
              <a:ext cx="2517084" cy="1482595"/>
            </a:xfrm>
            <a:custGeom>
              <a:avLst/>
              <a:pathLst>
                <a:path w="2517084" h="1482595">
                  <a:moveTo>
                    <a:pt x="2134632" y="472235"/>
                  </a:moveTo>
                  <a:lnTo>
                    <a:pt x="2097584" y="521988"/>
                  </a:lnTo>
                  <a:lnTo>
                    <a:pt x="2060958" y="570291"/>
                  </a:lnTo>
                  <a:lnTo>
                    <a:pt x="2024754" y="617145"/>
                  </a:lnTo>
                  <a:lnTo>
                    <a:pt x="1988971" y="662549"/>
                  </a:lnTo>
                  <a:lnTo>
                    <a:pt x="1953609" y="706503"/>
                  </a:lnTo>
                  <a:lnTo>
                    <a:pt x="1918669" y="749008"/>
                  </a:lnTo>
                  <a:lnTo>
                    <a:pt x="1884151" y="790064"/>
                  </a:lnTo>
                  <a:lnTo>
                    <a:pt x="1850054" y="829670"/>
                  </a:lnTo>
                  <a:lnTo>
                    <a:pt x="1816379" y="867826"/>
                  </a:lnTo>
                  <a:lnTo>
                    <a:pt x="1783125" y="904533"/>
                  </a:lnTo>
                  <a:lnTo>
                    <a:pt x="1750293" y="939791"/>
                  </a:lnTo>
                  <a:lnTo>
                    <a:pt x="1717883" y="973598"/>
                  </a:lnTo>
                  <a:lnTo>
                    <a:pt x="1685894" y="1005957"/>
                  </a:lnTo>
                  <a:lnTo>
                    <a:pt x="1654326" y="1036865"/>
                  </a:lnTo>
                  <a:lnTo>
                    <a:pt x="1623181" y="1066325"/>
                  </a:lnTo>
                  <a:lnTo>
                    <a:pt x="1592456" y="1094334"/>
                  </a:lnTo>
                  <a:lnTo>
                    <a:pt x="1562154" y="1120895"/>
                  </a:lnTo>
                  <a:lnTo>
                    <a:pt x="1532273" y="1146005"/>
                  </a:lnTo>
                  <a:lnTo>
                    <a:pt x="1502813" y="1169666"/>
                  </a:lnTo>
                  <a:lnTo>
                    <a:pt x="1473775" y="1191878"/>
                  </a:lnTo>
                  <a:lnTo>
                    <a:pt x="1445159" y="1212640"/>
                  </a:lnTo>
                  <a:lnTo>
                    <a:pt x="1416964" y="1231952"/>
                  </a:lnTo>
                  <a:lnTo>
                    <a:pt x="1389191" y="1249815"/>
                  </a:lnTo>
                  <a:lnTo>
                    <a:pt x="1361839" y="1266229"/>
                  </a:lnTo>
                  <a:lnTo>
                    <a:pt x="1334909" y="1281193"/>
                  </a:lnTo>
                  <a:lnTo>
                    <a:pt x="1308400" y="1294707"/>
                  </a:lnTo>
                  <a:lnTo>
                    <a:pt x="1282313" y="1306772"/>
                  </a:lnTo>
                  <a:lnTo>
                    <a:pt x="1256648" y="1317387"/>
                  </a:lnTo>
                  <a:lnTo>
                    <a:pt x="1231404" y="1326553"/>
                  </a:lnTo>
                  <a:lnTo>
                    <a:pt x="1206581" y="1334269"/>
                  </a:lnTo>
                  <a:lnTo>
                    <a:pt x="1182181" y="1340536"/>
                  </a:lnTo>
                  <a:lnTo>
                    <a:pt x="1158201" y="1345353"/>
                  </a:lnTo>
                  <a:lnTo>
                    <a:pt x="1134644" y="1348721"/>
                  </a:lnTo>
                  <a:lnTo>
                    <a:pt x="1111508" y="1350639"/>
                  </a:lnTo>
                  <a:lnTo>
                    <a:pt x="1088793" y="1351108"/>
                  </a:lnTo>
                  <a:lnTo>
                    <a:pt x="1066500" y="1350127"/>
                  </a:lnTo>
                  <a:lnTo>
                    <a:pt x="1044629" y="1347696"/>
                  </a:lnTo>
                  <a:lnTo>
                    <a:pt x="1023179" y="1343816"/>
                  </a:lnTo>
                  <a:lnTo>
                    <a:pt x="1002151" y="1338487"/>
                  </a:lnTo>
                  <a:lnTo>
                    <a:pt x="981544" y="1331708"/>
                  </a:lnTo>
                  <a:lnTo>
                    <a:pt x="961359" y="1323479"/>
                  </a:lnTo>
                  <a:lnTo>
                    <a:pt x="941595" y="1313801"/>
                  </a:lnTo>
                  <a:lnTo>
                    <a:pt x="922253" y="1302673"/>
                  </a:lnTo>
                  <a:lnTo>
                    <a:pt x="903333" y="1290096"/>
                  </a:lnTo>
                  <a:lnTo>
                    <a:pt x="884834" y="1276069"/>
                  </a:lnTo>
                  <a:lnTo>
                    <a:pt x="866757" y="1260593"/>
                  </a:lnTo>
                  <a:lnTo>
                    <a:pt x="849101" y="1243667"/>
                  </a:lnTo>
                  <a:lnTo>
                    <a:pt x="831867" y="1225292"/>
                  </a:lnTo>
                  <a:lnTo>
                    <a:pt x="815054" y="1205467"/>
                  </a:lnTo>
                  <a:lnTo>
                    <a:pt x="798663" y="1184193"/>
                  </a:lnTo>
                  <a:lnTo>
                    <a:pt x="782694" y="1161469"/>
                  </a:lnTo>
                  <a:lnTo>
                    <a:pt x="767146" y="1137295"/>
                  </a:lnTo>
                  <a:lnTo>
                    <a:pt x="752020" y="1111672"/>
                  </a:lnTo>
                  <a:lnTo>
                    <a:pt x="737315" y="1084600"/>
                  </a:lnTo>
                  <a:lnTo>
                    <a:pt x="723032" y="1056078"/>
                  </a:lnTo>
                  <a:lnTo>
                    <a:pt x="709170" y="1026106"/>
                  </a:lnTo>
                  <a:lnTo>
                    <a:pt x="695730" y="994685"/>
                  </a:lnTo>
                  <a:lnTo>
                    <a:pt x="682711" y="961814"/>
                  </a:lnTo>
                  <a:lnTo>
                    <a:pt x="670114" y="927494"/>
                  </a:lnTo>
                  <a:lnTo>
                    <a:pt x="657939" y="891724"/>
                  </a:lnTo>
                  <a:lnTo>
                    <a:pt x="646185" y="854505"/>
                  </a:lnTo>
                  <a:lnTo>
                    <a:pt x="634853" y="815836"/>
                  </a:lnTo>
                  <a:lnTo>
                    <a:pt x="623942" y="775718"/>
                  </a:lnTo>
                  <a:lnTo>
                    <a:pt x="613453" y="734150"/>
                  </a:lnTo>
                  <a:lnTo>
                    <a:pt x="603386" y="691133"/>
                  </a:lnTo>
                  <a:lnTo>
                    <a:pt x="593740" y="646666"/>
                  </a:lnTo>
                  <a:lnTo>
                    <a:pt x="584515" y="600749"/>
                  </a:lnTo>
                  <a:lnTo>
                    <a:pt x="575712" y="553383"/>
                  </a:lnTo>
                  <a:lnTo>
                    <a:pt x="567331" y="504568"/>
                  </a:lnTo>
                  <a:lnTo>
                    <a:pt x="559371" y="454303"/>
                  </a:lnTo>
                  <a:lnTo>
                    <a:pt x="551833" y="402588"/>
                  </a:lnTo>
                  <a:lnTo>
                    <a:pt x="544716" y="349424"/>
                  </a:lnTo>
                  <a:lnTo>
                    <a:pt x="538021" y="294811"/>
                  </a:lnTo>
                  <a:lnTo>
                    <a:pt x="531748" y="238747"/>
                  </a:lnTo>
                  <a:lnTo>
                    <a:pt x="525896" y="181235"/>
                  </a:lnTo>
                  <a:lnTo>
                    <a:pt x="520466" y="122273"/>
                  </a:lnTo>
                  <a:lnTo>
                    <a:pt x="515457" y="61861"/>
                  </a:lnTo>
                  <a:lnTo>
                    <a:pt x="510870" y="0"/>
                  </a:lnTo>
                  <a:lnTo>
                    <a:pt x="467682" y="3404"/>
                  </a:lnTo>
                  <a:lnTo>
                    <a:pt x="424561" y="7572"/>
                  </a:lnTo>
                  <a:lnTo>
                    <a:pt x="381521" y="12504"/>
                  </a:lnTo>
                  <a:lnTo>
                    <a:pt x="338575" y="18196"/>
                  </a:lnTo>
                  <a:lnTo>
                    <a:pt x="295736" y="24648"/>
                  </a:lnTo>
                  <a:lnTo>
                    <a:pt x="253019" y="31858"/>
                  </a:lnTo>
                  <a:lnTo>
                    <a:pt x="210435" y="39822"/>
                  </a:lnTo>
                  <a:lnTo>
                    <a:pt x="168000" y="48540"/>
                  </a:lnTo>
                  <a:lnTo>
                    <a:pt x="125725" y="58007"/>
                  </a:lnTo>
                  <a:lnTo>
                    <a:pt x="83625" y="68221"/>
                  </a:lnTo>
                  <a:lnTo>
                    <a:pt x="41712" y="79179"/>
                  </a:lnTo>
                  <a:lnTo>
                    <a:pt x="0" y="90877"/>
                  </a:lnTo>
                  <a:lnTo>
                    <a:pt x="15288" y="142609"/>
                  </a:lnTo>
                  <a:lnTo>
                    <a:pt x="30861" y="193361"/>
                  </a:lnTo>
                  <a:lnTo>
                    <a:pt x="46718" y="243134"/>
                  </a:lnTo>
                  <a:lnTo>
                    <a:pt x="62861" y="291926"/>
                  </a:lnTo>
                  <a:lnTo>
                    <a:pt x="79289" y="339739"/>
                  </a:lnTo>
                  <a:lnTo>
                    <a:pt x="96002" y="386572"/>
                  </a:lnTo>
                  <a:lnTo>
                    <a:pt x="112999" y="432426"/>
                  </a:lnTo>
                  <a:lnTo>
                    <a:pt x="130282" y="477300"/>
                  </a:lnTo>
                  <a:lnTo>
                    <a:pt x="147850" y="521194"/>
                  </a:lnTo>
                  <a:lnTo>
                    <a:pt x="165702" y="564108"/>
                  </a:lnTo>
                  <a:lnTo>
                    <a:pt x="183839" y="606043"/>
                  </a:lnTo>
                  <a:lnTo>
                    <a:pt x="202262" y="646997"/>
                  </a:lnTo>
                  <a:lnTo>
                    <a:pt x="220969" y="686972"/>
                  </a:lnTo>
                  <a:lnTo>
                    <a:pt x="239961" y="725968"/>
                  </a:lnTo>
                  <a:lnTo>
                    <a:pt x="259238" y="763983"/>
                  </a:lnTo>
                  <a:lnTo>
                    <a:pt x="278800" y="801019"/>
                  </a:lnTo>
                  <a:lnTo>
                    <a:pt x="298647" y="837076"/>
                  </a:lnTo>
                  <a:lnTo>
                    <a:pt x="318779" y="872152"/>
                  </a:lnTo>
                  <a:lnTo>
                    <a:pt x="339196" y="906249"/>
                  </a:lnTo>
                  <a:lnTo>
                    <a:pt x="359898" y="939366"/>
                  </a:lnTo>
                  <a:lnTo>
                    <a:pt x="380885" y="971503"/>
                  </a:lnTo>
                  <a:lnTo>
                    <a:pt x="402156" y="1002660"/>
                  </a:lnTo>
                  <a:lnTo>
                    <a:pt x="423713" y="1032838"/>
                  </a:lnTo>
                  <a:lnTo>
                    <a:pt x="445554" y="1062036"/>
                  </a:lnTo>
                  <a:lnTo>
                    <a:pt x="467681" y="1090254"/>
                  </a:lnTo>
                  <a:lnTo>
                    <a:pt x="490092" y="1117493"/>
                  </a:lnTo>
                  <a:lnTo>
                    <a:pt x="512789" y="1143752"/>
                  </a:lnTo>
                  <a:lnTo>
                    <a:pt x="535770" y="1169031"/>
                  </a:lnTo>
                  <a:lnTo>
                    <a:pt x="559036" y="1193330"/>
                  </a:lnTo>
                  <a:lnTo>
                    <a:pt x="582587" y="1216650"/>
                  </a:lnTo>
                  <a:lnTo>
                    <a:pt x="606423" y="1238990"/>
                  </a:lnTo>
                  <a:lnTo>
                    <a:pt x="630544" y="1260350"/>
                  </a:lnTo>
                  <a:lnTo>
                    <a:pt x="654950" y="1280730"/>
                  </a:lnTo>
                  <a:lnTo>
                    <a:pt x="679641" y="1300131"/>
                  </a:lnTo>
                  <a:lnTo>
                    <a:pt x="704617" y="1318552"/>
                  </a:lnTo>
                  <a:lnTo>
                    <a:pt x="729878" y="1335993"/>
                  </a:lnTo>
                  <a:lnTo>
                    <a:pt x="755423" y="1352455"/>
                  </a:lnTo>
                  <a:lnTo>
                    <a:pt x="781254" y="1367936"/>
                  </a:lnTo>
                  <a:lnTo>
                    <a:pt x="807370" y="1382438"/>
                  </a:lnTo>
                  <a:lnTo>
                    <a:pt x="833770" y="1395961"/>
                  </a:lnTo>
                  <a:lnTo>
                    <a:pt x="860455" y="1408503"/>
                  </a:lnTo>
                  <a:lnTo>
                    <a:pt x="887426" y="1420066"/>
                  </a:lnTo>
                  <a:lnTo>
                    <a:pt x="914681" y="1430649"/>
                  </a:lnTo>
                  <a:lnTo>
                    <a:pt x="942221" y="1440253"/>
                  </a:lnTo>
                  <a:lnTo>
                    <a:pt x="970046" y="1448876"/>
                  </a:lnTo>
                  <a:lnTo>
                    <a:pt x="998156" y="1456520"/>
                  </a:lnTo>
                  <a:lnTo>
                    <a:pt x="1026551" y="1463184"/>
                  </a:lnTo>
                  <a:lnTo>
                    <a:pt x="1055231" y="1468869"/>
                  </a:lnTo>
                  <a:lnTo>
                    <a:pt x="1084196" y="1473573"/>
                  </a:lnTo>
                  <a:lnTo>
                    <a:pt x="1113446" y="1477298"/>
                  </a:lnTo>
                  <a:lnTo>
                    <a:pt x="1142981" y="1480044"/>
                  </a:lnTo>
                  <a:lnTo>
                    <a:pt x="1172801" y="1481809"/>
                  </a:lnTo>
                  <a:lnTo>
                    <a:pt x="1202905" y="1482595"/>
                  </a:lnTo>
                  <a:lnTo>
                    <a:pt x="1233295" y="1482401"/>
                  </a:lnTo>
                  <a:lnTo>
                    <a:pt x="1263969" y="1481227"/>
                  </a:lnTo>
                  <a:lnTo>
                    <a:pt x="1294929" y="1479074"/>
                  </a:lnTo>
                  <a:lnTo>
                    <a:pt x="1326173" y="1475941"/>
                  </a:lnTo>
                  <a:lnTo>
                    <a:pt x="1357702" y="1471828"/>
                  </a:lnTo>
                  <a:lnTo>
                    <a:pt x="1389516" y="1466735"/>
                  </a:lnTo>
                  <a:lnTo>
                    <a:pt x="1421616" y="1460663"/>
                  </a:lnTo>
                  <a:lnTo>
                    <a:pt x="1454000" y="1453611"/>
                  </a:lnTo>
                  <a:lnTo>
                    <a:pt x="1486669" y="1445579"/>
                  </a:lnTo>
                  <a:lnTo>
                    <a:pt x="1519623" y="1436567"/>
                  </a:lnTo>
                  <a:lnTo>
                    <a:pt x="1552862" y="1426576"/>
                  </a:lnTo>
                  <a:lnTo>
                    <a:pt x="1586385" y="1415605"/>
                  </a:lnTo>
                  <a:lnTo>
                    <a:pt x="1620194" y="1403654"/>
                  </a:lnTo>
                  <a:lnTo>
                    <a:pt x="1654288" y="1390724"/>
                  </a:lnTo>
                  <a:lnTo>
                    <a:pt x="1688666" y="1376814"/>
                  </a:lnTo>
                  <a:lnTo>
                    <a:pt x="1723330" y="1361924"/>
                  </a:lnTo>
                  <a:lnTo>
                    <a:pt x="1758278" y="1346054"/>
                  </a:lnTo>
                  <a:lnTo>
                    <a:pt x="1793512" y="1329205"/>
                  </a:lnTo>
                  <a:lnTo>
                    <a:pt x="1829030" y="1311375"/>
                  </a:lnTo>
                  <a:lnTo>
                    <a:pt x="1864834" y="1292566"/>
                  </a:lnTo>
                  <a:lnTo>
                    <a:pt x="1900922" y="1272778"/>
                  </a:lnTo>
                  <a:lnTo>
                    <a:pt x="1937295" y="1252010"/>
                  </a:lnTo>
                  <a:lnTo>
                    <a:pt x="1973953" y="1230261"/>
                  </a:lnTo>
                  <a:lnTo>
                    <a:pt x="2010896" y="1207534"/>
                  </a:lnTo>
                  <a:lnTo>
                    <a:pt x="2048124" y="1183826"/>
                  </a:lnTo>
                  <a:lnTo>
                    <a:pt x="2085637" y="1159139"/>
                  </a:lnTo>
                  <a:lnTo>
                    <a:pt x="2123435" y="1133472"/>
                  </a:lnTo>
                  <a:lnTo>
                    <a:pt x="2161517" y="1106825"/>
                  </a:lnTo>
                  <a:lnTo>
                    <a:pt x="2199885" y="1079199"/>
                  </a:lnTo>
                  <a:lnTo>
                    <a:pt x="2238538" y="1050592"/>
                  </a:lnTo>
                  <a:lnTo>
                    <a:pt x="2277475" y="1021006"/>
                  </a:lnTo>
                  <a:lnTo>
                    <a:pt x="2316698" y="990441"/>
                  </a:lnTo>
                  <a:lnTo>
                    <a:pt x="2356205" y="958895"/>
                  </a:lnTo>
                  <a:lnTo>
                    <a:pt x="2395998" y="926370"/>
                  </a:lnTo>
                  <a:lnTo>
                    <a:pt x="2436075" y="892865"/>
                  </a:lnTo>
                  <a:lnTo>
                    <a:pt x="2476437" y="858381"/>
                  </a:lnTo>
                  <a:lnTo>
                    <a:pt x="2517084" y="822916"/>
                  </a:lnTo>
                  <a:lnTo>
                    <a:pt x="2488152" y="790672"/>
                  </a:lnTo>
                  <a:lnTo>
                    <a:pt x="2458653" y="758946"/>
                  </a:lnTo>
                  <a:lnTo>
                    <a:pt x="2428596" y="727746"/>
                  </a:lnTo>
                  <a:lnTo>
                    <a:pt x="2397993" y="697084"/>
                  </a:lnTo>
                  <a:lnTo>
                    <a:pt x="2366851" y="666969"/>
                  </a:lnTo>
                  <a:lnTo>
                    <a:pt x="2335180" y="637409"/>
                  </a:lnTo>
                  <a:lnTo>
                    <a:pt x="2302992" y="608415"/>
                  </a:lnTo>
                  <a:lnTo>
                    <a:pt x="2270295" y="579995"/>
                  </a:lnTo>
                  <a:lnTo>
                    <a:pt x="2237100" y="552158"/>
                  </a:lnTo>
                  <a:lnTo>
                    <a:pt x="2203418" y="524914"/>
                  </a:lnTo>
                  <a:lnTo>
                    <a:pt x="2169258" y="498270"/>
                  </a:lnTo>
                  <a:close/>
                </a:path>
              </a:pathLst>
            </a:custGeom>
            <a:solidFill>
              <a:srgbClr val="EE6161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3667935" y="4338194"/>
              <a:ext cx="2825559" cy="1524876"/>
            </a:xfrm>
            <a:custGeom>
              <a:avLst/>
              <a:pathLst>
                <a:path w="2825559" h="1524876">
                  <a:moveTo>
                    <a:pt x="2825559" y="605655"/>
                  </a:moveTo>
                  <a:lnTo>
                    <a:pt x="2785638" y="574506"/>
                  </a:lnTo>
                  <a:lnTo>
                    <a:pt x="2745938" y="544180"/>
                  </a:lnTo>
                  <a:lnTo>
                    <a:pt x="2706459" y="514676"/>
                  </a:lnTo>
                  <a:lnTo>
                    <a:pt x="2667201" y="485994"/>
                  </a:lnTo>
                  <a:lnTo>
                    <a:pt x="2628163" y="458135"/>
                  </a:lnTo>
                  <a:lnTo>
                    <a:pt x="2589346" y="431097"/>
                  </a:lnTo>
                  <a:lnTo>
                    <a:pt x="2550750" y="404882"/>
                  </a:lnTo>
                  <a:lnTo>
                    <a:pt x="2512375" y="379489"/>
                  </a:lnTo>
                  <a:lnTo>
                    <a:pt x="2474221" y="354918"/>
                  </a:lnTo>
                  <a:lnTo>
                    <a:pt x="2436287" y="331169"/>
                  </a:lnTo>
                  <a:lnTo>
                    <a:pt x="2398575" y="308242"/>
                  </a:lnTo>
                  <a:lnTo>
                    <a:pt x="2361083" y="286138"/>
                  </a:lnTo>
                  <a:lnTo>
                    <a:pt x="2323811" y="264856"/>
                  </a:lnTo>
                  <a:lnTo>
                    <a:pt x="2286761" y="244395"/>
                  </a:lnTo>
                  <a:lnTo>
                    <a:pt x="2249931" y="224757"/>
                  </a:lnTo>
                  <a:lnTo>
                    <a:pt x="2213323" y="205942"/>
                  </a:lnTo>
                  <a:lnTo>
                    <a:pt x="2176935" y="187948"/>
                  </a:lnTo>
                  <a:lnTo>
                    <a:pt x="2140767" y="170776"/>
                  </a:lnTo>
                  <a:lnTo>
                    <a:pt x="2104821" y="154427"/>
                  </a:lnTo>
                  <a:lnTo>
                    <a:pt x="2069095" y="138900"/>
                  </a:lnTo>
                  <a:lnTo>
                    <a:pt x="2033591" y="124195"/>
                  </a:lnTo>
                  <a:lnTo>
                    <a:pt x="1998306" y="110312"/>
                  </a:lnTo>
                  <a:lnTo>
                    <a:pt x="1963243" y="97251"/>
                  </a:lnTo>
                  <a:lnTo>
                    <a:pt x="1928401" y="85012"/>
                  </a:lnTo>
                  <a:lnTo>
                    <a:pt x="1893779" y="73596"/>
                  </a:lnTo>
                  <a:lnTo>
                    <a:pt x="1859378" y="63002"/>
                  </a:lnTo>
                  <a:lnTo>
                    <a:pt x="1825198" y="53230"/>
                  </a:lnTo>
                  <a:lnTo>
                    <a:pt x="1791239" y="44280"/>
                  </a:lnTo>
                  <a:lnTo>
                    <a:pt x="1757501" y="36152"/>
                  </a:lnTo>
                  <a:lnTo>
                    <a:pt x="1723983" y="28846"/>
                  </a:lnTo>
                  <a:lnTo>
                    <a:pt x="1690686" y="22363"/>
                  </a:lnTo>
                  <a:lnTo>
                    <a:pt x="1657610" y="16702"/>
                  </a:lnTo>
                  <a:lnTo>
                    <a:pt x="1624755" y="11863"/>
                  </a:lnTo>
                  <a:lnTo>
                    <a:pt x="1592120" y="7846"/>
                  </a:lnTo>
                  <a:lnTo>
                    <a:pt x="1559707" y="4651"/>
                  </a:lnTo>
                  <a:lnTo>
                    <a:pt x="1527514" y="2278"/>
                  </a:lnTo>
                  <a:lnTo>
                    <a:pt x="1495542" y="728"/>
                  </a:lnTo>
                  <a:lnTo>
                    <a:pt x="1463791" y="0"/>
                  </a:lnTo>
                  <a:lnTo>
                    <a:pt x="1432260" y="93"/>
                  </a:lnTo>
                  <a:lnTo>
                    <a:pt x="1400950" y="1009"/>
                  </a:lnTo>
                  <a:lnTo>
                    <a:pt x="1369861" y="2748"/>
                  </a:lnTo>
                  <a:lnTo>
                    <a:pt x="1338993" y="5308"/>
                  </a:lnTo>
                  <a:lnTo>
                    <a:pt x="1308346" y="8690"/>
                  </a:lnTo>
                  <a:lnTo>
                    <a:pt x="1277920" y="12895"/>
                  </a:lnTo>
                  <a:lnTo>
                    <a:pt x="1247714" y="17922"/>
                  </a:lnTo>
                  <a:lnTo>
                    <a:pt x="1217729" y="23771"/>
                  </a:lnTo>
                  <a:lnTo>
                    <a:pt x="1187965" y="30442"/>
                  </a:lnTo>
                  <a:lnTo>
                    <a:pt x="1158422" y="37935"/>
                  </a:lnTo>
                  <a:lnTo>
                    <a:pt x="1129099" y="46251"/>
                  </a:lnTo>
                  <a:lnTo>
                    <a:pt x="1099997" y="55388"/>
                  </a:lnTo>
                  <a:lnTo>
                    <a:pt x="1071116" y="65348"/>
                  </a:lnTo>
                  <a:lnTo>
                    <a:pt x="1042456" y="76130"/>
                  </a:lnTo>
                  <a:lnTo>
                    <a:pt x="1014017" y="87734"/>
                  </a:lnTo>
                  <a:lnTo>
                    <a:pt x="985798" y="100161"/>
                  </a:lnTo>
                  <a:lnTo>
                    <a:pt x="957801" y="113409"/>
                  </a:lnTo>
                  <a:lnTo>
                    <a:pt x="930024" y="127480"/>
                  </a:lnTo>
                  <a:lnTo>
                    <a:pt x="902468" y="142372"/>
                  </a:lnTo>
                  <a:lnTo>
                    <a:pt x="875132" y="158087"/>
                  </a:lnTo>
                  <a:lnTo>
                    <a:pt x="848018" y="174624"/>
                  </a:lnTo>
                  <a:lnTo>
                    <a:pt x="821124" y="191984"/>
                  </a:lnTo>
                  <a:lnTo>
                    <a:pt x="794451" y="210165"/>
                  </a:lnTo>
                  <a:lnTo>
                    <a:pt x="767999" y="229169"/>
                  </a:lnTo>
                  <a:lnTo>
                    <a:pt x="741768" y="248994"/>
                  </a:lnTo>
                  <a:lnTo>
                    <a:pt x="715757" y="269642"/>
                  </a:lnTo>
                  <a:lnTo>
                    <a:pt x="689967" y="291112"/>
                  </a:lnTo>
                  <a:lnTo>
                    <a:pt x="664398" y="313405"/>
                  </a:lnTo>
                  <a:lnTo>
                    <a:pt x="639050" y="336519"/>
                  </a:lnTo>
                  <a:lnTo>
                    <a:pt x="613923" y="360455"/>
                  </a:lnTo>
                  <a:lnTo>
                    <a:pt x="589016" y="385214"/>
                  </a:lnTo>
                  <a:lnTo>
                    <a:pt x="564330" y="410795"/>
                  </a:lnTo>
                  <a:lnTo>
                    <a:pt x="539865" y="437198"/>
                  </a:lnTo>
                  <a:lnTo>
                    <a:pt x="515621" y="464423"/>
                  </a:lnTo>
                  <a:lnTo>
                    <a:pt x="491598" y="492471"/>
                  </a:lnTo>
                  <a:lnTo>
                    <a:pt x="467795" y="521340"/>
                  </a:lnTo>
                  <a:lnTo>
                    <a:pt x="444213" y="551032"/>
                  </a:lnTo>
                  <a:lnTo>
                    <a:pt x="420852" y="581546"/>
                  </a:lnTo>
                  <a:lnTo>
                    <a:pt x="397712" y="612882"/>
                  </a:lnTo>
                  <a:lnTo>
                    <a:pt x="374793" y="645040"/>
                  </a:lnTo>
                  <a:lnTo>
                    <a:pt x="352094" y="678020"/>
                  </a:lnTo>
                  <a:lnTo>
                    <a:pt x="329616" y="711823"/>
                  </a:lnTo>
                  <a:lnTo>
                    <a:pt x="307359" y="746447"/>
                  </a:lnTo>
                  <a:lnTo>
                    <a:pt x="285323" y="781894"/>
                  </a:lnTo>
                  <a:lnTo>
                    <a:pt x="263508" y="818163"/>
                  </a:lnTo>
                  <a:lnTo>
                    <a:pt x="241913" y="855254"/>
                  </a:lnTo>
                  <a:lnTo>
                    <a:pt x="220539" y="893167"/>
                  </a:lnTo>
                  <a:lnTo>
                    <a:pt x="199386" y="931903"/>
                  </a:lnTo>
                  <a:lnTo>
                    <a:pt x="178454" y="971460"/>
                  </a:lnTo>
                  <a:lnTo>
                    <a:pt x="157742" y="1011840"/>
                  </a:lnTo>
                  <a:lnTo>
                    <a:pt x="137252" y="1053042"/>
                  </a:lnTo>
                  <a:lnTo>
                    <a:pt x="116982" y="1095066"/>
                  </a:lnTo>
                  <a:lnTo>
                    <a:pt x="96933" y="1137912"/>
                  </a:lnTo>
                  <a:lnTo>
                    <a:pt x="77105" y="1181581"/>
                  </a:lnTo>
                  <a:lnTo>
                    <a:pt x="57497" y="1226071"/>
                  </a:lnTo>
                  <a:lnTo>
                    <a:pt x="38110" y="1271384"/>
                  </a:lnTo>
                  <a:lnTo>
                    <a:pt x="18945" y="1317519"/>
                  </a:lnTo>
                  <a:lnTo>
                    <a:pt x="0" y="1364476"/>
                  </a:lnTo>
                  <a:lnTo>
                    <a:pt x="39402" y="1379751"/>
                  </a:lnTo>
                  <a:lnTo>
                    <a:pt x="79062" y="1394342"/>
                  </a:lnTo>
                  <a:lnTo>
                    <a:pt x="118968" y="1408247"/>
                  </a:lnTo>
                  <a:lnTo>
                    <a:pt x="159109" y="1421460"/>
                  </a:lnTo>
                  <a:lnTo>
                    <a:pt x="199471" y="1433979"/>
                  </a:lnTo>
                  <a:lnTo>
                    <a:pt x="240044" y="1445798"/>
                  </a:lnTo>
                  <a:lnTo>
                    <a:pt x="280815" y="1456914"/>
                  </a:lnTo>
                  <a:lnTo>
                    <a:pt x="321772" y="1467325"/>
                  </a:lnTo>
                  <a:lnTo>
                    <a:pt x="362903" y="1477027"/>
                  </a:lnTo>
                  <a:lnTo>
                    <a:pt x="404194" y="1486018"/>
                  </a:lnTo>
                  <a:lnTo>
                    <a:pt x="445636" y="1494293"/>
                  </a:lnTo>
                  <a:lnTo>
                    <a:pt x="487213" y="1501852"/>
                  </a:lnTo>
                  <a:lnTo>
                    <a:pt x="528916" y="1508692"/>
                  </a:lnTo>
                  <a:lnTo>
                    <a:pt x="570730" y="1514810"/>
                  </a:lnTo>
                  <a:lnTo>
                    <a:pt x="612643" y="1520206"/>
                  </a:lnTo>
                  <a:lnTo>
                    <a:pt x="654643" y="1524876"/>
                  </a:lnTo>
                  <a:lnTo>
                    <a:pt x="661234" y="1463190"/>
                  </a:lnTo>
                  <a:lnTo>
                    <a:pt x="668214" y="1402955"/>
                  </a:lnTo>
                  <a:lnTo>
                    <a:pt x="675584" y="1344172"/>
                  </a:lnTo>
                  <a:lnTo>
                    <a:pt x="683344" y="1286841"/>
                  </a:lnTo>
                  <a:lnTo>
                    <a:pt x="691493" y="1230961"/>
                  </a:lnTo>
                  <a:lnTo>
                    <a:pt x="700033" y="1176532"/>
                  </a:lnTo>
                  <a:lnTo>
                    <a:pt x="708962" y="1123555"/>
                  </a:lnTo>
                  <a:lnTo>
                    <a:pt x="718281" y="1072030"/>
                  </a:lnTo>
                  <a:lnTo>
                    <a:pt x="727990" y="1021956"/>
                  </a:lnTo>
                  <a:lnTo>
                    <a:pt x="738089" y="973334"/>
                  </a:lnTo>
                  <a:lnTo>
                    <a:pt x="748578" y="926164"/>
                  </a:lnTo>
                  <a:lnTo>
                    <a:pt x="759456" y="880445"/>
                  </a:lnTo>
                  <a:lnTo>
                    <a:pt x="770724" y="836178"/>
                  </a:lnTo>
                  <a:lnTo>
                    <a:pt x="782382" y="793362"/>
                  </a:lnTo>
                  <a:lnTo>
                    <a:pt x="794430" y="751998"/>
                  </a:lnTo>
                  <a:lnTo>
                    <a:pt x="806868" y="712085"/>
                  </a:lnTo>
                  <a:lnTo>
                    <a:pt x="819696" y="673624"/>
                  </a:lnTo>
                  <a:lnTo>
                    <a:pt x="832913" y="636615"/>
                  </a:lnTo>
                  <a:lnTo>
                    <a:pt x="846520" y="601057"/>
                  </a:lnTo>
                  <a:lnTo>
                    <a:pt x="860518" y="566951"/>
                  </a:lnTo>
                  <a:lnTo>
                    <a:pt x="874904" y="534296"/>
                  </a:lnTo>
                  <a:lnTo>
                    <a:pt x="889681" y="503093"/>
                  </a:lnTo>
                  <a:lnTo>
                    <a:pt x="904848" y="473341"/>
                  </a:lnTo>
                  <a:lnTo>
                    <a:pt x="920404" y="445041"/>
                  </a:lnTo>
                  <a:lnTo>
                    <a:pt x="936350" y="418193"/>
                  </a:lnTo>
                  <a:lnTo>
                    <a:pt x="952687" y="392796"/>
                  </a:lnTo>
                  <a:lnTo>
                    <a:pt x="969412" y="368851"/>
                  </a:lnTo>
                  <a:lnTo>
                    <a:pt x="986528" y="346357"/>
                  </a:lnTo>
                  <a:lnTo>
                    <a:pt x="1004034" y="325315"/>
                  </a:lnTo>
                  <a:lnTo>
                    <a:pt x="1021929" y="305725"/>
                  </a:lnTo>
                  <a:lnTo>
                    <a:pt x="1040214" y="287586"/>
                  </a:lnTo>
                  <a:lnTo>
                    <a:pt x="1058889" y="270898"/>
                  </a:lnTo>
                  <a:lnTo>
                    <a:pt x="1077954" y="255663"/>
                  </a:lnTo>
                  <a:lnTo>
                    <a:pt x="1097409" y="241878"/>
                  </a:lnTo>
                  <a:lnTo>
                    <a:pt x="1117254" y="229546"/>
                  </a:lnTo>
                  <a:lnTo>
                    <a:pt x="1137488" y="218665"/>
                  </a:lnTo>
                  <a:lnTo>
                    <a:pt x="1158112" y="209235"/>
                  </a:lnTo>
                  <a:lnTo>
                    <a:pt x="1179126" y="201257"/>
                  </a:lnTo>
                  <a:lnTo>
                    <a:pt x="1200530" y="194731"/>
                  </a:lnTo>
                  <a:lnTo>
                    <a:pt x="1222324" y="189657"/>
                  </a:lnTo>
                  <a:lnTo>
                    <a:pt x="1244507" y="186033"/>
                  </a:lnTo>
                  <a:lnTo>
                    <a:pt x="1267081" y="183862"/>
                  </a:lnTo>
                  <a:lnTo>
                    <a:pt x="1290044" y="183142"/>
                  </a:lnTo>
                  <a:lnTo>
                    <a:pt x="1313397" y="183873"/>
                  </a:lnTo>
                  <a:lnTo>
                    <a:pt x="1337140" y="186057"/>
                  </a:lnTo>
                  <a:lnTo>
                    <a:pt x="1361272" y="189691"/>
                  </a:lnTo>
                  <a:lnTo>
                    <a:pt x="1385795" y="194778"/>
                  </a:lnTo>
                  <a:lnTo>
                    <a:pt x="1410707" y="201316"/>
                  </a:lnTo>
                  <a:lnTo>
                    <a:pt x="1436009" y="209305"/>
                  </a:lnTo>
                  <a:lnTo>
                    <a:pt x="1461701" y="218746"/>
                  </a:lnTo>
                  <a:lnTo>
                    <a:pt x="1487783" y="229639"/>
                  </a:lnTo>
                  <a:lnTo>
                    <a:pt x="1514255" y="241983"/>
                  </a:lnTo>
                  <a:lnTo>
                    <a:pt x="1541117" y="255779"/>
                  </a:lnTo>
                  <a:lnTo>
                    <a:pt x="1568368" y="271027"/>
                  </a:lnTo>
                  <a:lnTo>
                    <a:pt x="1596009" y="287726"/>
                  </a:lnTo>
                  <a:lnTo>
                    <a:pt x="1624040" y="305876"/>
                  </a:lnTo>
                  <a:lnTo>
                    <a:pt x="1652461" y="325478"/>
                  </a:lnTo>
                  <a:lnTo>
                    <a:pt x="1681271" y="346532"/>
                  </a:lnTo>
                  <a:lnTo>
                    <a:pt x="1710472" y="369037"/>
                  </a:lnTo>
                  <a:lnTo>
                    <a:pt x="1740062" y="392994"/>
                  </a:lnTo>
                  <a:lnTo>
                    <a:pt x="1770042" y="418403"/>
                  </a:lnTo>
                  <a:lnTo>
                    <a:pt x="1800412" y="445263"/>
                  </a:lnTo>
                  <a:lnTo>
                    <a:pt x="1831172" y="473574"/>
                  </a:lnTo>
                  <a:lnTo>
                    <a:pt x="1862322" y="503337"/>
                  </a:lnTo>
                  <a:lnTo>
                    <a:pt x="1893861" y="534552"/>
                  </a:lnTo>
                  <a:lnTo>
                    <a:pt x="1925791" y="567219"/>
                  </a:lnTo>
                  <a:lnTo>
                    <a:pt x="1958110" y="601337"/>
                  </a:lnTo>
                  <a:lnTo>
                    <a:pt x="1990819" y="636906"/>
                  </a:lnTo>
                  <a:lnTo>
                    <a:pt x="2023917" y="673927"/>
                  </a:lnTo>
                  <a:lnTo>
                    <a:pt x="2057406" y="712400"/>
                  </a:lnTo>
                  <a:lnTo>
                    <a:pt x="2091285" y="752324"/>
                  </a:lnTo>
                  <a:lnTo>
                    <a:pt x="2125553" y="793700"/>
                  </a:lnTo>
                  <a:lnTo>
                    <a:pt x="2160211" y="836527"/>
                  </a:lnTo>
                  <a:lnTo>
                    <a:pt x="2195259" y="880806"/>
                  </a:lnTo>
                  <a:lnTo>
                    <a:pt x="2230697" y="926537"/>
                  </a:lnTo>
                  <a:lnTo>
                    <a:pt x="2266524" y="973719"/>
                  </a:lnTo>
                  <a:lnTo>
                    <a:pt x="2302742" y="1022353"/>
                  </a:lnTo>
                  <a:lnTo>
                    <a:pt x="2339349" y="1072438"/>
                  </a:lnTo>
                  <a:lnTo>
                    <a:pt x="2373359" y="1047354"/>
                  </a:lnTo>
                  <a:lnTo>
                    <a:pt x="2406930" y="1021687"/>
                  </a:lnTo>
                  <a:lnTo>
                    <a:pt x="2440053" y="995444"/>
                  </a:lnTo>
                  <a:lnTo>
                    <a:pt x="2472718" y="968633"/>
                  </a:lnTo>
                  <a:lnTo>
                    <a:pt x="2504915" y="941261"/>
                  </a:lnTo>
                  <a:lnTo>
                    <a:pt x="2536635" y="913338"/>
                  </a:lnTo>
                  <a:lnTo>
                    <a:pt x="2567867" y="884870"/>
                  </a:lnTo>
                  <a:lnTo>
                    <a:pt x="2598604" y="855868"/>
                  </a:lnTo>
                  <a:lnTo>
                    <a:pt x="2628834" y="826339"/>
                  </a:lnTo>
                  <a:lnTo>
                    <a:pt x="2658551" y="796293"/>
                  </a:lnTo>
                  <a:lnTo>
                    <a:pt x="2687744" y="765738"/>
                  </a:lnTo>
                  <a:lnTo>
                    <a:pt x="2716405" y="734683"/>
                  </a:lnTo>
                  <a:lnTo>
                    <a:pt x="2744525" y="703138"/>
                  </a:lnTo>
                  <a:lnTo>
                    <a:pt x="2772096" y="671111"/>
                  </a:lnTo>
                  <a:lnTo>
                    <a:pt x="2799110" y="638614"/>
                  </a:lnTo>
                  <a:close/>
                </a:path>
              </a:pathLst>
            </a:custGeom>
            <a:solidFill>
              <a:srgbClr val="ED9548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2143352" y="3653464"/>
              <a:ext cx="4698703" cy="1290384"/>
            </a:xfrm>
            <a:custGeom>
              <a:avLst/>
              <a:pathLst>
                <a:path w="4698703" h="1290384">
                  <a:moveTo>
                    <a:pt x="4698703" y="688639"/>
                  </a:moveTo>
                  <a:lnTo>
                    <a:pt x="4662660" y="674222"/>
                  </a:lnTo>
                  <a:lnTo>
                    <a:pt x="4626597" y="659957"/>
                  </a:lnTo>
                  <a:lnTo>
                    <a:pt x="4590515" y="645844"/>
                  </a:lnTo>
                  <a:lnTo>
                    <a:pt x="4554412" y="631884"/>
                  </a:lnTo>
                  <a:lnTo>
                    <a:pt x="4518290" y="618077"/>
                  </a:lnTo>
                  <a:lnTo>
                    <a:pt x="4482147" y="604422"/>
                  </a:lnTo>
                  <a:lnTo>
                    <a:pt x="4445985" y="590920"/>
                  </a:lnTo>
                  <a:lnTo>
                    <a:pt x="4409802" y="577570"/>
                  </a:lnTo>
                  <a:lnTo>
                    <a:pt x="4373600" y="564373"/>
                  </a:lnTo>
                  <a:lnTo>
                    <a:pt x="4337377" y="551328"/>
                  </a:lnTo>
                  <a:lnTo>
                    <a:pt x="4301135" y="538436"/>
                  </a:lnTo>
                  <a:lnTo>
                    <a:pt x="4264873" y="525696"/>
                  </a:lnTo>
                  <a:lnTo>
                    <a:pt x="4228590" y="513109"/>
                  </a:lnTo>
                  <a:lnTo>
                    <a:pt x="4192288" y="500674"/>
                  </a:lnTo>
                  <a:lnTo>
                    <a:pt x="4155966" y="488392"/>
                  </a:lnTo>
                  <a:lnTo>
                    <a:pt x="4119623" y="476263"/>
                  </a:lnTo>
                  <a:lnTo>
                    <a:pt x="4083261" y="464286"/>
                  </a:lnTo>
                  <a:lnTo>
                    <a:pt x="4046879" y="452461"/>
                  </a:lnTo>
                  <a:lnTo>
                    <a:pt x="4010477" y="440789"/>
                  </a:lnTo>
                  <a:lnTo>
                    <a:pt x="3974054" y="429270"/>
                  </a:lnTo>
                  <a:lnTo>
                    <a:pt x="3937612" y="417903"/>
                  </a:lnTo>
                  <a:lnTo>
                    <a:pt x="3901150" y="406688"/>
                  </a:lnTo>
                  <a:lnTo>
                    <a:pt x="3864668" y="395626"/>
                  </a:lnTo>
                  <a:lnTo>
                    <a:pt x="3828166" y="384717"/>
                  </a:lnTo>
                  <a:lnTo>
                    <a:pt x="3791644" y="373960"/>
                  </a:lnTo>
                  <a:lnTo>
                    <a:pt x="3755101" y="363356"/>
                  </a:lnTo>
                  <a:lnTo>
                    <a:pt x="3718539" y="352904"/>
                  </a:lnTo>
                  <a:lnTo>
                    <a:pt x="3681957" y="342604"/>
                  </a:lnTo>
                  <a:lnTo>
                    <a:pt x="3645355" y="332458"/>
                  </a:lnTo>
                  <a:lnTo>
                    <a:pt x="3608733" y="322463"/>
                  </a:lnTo>
                  <a:lnTo>
                    <a:pt x="3572091" y="312622"/>
                  </a:lnTo>
                  <a:lnTo>
                    <a:pt x="3535429" y="302932"/>
                  </a:lnTo>
                  <a:lnTo>
                    <a:pt x="3498747" y="293396"/>
                  </a:lnTo>
                  <a:lnTo>
                    <a:pt x="3462045" y="284011"/>
                  </a:lnTo>
                  <a:lnTo>
                    <a:pt x="3425324" y="274780"/>
                  </a:lnTo>
                  <a:lnTo>
                    <a:pt x="3388582" y="265701"/>
                  </a:lnTo>
                  <a:lnTo>
                    <a:pt x="3351820" y="256774"/>
                  </a:lnTo>
                  <a:lnTo>
                    <a:pt x="3315038" y="248000"/>
                  </a:lnTo>
                  <a:lnTo>
                    <a:pt x="3278236" y="239378"/>
                  </a:lnTo>
                  <a:lnTo>
                    <a:pt x="3241414" y="230909"/>
                  </a:lnTo>
                  <a:lnTo>
                    <a:pt x="3204573" y="222593"/>
                  </a:lnTo>
                  <a:lnTo>
                    <a:pt x="3167711" y="214429"/>
                  </a:lnTo>
                  <a:lnTo>
                    <a:pt x="3130829" y="206418"/>
                  </a:lnTo>
                  <a:lnTo>
                    <a:pt x="3093927" y="198559"/>
                  </a:lnTo>
                  <a:lnTo>
                    <a:pt x="3057006" y="190852"/>
                  </a:lnTo>
                  <a:lnTo>
                    <a:pt x="3020064" y="183298"/>
                  </a:lnTo>
                  <a:lnTo>
                    <a:pt x="2983102" y="175897"/>
                  </a:lnTo>
                  <a:lnTo>
                    <a:pt x="2946121" y="168648"/>
                  </a:lnTo>
                  <a:lnTo>
                    <a:pt x="2909119" y="161552"/>
                  </a:lnTo>
                  <a:lnTo>
                    <a:pt x="2872098" y="154608"/>
                  </a:lnTo>
                  <a:lnTo>
                    <a:pt x="2835056" y="147817"/>
                  </a:lnTo>
                  <a:lnTo>
                    <a:pt x="2797995" y="141178"/>
                  </a:lnTo>
                  <a:lnTo>
                    <a:pt x="2760913" y="134692"/>
                  </a:lnTo>
                  <a:lnTo>
                    <a:pt x="2723812" y="128358"/>
                  </a:lnTo>
                  <a:lnTo>
                    <a:pt x="2686690" y="122177"/>
                  </a:lnTo>
                  <a:lnTo>
                    <a:pt x="2649549" y="116148"/>
                  </a:lnTo>
                  <a:lnTo>
                    <a:pt x="2612387" y="110272"/>
                  </a:lnTo>
                  <a:lnTo>
                    <a:pt x="2575206" y="104549"/>
                  </a:lnTo>
                  <a:lnTo>
                    <a:pt x="2538004" y="98977"/>
                  </a:lnTo>
                  <a:lnTo>
                    <a:pt x="2500783" y="93559"/>
                  </a:lnTo>
                  <a:lnTo>
                    <a:pt x="2463542" y="88293"/>
                  </a:lnTo>
                  <a:lnTo>
                    <a:pt x="2426280" y="83179"/>
                  </a:lnTo>
                  <a:lnTo>
                    <a:pt x="2388999" y="78218"/>
                  </a:lnTo>
                  <a:lnTo>
                    <a:pt x="2351698" y="73410"/>
                  </a:lnTo>
                  <a:lnTo>
                    <a:pt x="2314376" y="68754"/>
                  </a:lnTo>
                  <a:lnTo>
                    <a:pt x="2277035" y="64251"/>
                  </a:lnTo>
                  <a:lnTo>
                    <a:pt x="2239674" y="59900"/>
                  </a:lnTo>
                  <a:lnTo>
                    <a:pt x="2202293" y="55701"/>
                  </a:lnTo>
                  <a:lnTo>
                    <a:pt x="2164892" y="51655"/>
                  </a:lnTo>
                  <a:lnTo>
                    <a:pt x="2127470" y="47762"/>
                  </a:lnTo>
                  <a:lnTo>
                    <a:pt x="2090029" y="44021"/>
                  </a:lnTo>
                  <a:lnTo>
                    <a:pt x="2052568" y="40433"/>
                  </a:lnTo>
                  <a:lnTo>
                    <a:pt x="2015087" y="36997"/>
                  </a:lnTo>
                  <a:lnTo>
                    <a:pt x="1977586" y="33714"/>
                  </a:lnTo>
                  <a:lnTo>
                    <a:pt x="1940065" y="30583"/>
                  </a:lnTo>
                  <a:lnTo>
                    <a:pt x="1902524" y="27605"/>
                  </a:lnTo>
                  <a:lnTo>
                    <a:pt x="1864963" y="24780"/>
                  </a:lnTo>
                  <a:lnTo>
                    <a:pt x="1827382" y="22107"/>
                  </a:lnTo>
                  <a:lnTo>
                    <a:pt x="1789781" y="19586"/>
                  </a:lnTo>
                  <a:lnTo>
                    <a:pt x="1752160" y="17218"/>
                  </a:lnTo>
                  <a:lnTo>
                    <a:pt x="1714519" y="15002"/>
                  </a:lnTo>
                  <a:lnTo>
                    <a:pt x="1676858" y="12939"/>
                  </a:lnTo>
                  <a:lnTo>
                    <a:pt x="1639177" y="11029"/>
                  </a:lnTo>
                  <a:lnTo>
                    <a:pt x="1601477" y="9271"/>
                  </a:lnTo>
                  <a:lnTo>
                    <a:pt x="1563756" y="7665"/>
                  </a:lnTo>
                  <a:lnTo>
                    <a:pt x="1526015" y="6212"/>
                  </a:lnTo>
                  <a:lnTo>
                    <a:pt x="1488254" y="4912"/>
                  </a:lnTo>
                  <a:lnTo>
                    <a:pt x="1450473" y="3764"/>
                  </a:lnTo>
                  <a:lnTo>
                    <a:pt x="1412673" y="2769"/>
                  </a:lnTo>
                  <a:lnTo>
                    <a:pt x="1374852" y="1926"/>
                  </a:lnTo>
                  <a:lnTo>
                    <a:pt x="1337011" y="1236"/>
                  </a:lnTo>
                  <a:lnTo>
                    <a:pt x="1299150" y="698"/>
                  </a:lnTo>
                  <a:lnTo>
                    <a:pt x="1261270" y="312"/>
                  </a:lnTo>
                  <a:lnTo>
                    <a:pt x="1223369" y="80"/>
                  </a:lnTo>
                  <a:lnTo>
                    <a:pt x="1185448" y="0"/>
                  </a:lnTo>
                  <a:lnTo>
                    <a:pt x="1147508" y="72"/>
                  </a:lnTo>
                  <a:lnTo>
                    <a:pt x="1109547" y="297"/>
                  </a:lnTo>
                  <a:lnTo>
                    <a:pt x="1071567" y="674"/>
                  </a:lnTo>
                  <a:lnTo>
                    <a:pt x="1033566" y="1204"/>
                  </a:lnTo>
                  <a:lnTo>
                    <a:pt x="995546" y="1886"/>
                  </a:lnTo>
                  <a:lnTo>
                    <a:pt x="957505" y="2721"/>
                  </a:lnTo>
                  <a:lnTo>
                    <a:pt x="919445" y="3709"/>
                  </a:lnTo>
                  <a:lnTo>
                    <a:pt x="881364" y="4849"/>
                  </a:lnTo>
                  <a:lnTo>
                    <a:pt x="843264" y="6141"/>
                  </a:lnTo>
                  <a:lnTo>
                    <a:pt x="805143" y="7586"/>
                  </a:lnTo>
                  <a:lnTo>
                    <a:pt x="767003" y="9184"/>
                  </a:lnTo>
                  <a:lnTo>
                    <a:pt x="728843" y="10934"/>
                  </a:lnTo>
                  <a:lnTo>
                    <a:pt x="690662" y="12836"/>
                  </a:lnTo>
                  <a:lnTo>
                    <a:pt x="652462" y="14891"/>
                  </a:lnTo>
                  <a:lnTo>
                    <a:pt x="614242" y="17099"/>
                  </a:lnTo>
                  <a:lnTo>
                    <a:pt x="576001" y="19459"/>
                  </a:lnTo>
                  <a:lnTo>
                    <a:pt x="537741" y="21972"/>
                  </a:lnTo>
                  <a:lnTo>
                    <a:pt x="499461" y="24637"/>
                  </a:lnTo>
                  <a:lnTo>
                    <a:pt x="461161" y="27455"/>
                  </a:lnTo>
                  <a:lnTo>
                    <a:pt x="422840" y="30425"/>
                  </a:lnTo>
                  <a:lnTo>
                    <a:pt x="384500" y="33548"/>
                  </a:lnTo>
                  <a:lnTo>
                    <a:pt x="346140" y="36823"/>
                  </a:lnTo>
                  <a:lnTo>
                    <a:pt x="307760" y="40251"/>
                  </a:lnTo>
                  <a:lnTo>
                    <a:pt x="269360" y="43831"/>
                  </a:lnTo>
                  <a:lnTo>
                    <a:pt x="230940" y="47564"/>
                  </a:lnTo>
                  <a:lnTo>
                    <a:pt x="192500" y="51450"/>
                  </a:lnTo>
                  <a:lnTo>
                    <a:pt x="154040" y="55487"/>
                  </a:lnTo>
                  <a:lnTo>
                    <a:pt x="115559" y="59678"/>
                  </a:lnTo>
                  <a:lnTo>
                    <a:pt x="77059" y="64021"/>
                  </a:lnTo>
                  <a:lnTo>
                    <a:pt x="38539" y="68516"/>
                  </a:lnTo>
                  <a:lnTo>
                    <a:pt x="0" y="73164"/>
                  </a:lnTo>
                  <a:lnTo>
                    <a:pt x="5334" y="113861"/>
                  </a:lnTo>
                  <a:lnTo>
                    <a:pt x="11350" y="154463"/>
                  </a:lnTo>
                  <a:lnTo>
                    <a:pt x="18046" y="194957"/>
                  </a:lnTo>
                  <a:lnTo>
                    <a:pt x="25421" y="235334"/>
                  </a:lnTo>
                  <a:lnTo>
                    <a:pt x="33472" y="275582"/>
                  </a:lnTo>
                  <a:lnTo>
                    <a:pt x="42196" y="315689"/>
                  </a:lnTo>
                  <a:lnTo>
                    <a:pt x="51593" y="355643"/>
                  </a:lnTo>
                  <a:lnTo>
                    <a:pt x="61658" y="395435"/>
                  </a:lnTo>
                  <a:lnTo>
                    <a:pt x="72390" y="435052"/>
                  </a:lnTo>
                  <a:lnTo>
                    <a:pt x="83784" y="474483"/>
                  </a:lnTo>
                  <a:lnTo>
                    <a:pt x="95838" y="513718"/>
                  </a:lnTo>
                  <a:lnTo>
                    <a:pt x="108549" y="552745"/>
                  </a:lnTo>
                  <a:lnTo>
                    <a:pt x="121912" y="591554"/>
                  </a:lnTo>
                  <a:lnTo>
                    <a:pt x="135925" y="630133"/>
                  </a:lnTo>
                  <a:lnTo>
                    <a:pt x="150583" y="668471"/>
                  </a:lnTo>
                  <a:lnTo>
                    <a:pt x="165881" y="706558"/>
                  </a:lnTo>
                  <a:lnTo>
                    <a:pt x="181817" y="744383"/>
                  </a:lnTo>
                  <a:lnTo>
                    <a:pt x="220531" y="727863"/>
                  </a:lnTo>
                  <a:lnTo>
                    <a:pt x="259197" y="711713"/>
                  </a:lnTo>
                  <a:lnTo>
                    <a:pt x="297815" y="695931"/>
                  </a:lnTo>
                  <a:lnTo>
                    <a:pt x="336384" y="680519"/>
                  </a:lnTo>
                  <a:lnTo>
                    <a:pt x="374905" y="665476"/>
                  </a:lnTo>
                  <a:lnTo>
                    <a:pt x="413377" y="650802"/>
                  </a:lnTo>
                  <a:lnTo>
                    <a:pt x="451801" y="636497"/>
                  </a:lnTo>
                  <a:lnTo>
                    <a:pt x="490177" y="622562"/>
                  </a:lnTo>
                  <a:lnTo>
                    <a:pt x="528505" y="608995"/>
                  </a:lnTo>
                  <a:lnTo>
                    <a:pt x="566784" y="595798"/>
                  </a:lnTo>
                  <a:lnTo>
                    <a:pt x="605014" y="582970"/>
                  </a:lnTo>
                  <a:lnTo>
                    <a:pt x="643197" y="570511"/>
                  </a:lnTo>
                  <a:lnTo>
                    <a:pt x="681331" y="558421"/>
                  </a:lnTo>
                  <a:lnTo>
                    <a:pt x="719416" y="546701"/>
                  </a:lnTo>
                  <a:lnTo>
                    <a:pt x="757454" y="535349"/>
                  </a:lnTo>
                  <a:lnTo>
                    <a:pt x="795443" y="524367"/>
                  </a:lnTo>
                  <a:lnTo>
                    <a:pt x="833383" y="513754"/>
                  </a:lnTo>
                  <a:lnTo>
                    <a:pt x="871275" y="503510"/>
                  </a:lnTo>
                  <a:lnTo>
                    <a:pt x="909119" y="493635"/>
                  </a:lnTo>
                  <a:lnTo>
                    <a:pt x="946915" y="484129"/>
                  </a:lnTo>
                  <a:lnTo>
                    <a:pt x="984662" y="474993"/>
                  </a:lnTo>
                  <a:lnTo>
                    <a:pt x="1022361" y="466225"/>
                  </a:lnTo>
                  <a:lnTo>
                    <a:pt x="1060011" y="457827"/>
                  </a:lnTo>
                  <a:lnTo>
                    <a:pt x="1097613" y="449798"/>
                  </a:lnTo>
                  <a:lnTo>
                    <a:pt x="1135167" y="442138"/>
                  </a:lnTo>
                  <a:lnTo>
                    <a:pt x="1172672" y="434847"/>
                  </a:lnTo>
                  <a:lnTo>
                    <a:pt x="1210129" y="427926"/>
                  </a:lnTo>
                  <a:lnTo>
                    <a:pt x="1247538" y="421373"/>
                  </a:lnTo>
                  <a:lnTo>
                    <a:pt x="1284898" y="415190"/>
                  </a:lnTo>
                  <a:lnTo>
                    <a:pt x="1322210" y="409376"/>
                  </a:lnTo>
                  <a:lnTo>
                    <a:pt x="1359474" y="403931"/>
                  </a:lnTo>
                  <a:lnTo>
                    <a:pt x="1396689" y="398855"/>
                  </a:lnTo>
                  <a:lnTo>
                    <a:pt x="1433856" y="394149"/>
                  </a:lnTo>
                  <a:lnTo>
                    <a:pt x="1470975" y="389811"/>
                  </a:lnTo>
                  <a:lnTo>
                    <a:pt x="1508045" y="385843"/>
                  </a:lnTo>
                  <a:lnTo>
                    <a:pt x="1545067" y="382244"/>
                  </a:lnTo>
                  <a:lnTo>
                    <a:pt x="1582040" y="379014"/>
                  </a:lnTo>
                  <a:lnTo>
                    <a:pt x="1618965" y="376153"/>
                  </a:lnTo>
                  <a:lnTo>
                    <a:pt x="1655842" y="373661"/>
                  </a:lnTo>
                  <a:lnTo>
                    <a:pt x="1692671" y="371539"/>
                  </a:lnTo>
                  <a:lnTo>
                    <a:pt x="1729451" y="369785"/>
                  </a:lnTo>
                  <a:lnTo>
                    <a:pt x="1766182" y="368401"/>
                  </a:lnTo>
                  <a:lnTo>
                    <a:pt x="1802866" y="367386"/>
                  </a:lnTo>
                  <a:lnTo>
                    <a:pt x="1839501" y="366740"/>
                  </a:lnTo>
                  <a:lnTo>
                    <a:pt x="1876087" y="366463"/>
                  </a:lnTo>
                  <a:lnTo>
                    <a:pt x="1912626" y="366556"/>
                  </a:lnTo>
                  <a:lnTo>
                    <a:pt x="1949115" y="367017"/>
                  </a:lnTo>
                  <a:lnTo>
                    <a:pt x="1985557" y="367848"/>
                  </a:lnTo>
                  <a:lnTo>
                    <a:pt x="2021950" y="369048"/>
                  </a:lnTo>
                  <a:lnTo>
                    <a:pt x="2058295" y="370617"/>
                  </a:lnTo>
                  <a:lnTo>
                    <a:pt x="2094592" y="372555"/>
                  </a:lnTo>
                  <a:lnTo>
                    <a:pt x="2130840" y="374863"/>
                  </a:lnTo>
                  <a:lnTo>
                    <a:pt x="2167040" y="377539"/>
                  </a:lnTo>
                  <a:lnTo>
                    <a:pt x="2203191" y="380585"/>
                  </a:lnTo>
                  <a:lnTo>
                    <a:pt x="2239294" y="384000"/>
                  </a:lnTo>
                  <a:lnTo>
                    <a:pt x="2275349" y="387784"/>
                  </a:lnTo>
                  <a:lnTo>
                    <a:pt x="2311355" y="391937"/>
                  </a:lnTo>
                  <a:lnTo>
                    <a:pt x="2347313" y="396459"/>
                  </a:lnTo>
                  <a:lnTo>
                    <a:pt x="2383223" y="401351"/>
                  </a:lnTo>
                  <a:lnTo>
                    <a:pt x="2419084" y="406611"/>
                  </a:lnTo>
                  <a:lnTo>
                    <a:pt x="2454897" y="412241"/>
                  </a:lnTo>
                  <a:lnTo>
                    <a:pt x="2490662" y="418240"/>
                  </a:lnTo>
                  <a:lnTo>
                    <a:pt x="2526378" y="424608"/>
                  </a:lnTo>
                  <a:lnTo>
                    <a:pt x="2562046" y="431346"/>
                  </a:lnTo>
                  <a:lnTo>
                    <a:pt x="2597665" y="438452"/>
                  </a:lnTo>
                  <a:lnTo>
                    <a:pt x="2633237" y="445928"/>
                  </a:lnTo>
                  <a:lnTo>
                    <a:pt x="2668759" y="453772"/>
                  </a:lnTo>
                  <a:lnTo>
                    <a:pt x="2704234" y="461986"/>
                  </a:lnTo>
                  <a:lnTo>
                    <a:pt x="2739660" y="470569"/>
                  </a:lnTo>
                  <a:lnTo>
                    <a:pt x="2775038" y="479522"/>
                  </a:lnTo>
                  <a:lnTo>
                    <a:pt x="2810367" y="488843"/>
                  </a:lnTo>
                  <a:lnTo>
                    <a:pt x="2845648" y="498534"/>
                  </a:lnTo>
                  <a:lnTo>
                    <a:pt x="2880881" y="508593"/>
                  </a:lnTo>
                  <a:lnTo>
                    <a:pt x="2916065" y="519022"/>
                  </a:lnTo>
                  <a:lnTo>
                    <a:pt x="2951201" y="529820"/>
                  </a:lnTo>
                  <a:lnTo>
                    <a:pt x="2986289" y="540987"/>
                  </a:lnTo>
                  <a:lnTo>
                    <a:pt x="3021328" y="552524"/>
                  </a:lnTo>
                  <a:lnTo>
                    <a:pt x="3056319" y="564429"/>
                  </a:lnTo>
                  <a:lnTo>
                    <a:pt x="3091261" y="576704"/>
                  </a:lnTo>
                  <a:lnTo>
                    <a:pt x="3126156" y="589348"/>
                  </a:lnTo>
                  <a:lnTo>
                    <a:pt x="3161001" y="602361"/>
                  </a:lnTo>
                  <a:lnTo>
                    <a:pt x="3195799" y="615743"/>
                  </a:lnTo>
                  <a:lnTo>
                    <a:pt x="3230548" y="629494"/>
                  </a:lnTo>
                  <a:lnTo>
                    <a:pt x="3265249" y="643614"/>
                  </a:lnTo>
                  <a:lnTo>
                    <a:pt x="3299901" y="658104"/>
                  </a:lnTo>
                  <a:lnTo>
                    <a:pt x="3334505" y="672963"/>
                  </a:lnTo>
                  <a:lnTo>
                    <a:pt x="3369061" y="688191"/>
                  </a:lnTo>
                  <a:lnTo>
                    <a:pt x="3403568" y="703788"/>
                  </a:lnTo>
                  <a:lnTo>
                    <a:pt x="3438027" y="719754"/>
                  </a:lnTo>
                  <a:lnTo>
                    <a:pt x="3472438" y="736089"/>
                  </a:lnTo>
                  <a:lnTo>
                    <a:pt x="3506800" y="752794"/>
                  </a:lnTo>
                  <a:lnTo>
                    <a:pt x="3541114" y="769868"/>
                  </a:lnTo>
                  <a:lnTo>
                    <a:pt x="3575380" y="787311"/>
                  </a:lnTo>
                  <a:lnTo>
                    <a:pt x="3609597" y="805123"/>
                  </a:lnTo>
                  <a:lnTo>
                    <a:pt x="3643766" y="823304"/>
                  </a:lnTo>
                  <a:lnTo>
                    <a:pt x="3677886" y="841854"/>
                  </a:lnTo>
                  <a:lnTo>
                    <a:pt x="3711959" y="860774"/>
                  </a:lnTo>
                  <a:lnTo>
                    <a:pt x="3745982" y="880062"/>
                  </a:lnTo>
                  <a:lnTo>
                    <a:pt x="3779958" y="899720"/>
                  </a:lnTo>
                  <a:lnTo>
                    <a:pt x="3813885" y="919747"/>
                  </a:lnTo>
                  <a:lnTo>
                    <a:pt x="3847764" y="940143"/>
                  </a:lnTo>
                  <a:lnTo>
                    <a:pt x="3881594" y="960909"/>
                  </a:lnTo>
                  <a:lnTo>
                    <a:pt x="3915376" y="982043"/>
                  </a:lnTo>
                  <a:lnTo>
                    <a:pt x="3949110" y="1003547"/>
                  </a:lnTo>
                  <a:lnTo>
                    <a:pt x="3982795" y="1025419"/>
                  </a:lnTo>
                  <a:lnTo>
                    <a:pt x="4016432" y="1047661"/>
                  </a:lnTo>
                  <a:lnTo>
                    <a:pt x="4050021" y="1070272"/>
                  </a:lnTo>
                  <a:lnTo>
                    <a:pt x="4083561" y="1093253"/>
                  </a:lnTo>
                  <a:lnTo>
                    <a:pt x="4117053" y="1116602"/>
                  </a:lnTo>
                  <a:lnTo>
                    <a:pt x="4150496" y="1140321"/>
                  </a:lnTo>
                  <a:lnTo>
                    <a:pt x="4183891" y="1164408"/>
                  </a:lnTo>
                  <a:lnTo>
                    <a:pt x="4217238" y="1188865"/>
                  </a:lnTo>
                  <a:lnTo>
                    <a:pt x="4250537" y="1213691"/>
                  </a:lnTo>
                  <a:lnTo>
                    <a:pt x="4283787" y="1238887"/>
                  </a:lnTo>
                  <a:lnTo>
                    <a:pt x="4316989" y="1264451"/>
                  </a:lnTo>
                  <a:lnTo>
                    <a:pt x="4350142" y="1290384"/>
                  </a:lnTo>
                  <a:lnTo>
                    <a:pt x="4375282" y="1257940"/>
                  </a:lnTo>
                  <a:lnTo>
                    <a:pt x="4399874" y="1225078"/>
                  </a:lnTo>
                  <a:lnTo>
                    <a:pt x="4423912" y="1191808"/>
                  </a:lnTo>
                  <a:lnTo>
                    <a:pt x="4447388" y="1158140"/>
                  </a:lnTo>
                  <a:lnTo>
                    <a:pt x="4470296" y="1124083"/>
                  </a:lnTo>
                  <a:lnTo>
                    <a:pt x="4492630" y="1089646"/>
                  </a:lnTo>
                  <a:lnTo>
                    <a:pt x="4514382" y="1054840"/>
                  </a:lnTo>
                  <a:lnTo>
                    <a:pt x="4535548" y="1019673"/>
                  </a:lnTo>
                  <a:lnTo>
                    <a:pt x="4556121" y="984156"/>
                  </a:lnTo>
                  <a:lnTo>
                    <a:pt x="4576095" y="948300"/>
                  </a:lnTo>
                  <a:lnTo>
                    <a:pt x="4595465" y="912113"/>
                  </a:lnTo>
                  <a:lnTo>
                    <a:pt x="4614226" y="875607"/>
                  </a:lnTo>
                  <a:lnTo>
                    <a:pt x="4632371" y="838790"/>
                  </a:lnTo>
                  <a:lnTo>
                    <a:pt x="4649896" y="801675"/>
                  </a:lnTo>
                  <a:lnTo>
                    <a:pt x="4666796" y="764271"/>
                  </a:lnTo>
                  <a:lnTo>
                    <a:pt x="4683067" y="726589"/>
                  </a:lnTo>
                  <a:close/>
                </a:path>
              </a:pathLst>
            </a:custGeom>
            <a:solidFill>
              <a:srgbClr val="ED9548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2170449" y="2810009"/>
              <a:ext cx="4724672" cy="1532095"/>
            </a:xfrm>
            <a:custGeom>
              <a:avLst/>
              <a:pathLst>
                <a:path w="4724672" h="1532095">
                  <a:moveTo>
                    <a:pt x="4724672" y="1387117"/>
                  </a:moveTo>
                  <a:lnTo>
                    <a:pt x="4688370" y="1375124"/>
                  </a:lnTo>
                  <a:lnTo>
                    <a:pt x="4652064" y="1363150"/>
                  </a:lnTo>
                  <a:lnTo>
                    <a:pt x="4615751" y="1351193"/>
                  </a:lnTo>
                  <a:lnTo>
                    <a:pt x="4579434" y="1339255"/>
                  </a:lnTo>
                  <a:lnTo>
                    <a:pt x="4543111" y="1327335"/>
                  </a:lnTo>
                  <a:lnTo>
                    <a:pt x="4506782" y="1315433"/>
                  </a:lnTo>
                  <a:lnTo>
                    <a:pt x="4470449" y="1303549"/>
                  </a:lnTo>
                  <a:lnTo>
                    <a:pt x="4434109" y="1291684"/>
                  </a:lnTo>
                  <a:lnTo>
                    <a:pt x="4397765" y="1279837"/>
                  </a:lnTo>
                  <a:lnTo>
                    <a:pt x="4361415" y="1268008"/>
                  </a:lnTo>
                  <a:lnTo>
                    <a:pt x="4325060" y="1256197"/>
                  </a:lnTo>
                  <a:lnTo>
                    <a:pt x="4288699" y="1244404"/>
                  </a:lnTo>
                  <a:lnTo>
                    <a:pt x="4252333" y="1232630"/>
                  </a:lnTo>
                  <a:lnTo>
                    <a:pt x="4215961" y="1220874"/>
                  </a:lnTo>
                  <a:lnTo>
                    <a:pt x="4179585" y="1209136"/>
                  </a:lnTo>
                  <a:lnTo>
                    <a:pt x="4143202" y="1197416"/>
                  </a:lnTo>
                  <a:lnTo>
                    <a:pt x="4106815" y="1185714"/>
                  </a:lnTo>
                  <a:lnTo>
                    <a:pt x="4070422" y="1174031"/>
                  </a:lnTo>
                  <a:lnTo>
                    <a:pt x="4034023" y="1162366"/>
                  </a:lnTo>
                  <a:lnTo>
                    <a:pt x="3997620" y="1150719"/>
                  </a:lnTo>
                  <a:lnTo>
                    <a:pt x="3961210" y="1139090"/>
                  </a:lnTo>
                  <a:lnTo>
                    <a:pt x="3924796" y="1127479"/>
                  </a:lnTo>
                  <a:lnTo>
                    <a:pt x="3888376" y="1115887"/>
                  </a:lnTo>
                  <a:lnTo>
                    <a:pt x="3851951" y="1104313"/>
                  </a:lnTo>
                  <a:lnTo>
                    <a:pt x="3815520" y="1092757"/>
                  </a:lnTo>
                  <a:lnTo>
                    <a:pt x="3779084" y="1081219"/>
                  </a:lnTo>
                  <a:lnTo>
                    <a:pt x="3742643" y="1069699"/>
                  </a:lnTo>
                  <a:lnTo>
                    <a:pt x="3706196" y="1058198"/>
                  </a:lnTo>
                  <a:lnTo>
                    <a:pt x="3669743" y="1046715"/>
                  </a:lnTo>
                  <a:lnTo>
                    <a:pt x="3633286" y="1035250"/>
                  </a:lnTo>
                  <a:lnTo>
                    <a:pt x="3596823" y="1023803"/>
                  </a:lnTo>
                  <a:lnTo>
                    <a:pt x="3560355" y="1012375"/>
                  </a:lnTo>
                  <a:lnTo>
                    <a:pt x="3523881" y="1000964"/>
                  </a:lnTo>
                  <a:lnTo>
                    <a:pt x="3487402" y="989572"/>
                  </a:lnTo>
                  <a:lnTo>
                    <a:pt x="3450917" y="978198"/>
                  </a:lnTo>
                  <a:lnTo>
                    <a:pt x="3414427" y="966843"/>
                  </a:lnTo>
                  <a:lnTo>
                    <a:pt x="3377932" y="955505"/>
                  </a:lnTo>
                  <a:lnTo>
                    <a:pt x="3341431" y="944186"/>
                  </a:lnTo>
                  <a:lnTo>
                    <a:pt x="3304925" y="932885"/>
                  </a:lnTo>
                  <a:lnTo>
                    <a:pt x="3268414" y="921602"/>
                  </a:lnTo>
                  <a:lnTo>
                    <a:pt x="3231897" y="910337"/>
                  </a:lnTo>
                  <a:lnTo>
                    <a:pt x="3195375" y="899091"/>
                  </a:lnTo>
                  <a:lnTo>
                    <a:pt x="3158847" y="887863"/>
                  </a:lnTo>
                  <a:lnTo>
                    <a:pt x="3122314" y="876653"/>
                  </a:lnTo>
                  <a:lnTo>
                    <a:pt x="3085776" y="865461"/>
                  </a:lnTo>
                  <a:lnTo>
                    <a:pt x="3049232" y="854287"/>
                  </a:lnTo>
                  <a:lnTo>
                    <a:pt x="3012683" y="843132"/>
                  </a:lnTo>
                  <a:lnTo>
                    <a:pt x="2976128" y="831994"/>
                  </a:lnTo>
                  <a:lnTo>
                    <a:pt x="2939569" y="820875"/>
                  </a:lnTo>
                  <a:lnTo>
                    <a:pt x="2903003" y="809774"/>
                  </a:lnTo>
                  <a:lnTo>
                    <a:pt x="2866433" y="798692"/>
                  </a:lnTo>
                  <a:lnTo>
                    <a:pt x="2829857" y="787627"/>
                  </a:lnTo>
                  <a:lnTo>
                    <a:pt x="2793275" y="776581"/>
                  </a:lnTo>
                  <a:lnTo>
                    <a:pt x="2756688" y="765553"/>
                  </a:lnTo>
                  <a:lnTo>
                    <a:pt x="2720096" y="754543"/>
                  </a:lnTo>
                  <a:lnTo>
                    <a:pt x="2683499" y="743552"/>
                  </a:lnTo>
                  <a:lnTo>
                    <a:pt x="2646896" y="732578"/>
                  </a:lnTo>
                  <a:lnTo>
                    <a:pt x="2610287" y="721623"/>
                  </a:lnTo>
                  <a:lnTo>
                    <a:pt x="2573674" y="710686"/>
                  </a:lnTo>
                  <a:lnTo>
                    <a:pt x="2537054" y="699767"/>
                  </a:lnTo>
                  <a:lnTo>
                    <a:pt x="2500430" y="688867"/>
                  </a:lnTo>
                  <a:lnTo>
                    <a:pt x="2463800" y="677985"/>
                  </a:lnTo>
                  <a:lnTo>
                    <a:pt x="2427165" y="667120"/>
                  </a:lnTo>
                  <a:lnTo>
                    <a:pt x="2390524" y="656274"/>
                  </a:lnTo>
                  <a:lnTo>
                    <a:pt x="2353878" y="645447"/>
                  </a:lnTo>
                  <a:lnTo>
                    <a:pt x="2317227" y="634637"/>
                  </a:lnTo>
                  <a:lnTo>
                    <a:pt x="2280570" y="623846"/>
                  </a:lnTo>
                  <a:lnTo>
                    <a:pt x="2243908" y="613073"/>
                  </a:lnTo>
                  <a:lnTo>
                    <a:pt x="2207240" y="602318"/>
                  </a:lnTo>
                  <a:lnTo>
                    <a:pt x="2170567" y="591581"/>
                  </a:lnTo>
                  <a:lnTo>
                    <a:pt x="2133889" y="580862"/>
                  </a:lnTo>
                  <a:lnTo>
                    <a:pt x="2097205" y="570162"/>
                  </a:lnTo>
                  <a:lnTo>
                    <a:pt x="2060516" y="559480"/>
                  </a:lnTo>
                  <a:lnTo>
                    <a:pt x="2023821" y="548816"/>
                  </a:lnTo>
                  <a:lnTo>
                    <a:pt x="1987122" y="538170"/>
                  </a:lnTo>
                  <a:lnTo>
                    <a:pt x="1950416" y="527543"/>
                  </a:lnTo>
                  <a:lnTo>
                    <a:pt x="1913706" y="516934"/>
                  </a:lnTo>
                  <a:lnTo>
                    <a:pt x="1876990" y="506342"/>
                  </a:lnTo>
                  <a:lnTo>
                    <a:pt x="1840268" y="495770"/>
                  </a:lnTo>
                  <a:lnTo>
                    <a:pt x="1803541" y="485215"/>
                  </a:lnTo>
                  <a:lnTo>
                    <a:pt x="1766809" y="474678"/>
                  </a:lnTo>
                  <a:lnTo>
                    <a:pt x="1730072" y="464160"/>
                  </a:lnTo>
                  <a:lnTo>
                    <a:pt x="1693329" y="453660"/>
                  </a:lnTo>
                  <a:lnTo>
                    <a:pt x="1656580" y="443178"/>
                  </a:lnTo>
                  <a:lnTo>
                    <a:pt x="1619827" y="432715"/>
                  </a:lnTo>
                  <a:lnTo>
                    <a:pt x="1583068" y="422269"/>
                  </a:lnTo>
                  <a:lnTo>
                    <a:pt x="1546303" y="411842"/>
                  </a:lnTo>
                  <a:lnTo>
                    <a:pt x="1509533" y="401433"/>
                  </a:lnTo>
                  <a:lnTo>
                    <a:pt x="1472758" y="391042"/>
                  </a:lnTo>
                  <a:lnTo>
                    <a:pt x="1435977" y="380669"/>
                  </a:lnTo>
                  <a:lnTo>
                    <a:pt x="1399191" y="370315"/>
                  </a:lnTo>
                  <a:lnTo>
                    <a:pt x="1362400" y="359979"/>
                  </a:lnTo>
                  <a:lnTo>
                    <a:pt x="1325603" y="349661"/>
                  </a:lnTo>
                  <a:lnTo>
                    <a:pt x="1288801" y="339361"/>
                  </a:lnTo>
                  <a:lnTo>
                    <a:pt x="1251993" y="329079"/>
                  </a:lnTo>
                  <a:lnTo>
                    <a:pt x="1215180" y="318816"/>
                  </a:lnTo>
                  <a:lnTo>
                    <a:pt x="1178362" y="308571"/>
                  </a:lnTo>
                  <a:lnTo>
                    <a:pt x="1141538" y="298344"/>
                  </a:lnTo>
                  <a:lnTo>
                    <a:pt x="1104709" y="288135"/>
                  </a:lnTo>
                  <a:lnTo>
                    <a:pt x="1067875" y="277944"/>
                  </a:lnTo>
                  <a:lnTo>
                    <a:pt x="1031035" y="267772"/>
                  </a:lnTo>
                  <a:lnTo>
                    <a:pt x="994190" y="257618"/>
                  </a:lnTo>
                  <a:lnTo>
                    <a:pt x="957339" y="247482"/>
                  </a:lnTo>
                  <a:lnTo>
                    <a:pt x="920483" y="237364"/>
                  </a:lnTo>
                  <a:lnTo>
                    <a:pt x="883622" y="227265"/>
                  </a:lnTo>
                  <a:lnTo>
                    <a:pt x="846755" y="217183"/>
                  </a:lnTo>
                  <a:lnTo>
                    <a:pt x="809883" y="207120"/>
                  </a:lnTo>
                  <a:lnTo>
                    <a:pt x="773005" y="197075"/>
                  </a:lnTo>
                  <a:lnTo>
                    <a:pt x="736122" y="187048"/>
                  </a:lnTo>
                  <a:lnTo>
                    <a:pt x="699234" y="177040"/>
                  </a:lnTo>
                  <a:lnTo>
                    <a:pt x="662340" y="167050"/>
                  </a:lnTo>
                  <a:lnTo>
                    <a:pt x="625441" y="157077"/>
                  </a:lnTo>
                  <a:lnTo>
                    <a:pt x="588537" y="147124"/>
                  </a:lnTo>
                  <a:lnTo>
                    <a:pt x="551627" y="137188"/>
                  </a:lnTo>
                  <a:lnTo>
                    <a:pt x="514712" y="127270"/>
                  </a:lnTo>
                  <a:lnTo>
                    <a:pt x="477791" y="117371"/>
                  </a:lnTo>
                  <a:lnTo>
                    <a:pt x="440865" y="107490"/>
                  </a:lnTo>
                  <a:lnTo>
                    <a:pt x="403934" y="97627"/>
                  </a:lnTo>
                  <a:lnTo>
                    <a:pt x="366997" y="87782"/>
                  </a:lnTo>
                  <a:lnTo>
                    <a:pt x="330055" y="77956"/>
                  </a:lnTo>
                  <a:lnTo>
                    <a:pt x="293107" y="68148"/>
                  </a:lnTo>
                  <a:lnTo>
                    <a:pt x="256154" y="58358"/>
                  </a:lnTo>
                  <a:lnTo>
                    <a:pt x="219196" y="48586"/>
                  </a:lnTo>
                  <a:lnTo>
                    <a:pt x="182232" y="38832"/>
                  </a:lnTo>
                  <a:lnTo>
                    <a:pt x="145263" y="29097"/>
                  </a:lnTo>
                  <a:lnTo>
                    <a:pt x="108289" y="19379"/>
                  </a:lnTo>
                  <a:lnTo>
                    <a:pt x="71309" y="9680"/>
                  </a:lnTo>
                  <a:lnTo>
                    <a:pt x="34324" y="0"/>
                  </a:lnTo>
                  <a:lnTo>
                    <a:pt x="21828" y="49928"/>
                  </a:lnTo>
                  <a:lnTo>
                    <a:pt x="10385" y="100109"/>
                  </a:lnTo>
                  <a:lnTo>
                    <a:pt x="0" y="150519"/>
                  </a:lnTo>
                  <a:lnTo>
                    <a:pt x="37516" y="157866"/>
                  </a:lnTo>
                  <a:lnTo>
                    <a:pt x="75016" y="165268"/>
                  </a:lnTo>
                  <a:lnTo>
                    <a:pt x="112500" y="172723"/>
                  </a:lnTo>
                  <a:lnTo>
                    <a:pt x="149968" y="180233"/>
                  </a:lnTo>
                  <a:lnTo>
                    <a:pt x="187420" y="187797"/>
                  </a:lnTo>
                  <a:lnTo>
                    <a:pt x="224856" y="195416"/>
                  </a:lnTo>
                  <a:lnTo>
                    <a:pt x="262276" y="203088"/>
                  </a:lnTo>
                  <a:lnTo>
                    <a:pt x="299680" y="210815"/>
                  </a:lnTo>
                  <a:lnTo>
                    <a:pt x="337068" y="218596"/>
                  </a:lnTo>
                  <a:lnTo>
                    <a:pt x="374439" y="226432"/>
                  </a:lnTo>
                  <a:lnTo>
                    <a:pt x="411795" y="234322"/>
                  </a:lnTo>
                  <a:lnTo>
                    <a:pt x="449135" y="242266"/>
                  </a:lnTo>
                  <a:lnTo>
                    <a:pt x="486458" y="250264"/>
                  </a:lnTo>
                  <a:lnTo>
                    <a:pt x="523766" y="258317"/>
                  </a:lnTo>
                  <a:lnTo>
                    <a:pt x="561057" y="266423"/>
                  </a:lnTo>
                  <a:lnTo>
                    <a:pt x="598333" y="274585"/>
                  </a:lnTo>
                  <a:lnTo>
                    <a:pt x="635592" y="282800"/>
                  </a:lnTo>
                  <a:lnTo>
                    <a:pt x="672835" y="291070"/>
                  </a:lnTo>
                  <a:lnTo>
                    <a:pt x="710063" y="299394"/>
                  </a:lnTo>
                  <a:lnTo>
                    <a:pt x="747274" y="307772"/>
                  </a:lnTo>
                  <a:lnTo>
                    <a:pt x="784469" y="316204"/>
                  </a:lnTo>
                  <a:lnTo>
                    <a:pt x="821648" y="324691"/>
                  </a:lnTo>
                  <a:lnTo>
                    <a:pt x="858811" y="333232"/>
                  </a:lnTo>
                  <a:lnTo>
                    <a:pt x="895958" y="341828"/>
                  </a:lnTo>
                  <a:lnTo>
                    <a:pt x="933089" y="350477"/>
                  </a:lnTo>
                  <a:lnTo>
                    <a:pt x="970204" y="359181"/>
                  </a:lnTo>
                  <a:lnTo>
                    <a:pt x="1007303" y="367939"/>
                  </a:lnTo>
                  <a:lnTo>
                    <a:pt x="1044386" y="376752"/>
                  </a:lnTo>
                  <a:lnTo>
                    <a:pt x="1081453" y="385619"/>
                  </a:lnTo>
                  <a:lnTo>
                    <a:pt x="1118503" y="394540"/>
                  </a:lnTo>
                  <a:lnTo>
                    <a:pt x="1155538" y="403515"/>
                  </a:lnTo>
                  <a:lnTo>
                    <a:pt x="1192556" y="412545"/>
                  </a:lnTo>
                  <a:lnTo>
                    <a:pt x="1229559" y="421628"/>
                  </a:lnTo>
                  <a:lnTo>
                    <a:pt x="1266546" y="430766"/>
                  </a:lnTo>
                  <a:lnTo>
                    <a:pt x="1303516" y="439959"/>
                  </a:lnTo>
                  <a:lnTo>
                    <a:pt x="1340470" y="449206"/>
                  </a:lnTo>
                  <a:lnTo>
                    <a:pt x="1377409" y="458507"/>
                  </a:lnTo>
                  <a:lnTo>
                    <a:pt x="1414331" y="467862"/>
                  </a:lnTo>
                  <a:lnTo>
                    <a:pt x="1451237" y="477271"/>
                  </a:lnTo>
                  <a:lnTo>
                    <a:pt x="1488127" y="486735"/>
                  </a:lnTo>
                  <a:lnTo>
                    <a:pt x="1525002" y="496253"/>
                  </a:lnTo>
                  <a:lnTo>
                    <a:pt x="1561860" y="505825"/>
                  </a:lnTo>
                  <a:lnTo>
                    <a:pt x="1598702" y="515452"/>
                  </a:lnTo>
                  <a:lnTo>
                    <a:pt x="1635528" y="525133"/>
                  </a:lnTo>
                  <a:lnTo>
                    <a:pt x="1672338" y="534868"/>
                  </a:lnTo>
                  <a:lnTo>
                    <a:pt x="1709132" y="544658"/>
                  </a:lnTo>
                  <a:lnTo>
                    <a:pt x="1745909" y="554501"/>
                  </a:lnTo>
                  <a:lnTo>
                    <a:pt x="1782671" y="564399"/>
                  </a:lnTo>
                  <a:lnTo>
                    <a:pt x="1819417" y="574351"/>
                  </a:lnTo>
                  <a:lnTo>
                    <a:pt x="1856147" y="584358"/>
                  </a:lnTo>
                  <a:lnTo>
                    <a:pt x="1892860" y="594419"/>
                  </a:lnTo>
                  <a:lnTo>
                    <a:pt x="1929558" y="604534"/>
                  </a:lnTo>
                  <a:lnTo>
                    <a:pt x="1966239" y="614703"/>
                  </a:lnTo>
                  <a:lnTo>
                    <a:pt x="2002905" y="624927"/>
                  </a:lnTo>
                  <a:lnTo>
                    <a:pt x="2039554" y="635205"/>
                  </a:lnTo>
                  <a:lnTo>
                    <a:pt x="2076188" y="645537"/>
                  </a:lnTo>
                  <a:lnTo>
                    <a:pt x="2112805" y="655924"/>
                  </a:lnTo>
                  <a:lnTo>
                    <a:pt x="2149406" y="666364"/>
                  </a:lnTo>
                  <a:lnTo>
                    <a:pt x="2185991" y="676859"/>
                  </a:lnTo>
                  <a:lnTo>
                    <a:pt x="2222560" y="687409"/>
                  </a:lnTo>
                  <a:lnTo>
                    <a:pt x="2259114" y="698012"/>
                  </a:lnTo>
                  <a:lnTo>
                    <a:pt x="2295651" y="708670"/>
                  </a:lnTo>
                  <a:lnTo>
                    <a:pt x="2332172" y="719382"/>
                  </a:lnTo>
                  <a:lnTo>
                    <a:pt x="2368677" y="730149"/>
                  </a:lnTo>
                  <a:lnTo>
                    <a:pt x="2405165" y="740969"/>
                  </a:lnTo>
                  <a:lnTo>
                    <a:pt x="2441638" y="751844"/>
                  </a:lnTo>
                  <a:lnTo>
                    <a:pt x="2478095" y="762774"/>
                  </a:lnTo>
                  <a:lnTo>
                    <a:pt x="2514536" y="773757"/>
                  </a:lnTo>
                  <a:lnTo>
                    <a:pt x="2550961" y="784795"/>
                  </a:lnTo>
                  <a:lnTo>
                    <a:pt x="2587369" y="795887"/>
                  </a:lnTo>
                  <a:lnTo>
                    <a:pt x="2623762" y="807033"/>
                  </a:lnTo>
                  <a:lnTo>
                    <a:pt x="2660138" y="818234"/>
                  </a:lnTo>
                  <a:lnTo>
                    <a:pt x="2696499" y="829489"/>
                  </a:lnTo>
                  <a:lnTo>
                    <a:pt x="2732843" y="840798"/>
                  </a:lnTo>
                  <a:lnTo>
                    <a:pt x="2769172" y="852162"/>
                  </a:lnTo>
                  <a:lnTo>
                    <a:pt x="2805484" y="863579"/>
                  </a:lnTo>
                  <a:lnTo>
                    <a:pt x="2841780" y="875051"/>
                  </a:lnTo>
                  <a:lnTo>
                    <a:pt x="2878060" y="886578"/>
                  </a:lnTo>
                  <a:lnTo>
                    <a:pt x="2914325" y="898158"/>
                  </a:lnTo>
                  <a:lnTo>
                    <a:pt x="2950573" y="909793"/>
                  </a:lnTo>
                  <a:lnTo>
                    <a:pt x="2986805" y="921482"/>
                  </a:lnTo>
                  <a:lnTo>
                    <a:pt x="3023021" y="933225"/>
                  </a:lnTo>
                  <a:lnTo>
                    <a:pt x="3059221" y="945023"/>
                  </a:lnTo>
                  <a:lnTo>
                    <a:pt x="3095405" y="956875"/>
                  </a:lnTo>
                  <a:lnTo>
                    <a:pt x="3131573" y="968781"/>
                  </a:lnTo>
                  <a:lnTo>
                    <a:pt x="3167724" y="980742"/>
                  </a:lnTo>
                  <a:lnTo>
                    <a:pt x="3203860" y="992757"/>
                  </a:lnTo>
                  <a:lnTo>
                    <a:pt x="3239980" y="1004826"/>
                  </a:lnTo>
                  <a:lnTo>
                    <a:pt x="3276084" y="1016949"/>
                  </a:lnTo>
                  <a:lnTo>
                    <a:pt x="3312171" y="1029127"/>
                  </a:lnTo>
                  <a:lnTo>
                    <a:pt x="3348243" y="1041358"/>
                  </a:lnTo>
                  <a:lnTo>
                    <a:pt x="3384298" y="1053645"/>
                  </a:lnTo>
                  <a:lnTo>
                    <a:pt x="3420338" y="1065985"/>
                  </a:lnTo>
                  <a:lnTo>
                    <a:pt x="3456361" y="1078380"/>
                  </a:lnTo>
                  <a:lnTo>
                    <a:pt x="3492368" y="1090829"/>
                  </a:lnTo>
                  <a:lnTo>
                    <a:pt x="3528360" y="1103332"/>
                  </a:lnTo>
                  <a:lnTo>
                    <a:pt x="3564335" y="1115890"/>
                  </a:lnTo>
                  <a:lnTo>
                    <a:pt x="3600294" y="1128501"/>
                  </a:lnTo>
                  <a:lnTo>
                    <a:pt x="3636237" y="1141167"/>
                  </a:lnTo>
                  <a:lnTo>
                    <a:pt x="3672164" y="1153888"/>
                  </a:lnTo>
                  <a:lnTo>
                    <a:pt x="3708076" y="1166663"/>
                  </a:lnTo>
                  <a:lnTo>
                    <a:pt x="3743970" y="1179491"/>
                  </a:lnTo>
                  <a:lnTo>
                    <a:pt x="3779849" y="1192375"/>
                  </a:lnTo>
                  <a:lnTo>
                    <a:pt x="3815712" y="1205312"/>
                  </a:lnTo>
                  <a:lnTo>
                    <a:pt x="3851559" y="1218304"/>
                  </a:lnTo>
                  <a:lnTo>
                    <a:pt x="3887390" y="1231350"/>
                  </a:lnTo>
                  <a:lnTo>
                    <a:pt x="3923205" y="1244450"/>
                  </a:lnTo>
                  <a:lnTo>
                    <a:pt x="3959003" y="1257605"/>
                  </a:lnTo>
                  <a:lnTo>
                    <a:pt x="3994786" y="1270814"/>
                  </a:lnTo>
                  <a:lnTo>
                    <a:pt x="4030553" y="1284077"/>
                  </a:lnTo>
                  <a:lnTo>
                    <a:pt x="4066303" y="1297394"/>
                  </a:lnTo>
                  <a:lnTo>
                    <a:pt x="4102038" y="1310766"/>
                  </a:lnTo>
                  <a:lnTo>
                    <a:pt x="4137756" y="1324192"/>
                  </a:lnTo>
                  <a:lnTo>
                    <a:pt x="4173458" y="1337672"/>
                  </a:lnTo>
                  <a:lnTo>
                    <a:pt x="4209145" y="1351207"/>
                  </a:lnTo>
                  <a:lnTo>
                    <a:pt x="4244815" y="1364795"/>
                  </a:lnTo>
                  <a:lnTo>
                    <a:pt x="4280469" y="1378438"/>
                  </a:lnTo>
                  <a:lnTo>
                    <a:pt x="4316107" y="1392136"/>
                  </a:lnTo>
                  <a:lnTo>
                    <a:pt x="4351729" y="1405887"/>
                  </a:lnTo>
                  <a:lnTo>
                    <a:pt x="4387335" y="1419693"/>
                  </a:lnTo>
                  <a:lnTo>
                    <a:pt x="4422925" y="1433554"/>
                  </a:lnTo>
                  <a:lnTo>
                    <a:pt x="4458499" y="1447468"/>
                  </a:lnTo>
                  <a:lnTo>
                    <a:pt x="4494057" y="1461437"/>
                  </a:lnTo>
                  <a:lnTo>
                    <a:pt x="4529599" y="1475460"/>
                  </a:lnTo>
                  <a:lnTo>
                    <a:pt x="4565125" y="1489537"/>
                  </a:lnTo>
                  <a:lnTo>
                    <a:pt x="4600635" y="1503669"/>
                  </a:lnTo>
                  <a:lnTo>
                    <a:pt x="4636128" y="1517854"/>
                  </a:lnTo>
                  <a:lnTo>
                    <a:pt x="4671606" y="1532095"/>
                  </a:lnTo>
                  <a:lnTo>
                    <a:pt x="4690310" y="1484144"/>
                  </a:lnTo>
                  <a:lnTo>
                    <a:pt x="4708001" y="1435811"/>
                  </a:lnTo>
                  <a:close/>
                </a:path>
              </a:pathLst>
            </a:custGeom>
            <a:solidFill>
              <a:srgbClr val="ED9548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3428638" y="1079021"/>
              <a:ext cx="3573906" cy="3118105"/>
            </a:xfrm>
            <a:custGeom>
              <a:avLst/>
              <a:pathLst>
                <a:path w="3573906" h="3118105">
                  <a:moveTo>
                    <a:pt x="3573906" y="2631691"/>
                  </a:moveTo>
                  <a:lnTo>
                    <a:pt x="3531400" y="2626590"/>
                  </a:lnTo>
                  <a:lnTo>
                    <a:pt x="3489162" y="2621170"/>
                  </a:lnTo>
                  <a:lnTo>
                    <a:pt x="3447194" y="2615432"/>
                  </a:lnTo>
                  <a:lnTo>
                    <a:pt x="3405495" y="2609376"/>
                  </a:lnTo>
                  <a:lnTo>
                    <a:pt x="3364065" y="2603001"/>
                  </a:lnTo>
                  <a:lnTo>
                    <a:pt x="3322904" y="2596308"/>
                  </a:lnTo>
                  <a:lnTo>
                    <a:pt x="3282013" y="2589297"/>
                  </a:lnTo>
                  <a:lnTo>
                    <a:pt x="3241390" y="2581967"/>
                  </a:lnTo>
                  <a:lnTo>
                    <a:pt x="3201037" y="2574320"/>
                  </a:lnTo>
                  <a:lnTo>
                    <a:pt x="3160953" y="2566353"/>
                  </a:lnTo>
                  <a:lnTo>
                    <a:pt x="3121138" y="2558069"/>
                  </a:lnTo>
                  <a:lnTo>
                    <a:pt x="3081592" y="2549466"/>
                  </a:lnTo>
                  <a:lnTo>
                    <a:pt x="3042316" y="2540545"/>
                  </a:lnTo>
                  <a:lnTo>
                    <a:pt x="3003308" y="2531306"/>
                  </a:lnTo>
                  <a:lnTo>
                    <a:pt x="2964570" y="2521748"/>
                  </a:lnTo>
                  <a:lnTo>
                    <a:pt x="2926101" y="2511873"/>
                  </a:lnTo>
                  <a:lnTo>
                    <a:pt x="2887900" y="2501678"/>
                  </a:lnTo>
                  <a:lnTo>
                    <a:pt x="2849970" y="2491166"/>
                  </a:lnTo>
                  <a:lnTo>
                    <a:pt x="2812308" y="2480335"/>
                  </a:lnTo>
                  <a:lnTo>
                    <a:pt x="2774915" y="2469186"/>
                  </a:lnTo>
                  <a:lnTo>
                    <a:pt x="2737792" y="2457719"/>
                  </a:lnTo>
                  <a:lnTo>
                    <a:pt x="2700938" y="2445933"/>
                  </a:lnTo>
                  <a:lnTo>
                    <a:pt x="2664353" y="2433829"/>
                  </a:lnTo>
                  <a:lnTo>
                    <a:pt x="2628037" y="2421407"/>
                  </a:lnTo>
                  <a:lnTo>
                    <a:pt x="2591990" y="2408667"/>
                  </a:lnTo>
                  <a:lnTo>
                    <a:pt x="2556212" y="2395608"/>
                  </a:lnTo>
                  <a:lnTo>
                    <a:pt x="2520704" y="2382231"/>
                  </a:lnTo>
                  <a:lnTo>
                    <a:pt x="2485465" y="2368535"/>
                  </a:lnTo>
                  <a:lnTo>
                    <a:pt x="2450495" y="2354522"/>
                  </a:lnTo>
                  <a:lnTo>
                    <a:pt x="2415794" y="2340190"/>
                  </a:lnTo>
                  <a:lnTo>
                    <a:pt x="2381362" y="2325539"/>
                  </a:lnTo>
                  <a:lnTo>
                    <a:pt x="2347199" y="2310571"/>
                  </a:lnTo>
                  <a:lnTo>
                    <a:pt x="2313306" y="2295284"/>
                  </a:lnTo>
                  <a:lnTo>
                    <a:pt x="2279681" y="2279679"/>
                  </a:lnTo>
                  <a:lnTo>
                    <a:pt x="2246326" y="2263755"/>
                  </a:lnTo>
                  <a:lnTo>
                    <a:pt x="2213240" y="2247514"/>
                  </a:lnTo>
                  <a:lnTo>
                    <a:pt x="2180423" y="2230954"/>
                  </a:lnTo>
                  <a:lnTo>
                    <a:pt x="2147876" y="2214075"/>
                  </a:lnTo>
                  <a:lnTo>
                    <a:pt x="2115597" y="2196879"/>
                  </a:lnTo>
                  <a:lnTo>
                    <a:pt x="2083588" y="2179364"/>
                  </a:lnTo>
                  <a:lnTo>
                    <a:pt x="2051848" y="2161531"/>
                  </a:lnTo>
                  <a:lnTo>
                    <a:pt x="2020377" y="2143379"/>
                  </a:lnTo>
                  <a:lnTo>
                    <a:pt x="1989175" y="2124909"/>
                  </a:lnTo>
                  <a:lnTo>
                    <a:pt x="1958242" y="2106121"/>
                  </a:lnTo>
                  <a:lnTo>
                    <a:pt x="1927578" y="2087015"/>
                  </a:lnTo>
                  <a:lnTo>
                    <a:pt x="1897184" y="2067590"/>
                  </a:lnTo>
                  <a:lnTo>
                    <a:pt x="1867059" y="2047847"/>
                  </a:lnTo>
                  <a:lnTo>
                    <a:pt x="1837203" y="2027786"/>
                  </a:lnTo>
                  <a:lnTo>
                    <a:pt x="1807616" y="2007407"/>
                  </a:lnTo>
                  <a:lnTo>
                    <a:pt x="1778298" y="1986709"/>
                  </a:lnTo>
                  <a:lnTo>
                    <a:pt x="1749249" y="1965693"/>
                  </a:lnTo>
                  <a:lnTo>
                    <a:pt x="1720470" y="1944358"/>
                  </a:lnTo>
                  <a:lnTo>
                    <a:pt x="1691959" y="1922706"/>
                  </a:lnTo>
                  <a:lnTo>
                    <a:pt x="1663718" y="1900735"/>
                  </a:lnTo>
                  <a:lnTo>
                    <a:pt x="1635746" y="1878445"/>
                  </a:lnTo>
                  <a:lnTo>
                    <a:pt x="1608043" y="1855838"/>
                  </a:lnTo>
                  <a:lnTo>
                    <a:pt x="1580610" y="1832912"/>
                  </a:lnTo>
                  <a:lnTo>
                    <a:pt x="1553445" y="1809668"/>
                  </a:lnTo>
                  <a:lnTo>
                    <a:pt x="1526550" y="1786105"/>
                  </a:lnTo>
                  <a:lnTo>
                    <a:pt x="1499924" y="1762224"/>
                  </a:lnTo>
                  <a:lnTo>
                    <a:pt x="1473567" y="1738025"/>
                  </a:lnTo>
                  <a:lnTo>
                    <a:pt x="1447479" y="1713508"/>
                  </a:lnTo>
                  <a:lnTo>
                    <a:pt x="1421660" y="1688672"/>
                  </a:lnTo>
                  <a:lnTo>
                    <a:pt x="1396111" y="1663519"/>
                  </a:lnTo>
                  <a:lnTo>
                    <a:pt x="1370830" y="1638046"/>
                  </a:lnTo>
                  <a:lnTo>
                    <a:pt x="1345819" y="1612256"/>
                  </a:lnTo>
                  <a:lnTo>
                    <a:pt x="1321077" y="1586147"/>
                  </a:lnTo>
                  <a:lnTo>
                    <a:pt x="1296604" y="1559720"/>
                  </a:lnTo>
                  <a:lnTo>
                    <a:pt x="1272400" y="1532975"/>
                  </a:lnTo>
                  <a:lnTo>
                    <a:pt x="1248466" y="1505911"/>
                  </a:lnTo>
                  <a:lnTo>
                    <a:pt x="1224800" y="1478529"/>
                  </a:lnTo>
                  <a:lnTo>
                    <a:pt x="1201404" y="1450829"/>
                  </a:lnTo>
                  <a:lnTo>
                    <a:pt x="1178277" y="1422810"/>
                  </a:lnTo>
                  <a:lnTo>
                    <a:pt x="1155419" y="1394473"/>
                  </a:lnTo>
                  <a:lnTo>
                    <a:pt x="1132830" y="1365818"/>
                  </a:lnTo>
                  <a:lnTo>
                    <a:pt x="1110510" y="1336845"/>
                  </a:lnTo>
                  <a:lnTo>
                    <a:pt x="1088460" y="1307553"/>
                  </a:lnTo>
                  <a:lnTo>
                    <a:pt x="1066678" y="1277943"/>
                  </a:lnTo>
                  <a:lnTo>
                    <a:pt x="1045166" y="1248015"/>
                  </a:lnTo>
                  <a:lnTo>
                    <a:pt x="1023923" y="1217768"/>
                  </a:lnTo>
                  <a:lnTo>
                    <a:pt x="1002949" y="1187203"/>
                  </a:lnTo>
                  <a:lnTo>
                    <a:pt x="982245" y="1156320"/>
                  </a:lnTo>
                  <a:lnTo>
                    <a:pt x="961809" y="1125118"/>
                  </a:lnTo>
                  <a:lnTo>
                    <a:pt x="941643" y="1093599"/>
                  </a:lnTo>
                  <a:lnTo>
                    <a:pt x="921745" y="1061761"/>
                  </a:lnTo>
                  <a:lnTo>
                    <a:pt x="902117" y="1029604"/>
                  </a:lnTo>
                  <a:lnTo>
                    <a:pt x="882759" y="997130"/>
                  </a:lnTo>
                  <a:lnTo>
                    <a:pt x="863669" y="964337"/>
                  </a:lnTo>
                  <a:lnTo>
                    <a:pt x="844848" y="931225"/>
                  </a:lnTo>
                  <a:lnTo>
                    <a:pt x="826297" y="897796"/>
                  </a:lnTo>
                  <a:lnTo>
                    <a:pt x="808014" y="864048"/>
                  </a:lnTo>
                  <a:lnTo>
                    <a:pt x="790001" y="829982"/>
                  </a:lnTo>
                  <a:lnTo>
                    <a:pt x="772257" y="795598"/>
                  </a:lnTo>
                  <a:lnTo>
                    <a:pt x="754783" y="760895"/>
                  </a:lnTo>
                  <a:lnTo>
                    <a:pt x="737577" y="725874"/>
                  </a:lnTo>
                  <a:lnTo>
                    <a:pt x="720640" y="690535"/>
                  </a:lnTo>
                  <a:lnTo>
                    <a:pt x="703973" y="654877"/>
                  </a:lnTo>
                  <a:lnTo>
                    <a:pt x="687575" y="618901"/>
                  </a:lnTo>
                  <a:lnTo>
                    <a:pt x="671446" y="582607"/>
                  </a:lnTo>
                  <a:lnTo>
                    <a:pt x="655586" y="545995"/>
                  </a:lnTo>
                  <a:lnTo>
                    <a:pt x="639995" y="509064"/>
                  </a:lnTo>
                  <a:lnTo>
                    <a:pt x="624674" y="471815"/>
                  </a:lnTo>
                  <a:lnTo>
                    <a:pt x="609622" y="434247"/>
                  </a:lnTo>
                  <a:lnTo>
                    <a:pt x="594838" y="396362"/>
                  </a:lnTo>
                  <a:lnTo>
                    <a:pt x="580324" y="358158"/>
                  </a:lnTo>
                  <a:lnTo>
                    <a:pt x="566079" y="319636"/>
                  </a:lnTo>
                  <a:lnTo>
                    <a:pt x="552104" y="280795"/>
                  </a:lnTo>
                  <a:lnTo>
                    <a:pt x="538397" y="241636"/>
                  </a:lnTo>
                  <a:lnTo>
                    <a:pt x="524960" y="202159"/>
                  </a:lnTo>
                  <a:lnTo>
                    <a:pt x="511791" y="162364"/>
                  </a:lnTo>
                  <a:lnTo>
                    <a:pt x="498892" y="122250"/>
                  </a:lnTo>
                  <a:lnTo>
                    <a:pt x="486262" y="81818"/>
                  </a:lnTo>
                  <a:lnTo>
                    <a:pt x="473902" y="41068"/>
                  </a:lnTo>
                  <a:lnTo>
                    <a:pt x="461810" y="0"/>
                  </a:lnTo>
                  <a:lnTo>
                    <a:pt x="421973" y="11921"/>
                  </a:lnTo>
                  <a:lnTo>
                    <a:pt x="382344" y="24518"/>
                  </a:lnTo>
                  <a:lnTo>
                    <a:pt x="342935" y="37787"/>
                  </a:lnTo>
                  <a:lnTo>
                    <a:pt x="303757" y="51723"/>
                  </a:lnTo>
                  <a:lnTo>
                    <a:pt x="264822" y="66323"/>
                  </a:lnTo>
                  <a:lnTo>
                    <a:pt x="226140" y="81583"/>
                  </a:lnTo>
                  <a:lnTo>
                    <a:pt x="187724" y="97498"/>
                  </a:lnTo>
                  <a:lnTo>
                    <a:pt x="149583" y="114063"/>
                  </a:lnTo>
                  <a:lnTo>
                    <a:pt x="111729" y="131274"/>
                  </a:lnTo>
                  <a:lnTo>
                    <a:pt x="74174" y="149126"/>
                  </a:lnTo>
                  <a:lnTo>
                    <a:pt x="36927" y="167614"/>
                  </a:lnTo>
                  <a:lnTo>
                    <a:pt x="0" y="186732"/>
                  </a:lnTo>
                  <a:lnTo>
                    <a:pt x="18822" y="222101"/>
                  </a:lnTo>
                  <a:lnTo>
                    <a:pt x="37804" y="257283"/>
                  </a:lnTo>
                  <a:lnTo>
                    <a:pt x="56944" y="292277"/>
                  </a:lnTo>
                  <a:lnTo>
                    <a:pt x="76242" y="327084"/>
                  </a:lnTo>
                  <a:lnTo>
                    <a:pt x="95699" y="361704"/>
                  </a:lnTo>
                  <a:lnTo>
                    <a:pt x="115315" y="396136"/>
                  </a:lnTo>
                  <a:lnTo>
                    <a:pt x="135089" y="430380"/>
                  </a:lnTo>
                  <a:lnTo>
                    <a:pt x="155021" y="464437"/>
                  </a:lnTo>
                  <a:lnTo>
                    <a:pt x="175113" y="498307"/>
                  </a:lnTo>
                  <a:lnTo>
                    <a:pt x="195362" y="531989"/>
                  </a:lnTo>
                  <a:lnTo>
                    <a:pt x="215770" y="565484"/>
                  </a:lnTo>
                  <a:lnTo>
                    <a:pt x="236337" y="598791"/>
                  </a:lnTo>
                  <a:lnTo>
                    <a:pt x="257062" y="631911"/>
                  </a:lnTo>
                  <a:lnTo>
                    <a:pt x="277946" y="664843"/>
                  </a:lnTo>
                  <a:lnTo>
                    <a:pt x="298988" y="697588"/>
                  </a:lnTo>
                  <a:lnTo>
                    <a:pt x="320189" y="730145"/>
                  </a:lnTo>
                  <a:lnTo>
                    <a:pt x="341549" y="762515"/>
                  </a:lnTo>
                  <a:lnTo>
                    <a:pt x="363066" y="794697"/>
                  </a:lnTo>
                  <a:lnTo>
                    <a:pt x="384743" y="826692"/>
                  </a:lnTo>
                  <a:lnTo>
                    <a:pt x="406578" y="858500"/>
                  </a:lnTo>
                  <a:lnTo>
                    <a:pt x="428571" y="890120"/>
                  </a:lnTo>
                  <a:lnTo>
                    <a:pt x="450723" y="921552"/>
                  </a:lnTo>
                  <a:lnTo>
                    <a:pt x="473034" y="952797"/>
                  </a:lnTo>
                  <a:lnTo>
                    <a:pt x="495503" y="983855"/>
                  </a:lnTo>
                  <a:lnTo>
                    <a:pt x="518130" y="1014725"/>
                  </a:lnTo>
                  <a:lnTo>
                    <a:pt x="540916" y="1045408"/>
                  </a:lnTo>
                  <a:lnTo>
                    <a:pt x="563861" y="1075903"/>
                  </a:lnTo>
                  <a:lnTo>
                    <a:pt x="586964" y="1106211"/>
                  </a:lnTo>
                  <a:lnTo>
                    <a:pt x="610226" y="1136331"/>
                  </a:lnTo>
                  <a:lnTo>
                    <a:pt x="633646" y="1166264"/>
                  </a:lnTo>
                  <a:lnTo>
                    <a:pt x="657225" y="1196009"/>
                  </a:lnTo>
                  <a:lnTo>
                    <a:pt x="680962" y="1225567"/>
                  </a:lnTo>
                  <a:lnTo>
                    <a:pt x="704858" y="1254937"/>
                  </a:lnTo>
                  <a:lnTo>
                    <a:pt x="728912" y="1284120"/>
                  </a:lnTo>
                  <a:lnTo>
                    <a:pt x="753125" y="1313116"/>
                  </a:lnTo>
                  <a:lnTo>
                    <a:pt x="777496" y="1341924"/>
                  </a:lnTo>
                  <a:lnTo>
                    <a:pt x="802026" y="1370544"/>
                  </a:lnTo>
                  <a:lnTo>
                    <a:pt x="826714" y="1398978"/>
                  </a:lnTo>
                  <a:lnTo>
                    <a:pt x="851561" y="1427223"/>
                  </a:lnTo>
                  <a:lnTo>
                    <a:pt x="876567" y="1455281"/>
                  </a:lnTo>
                  <a:lnTo>
                    <a:pt x="901731" y="1483152"/>
                  </a:lnTo>
                  <a:lnTo>
                    <a:pt x="927053" y="1510835"/>
                  </a:lnTo>
                  <a:lnTo>
                    <a:pt x="952534" y="1538331"/>
                  </a:lnTo>
                  <a:lnTo>
                    <a:pt x="978174" y="1565639"/>
                  </a:lnTo>
                  <a:lnTo>
                    <a:pt x="1003972" y="1592760"/>
                  </a:lnTo>
                  <a:lnTo>
                    <a:pt x="1029929" y="1619694"/>
                  </a:lnTo>
                  <a:lnTo>
                    <a:pt x="1056044" y="1646439"/>
                  </a:lnTo>
                  <a:lnTo>
                    <a:pt x="1082317" y="1672998"/>
                  </a:lnTo>
                  <a:lnTo>
                    <a:pt x="1108750" y="1699369"/>
                  </a:lnTo>
                  <a:lnTo>
                    <a:pt x="1135340" y="1725552"/>
                  </a:lnTo>
                  <a:lnTo>
                    <a:pt x="1162090" y="1751548"/>
                  </a:lnTo>
                  <a:lnTo>
                    <a:pt x="1188997" y="1777357"/>
                  </a:lnTo>
                  <a:lnTo>
                    <a:pt x="1216064" y="1802978"/>
                  </a:lnTo>
                  <a:lnTo>
                    <a:pt x="1243289" y="1828412"/>
                  </a:lnTo>
                  <a:lnTo>
                    <a:pt x="1270672" y="1853658"/>
                  </a:lnTo>
                  <a:lnTo>
                    <a:pt x="1298214" y="1878717"/>
                  </a:lnTo>
                  <a:lnTo>
                    <a:pt x="1325914" y="1903588"/>
                  </a:lnTo>
                  <a:lnTo>
                    <a:pt x="1353773" y="1928272"/>
                  </a:lnTo>
                  <a:lnTo>
                    <a:pt x="1381791" y="1952768"/>
                  </a:lnTo>
                  <a:lnTo>
                    <a:pt x="1409967" y="1977077"/>
                  </a:lnTo>
                  <a:lnTo>
                    <a:pt x="1438301" y="2001198"/>
                  </a:lnTo>
                  <a:lnTo>
                    <a:pt x="1466794" y="2025132"/>
                  </a:lnTo>
                  <a:lnTo>
                    <a:pt x="1495446" y="2048879"/>
                  </a:lnTo>
                  <a:lnTo>
                    <a:pt x="1524256" y="2072438"/>
                  </a:lnTo>
                  <a:lnTo>
                    <a:pt x="1553225" y="2095809"/>
                  </a:lnTo>
                  <a:lnTo>
                    <a:pt x="1582352" y="2118993"/>
                  </a:lnTo>
                  <a:lnTo>
                    <a:pt x="1611638" y="2141990"/>
                  </a:lnTo>
                  <a:lnTo>
                    <a:pt x="1641082" y="2164799"/>
                  </a:lnTo>
                  <a:lnTo>
                    <a:pt x="1670685" y="2187420"/>
                  </a:lnTo>
                  <a:lnTo>
                    <a:pt x="1700446" y="2209855"/>
                  </a:lnTo>
                  <a:lnTo>
                    <a:pt x="1730366" y="2232101"/>
                  </a:lnTo>
                  <a:lnTo>
                    <a:pt x="1760444" y="2254161"/>
                  </a:lnTo>
                  <a:lnTo>
                    <a:pt x="1790681" y="2276032"/>
                  </a:lnTo>
                  <a:lnTo>
                    <a:pt x="1821076" y="2297717"/>
                  </a:lnTo>
                  <a:lnTo>
                    <a:pt x="1851630" y="2319214"/>
                  </a:lnTo>
                  <a:lnTo>
                    <a:pt x="1882343" y="2340523"/>
                  </a:lnTo>
                  <a:lnTo>
                    <a:pt x="1913213" y="2361645"/>
                  </a:lnTo>
                  <a:lnTo>
                    <a:pt x="1944243" y="2382579"/>
                  </a:lnTo>
                  <a:lnTo>
                    <a:pt x="1975431" y="2403326"/>
                  </a:lnTo>
                  <a:lnTo>
                    <a:pt x="2006778" y="2423886"/>
                  </a:lnTo>
                  <a:lnTo>
                    <a:pt x="2038283" y="2444258"/>
                  </a:lnTo>
                  <a:lnTo>
                    <a:pt x="2069946" y="2464443"/>
                  </a:lnTo>
                  <a:lnTo>
                    <a:pt x="2101768" y="2484440"/>
                  </a:lnTo>
                  <a:lnTo>
                    <a:pt x="2133749" y="2504249"/>
                  </a:lnTo>
                  <a:lnTo>
                    <a:pt x="2165888" y="2523872"/>
                  </a:lnTo>
                  <a:lnTo>
                    <a:pt x="2198186" y="2543306"/>
                  </a:lnTo>
                  <a:lnTo>
                    <a:pt x="2230642" y="2562554"/>
                  </a:lnTo>
                  <a:lnTo>
                    <a:pt x="2263257" y="2581613"/>
                  </a:lnTo>
                  <a:lnTo>
                    <a:pt x="2296030" y="2600486"/>
                  </a:lnTo>
                  <a:lnTo>
                    <a:pt x="2328962" y="2619171"/>
                  </a:lnTo>
                  <a:lnTo>
                    <a:pt x="2362052" y="2637668"/>
                  </a:lnTo>
                  <a:lnTo>
                    <a:pt x="2395301" y="2655978"/>
                  </a:lnTo>
                  <a:lnTo>
                    <a:pt x="2428709" y="2674101"/>
                  </a:lnTo>
                  <a:lnTo>
                    <a:pt x="2462275" y="2692036"/>
                  </a:lnTo>
                  <a:lnTo>
                    <a:pt x="2495999" y="2709783"/>
                  </a:lnTo>
                  <a:lnTo>
                    <a:pt x="2529882" y="2727343"/>
                  </a:lnTo>
                  <a:lnTo>
                    <a:pt x="2563924" y="2744716"/>
                  </a:lnTo>
                  <a:lnTo>
                    <a:pt x="2598124" y="2761901"/>
                  </a:lnTo>
                  <a:lnTo>
                    <a:pt x="2632482" y="2778899"/>
                  </a:lnTo>
                  <a:lnTo>
                    <a:pt x="2666999" y="2795709"/>
                  </a:lnTo>
                  <a:lnTo>
                    <a:pt x="2701675" y="2812332"/>
                  </a:lnTo>
                  <a:lnTo>
                    <a:pt x="2736509" y="2828767"/>
                  </a:lnTo>
                  <a:lnTo>
                    <a:pt x="2771502" y="2845015"/>
                  </a:lnTo>
                  <a:lnTo>
                    <a:pt x="2806653" y="2861075"/>
                  </a:lnTo>
                  <a:lnTo>
                    <a:pt x="2841963" y="2876948"/>
                  </a:lnTo>
                  <a:lnTo>
                    <a:pt x="2877431" y="2892633"/>
                  </a:lnTo>
                  <a:lnTo>
                    <a:pt x="2913058" y="2908131"/>
                  </a:lnTo>
                  <a:lnTo>
                    <a:pt x="2948843" y="2923442"/>
                  </a:lnTo>
                  <a:lnTo>
                    <a:pt x="2984787" y="2938565"/>
                  </a:lnTo>
                  <a:lnTo>
                    <a:pt x="3020889" y="2953500"/>
                  </a:lnTo>
                  <a:lnTo>
                    <a:pt x="3057150" y="2968249"/>
                  </a:lnTo>
                  <a:lnTo>
                    <a:pt x="3093570" y="2982809"/>
                  </a:lnTo>
                  <a:lnTo>
                    <a:pt x="3130148" y="2997182"/>
                  </a:lnTo>
                  <a:lnTo>
                    <a:pt x="3166884" y="3011368"/>
                  </a:lnTo>
                  <a:lnTo>
                    <a:pt x="3203779" y="3025366"/>
                  </a:lnTo>
                  <a:lnTo>
                    <a:pt x="3240833" y="3039177"/>
                  </a:lnTo>
                  <a:lnTo>
                    <a:pt x="3278045" y="3052800"/>
                  </a:lnTo>
                  <a:lnTo>
                    <a:pt x="3315415" y="3066236"/>
                  </a:lnTo>
                  <a:lnTo>
                    <a:pt x="3352944" y="3079485"/>
                  </a:lnTo>
                  <a:lnTo>
                    <a:pt x="3390632" y="3092545"/>
                  </a:lnTo>
                  <a:lnTo>
                    <a:pt x="3428478" y="3105419"/>
                  </a:lnTo>
                  <a:lnTo>
                    <a:pt x="3466483" y="3118105"/>
                  </a:lnTo>
                  <a:lnTo>
                    <a:pt x="3479201" y="3078515"/>
                  </a:lnTo>
                  <a:lnTo>
                    <a:pt x="3491244" y="3038714"/>
                  </a:lnTo>
                  <a:lnTo>
                    <a:pt x="3502610" y="2998715"/>
                  </a:lnTo>
                  <a:lnTo>
                    <a:pt x="3513294" y="2958528"/>
                  </a:lnTo>
                  <a:lnTo>
                    <a:pt x="3523293" y="2918166"/>
                  </a:lnTo>
                  <a:lnTo>
                    <a:pt x="3532605" y="2877639"/>
                  </a:lnTo>
                  <a:lnTo>
                    <a:pt x="3541227" y="2836960"/>
                  </a:lnTo>
                  <a:lnTo>
                    <a:pt x="3549157" y="2796140"/>
                  </a:lnTo>
                  <a:lnTo>
                    <a:pt x="3556391" y="2755192"/>
                  </a:lnTo>
                  <a:lnTo>
                    <a:pt x="3562929" y="2714126"/>
                  </a:lnTo>
                  <a:lnTo>
                    <a:pt x="3568768" y="2672955"/>
                  </a:lnTo>
                  <a:close/>
                </a:path>
              </a:pathLst>
            </a:custGeom>
            <a:solidFill>
              <a:srgbClr val="ED9548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2325169" y="4120240"/>
              <a:ext cx="2655800" cy="1755575"/>
            </a:xfrm>
            <a:custGeom>
              <a:avLst/>
              <a:pathLst>
                <a:path w="2655800" h="1755575">
                  <a:moveTo>
                    <a:pt x="2655800" y="1721155"/>
                  </a:moveTo>
                  <a:lnTo>
                    <a:pt x="2647263" y="1672275"/>
                  </a:lnTo>
                  <a:lnTo>
                    <a:pt x="2638342" y="1624098"/>
                  </a:lnTo>
                  <a:lnTo>
                    <a:pt x="2629039" y="1576626"/>
                  </a:lnTo>
                  <a:lnTo>
                    <a:pt x="2619353" y="1529858"/>
                  </a:lnTo>
                  <a:lnTo>
                    <a:pt x="2609285" y="1483794"/>
                  </a:lnTo>
                  <a:lnTo>
                    <a:pt x="2598833" y="1438434"/>
                  </a:lnTo>
                  <a:lnTo>
                    <a:pt x="2587999" y="1393778"/>
                  </a:lnTo>
                  <a:lnTo>
                    <a:pt x="2576782" y="1349827"/>
                  </a:lnTo>
                  <a:lnTo>
                    <a:pt x="2565183" y="1306579"/>
                  </a:lnTo>
                  <a:lnTo>
                    <a:pt x="2553201" y="1264036"/>
                  </a:lnTo>
                  <a:lnTo>
                    <a:pt x="2540836" y="1222197"/>
                  </a:lnTo>
                  <a:lnTo>
                    <a:pt x="2528088" y="1181062"/>
                  </a:lnTo>
                  <a:lnTo>
                    <a:pt x="2514957" y="1140631"/>
                  </a:lnTo>
                  <a:lnTo>
                    <a:pt x="2501444" y="1100904"/>
                  </a:lnTo>
                  <a:lnTo>
                    <a:pt x="2487548" y="1061881"/>
                  </a:lnTo>
                  <a:lnTo>
                    <a:pt x="2473270" y="1023563"/>
                  </a:lnTo>
                  <a:lnTo>
                    <a:pt x="2458608" y="985948"/>
                  </a:lnTo>
                  <a:lnTo>
                    <a:pt x="2443564" y="949038"/>
                  </a:lnTo>
                  <a:lnTo>
                    <a:pt x="2428138" y="912832"/>
                  </a:lnTo>
                  <a:lnTo>
                    <a:pt x="2412328" y="877330"/>
                  </a:lnTo>
                  <a:lnTo>
                    <a:pt x="2396136" y="842532"/>
                  </a:lnTo>
                  <a:lnTo>
                    <a:pt x="2379561" y="808439"/>
                  </a:lnTo>
                  <a:lnTo>
                    <a:pt x="2362603" y="775049"/>
                  </a:lnTo>
                  <a:lnTo>
                    <a:pt x="2345263" y="742363"/>
                  </a:lnTo>
                  <a:lnTo>
                    <a:pt x="2327539" y="710382"/>
                  </a:lnTo>
                  <a:lnTo>
                    <a:pt x="2309434" y="679105"/>
                  </a:lnTo>
                  <a:lnTo>
                    <a:pt x="2290945" y="648532"/>
                  </a:lnTo>
                  <a:lnTo>
                    <a:pt x="2272074" y="618663"/>
                  </a:lnTo>
                  <a:lnTo>
                    <a:pt x="2252819" y="589498"/>
                  </a:lnTo>
                  <a:lnTo>
                    <a:pt x="2233183" y="561038"/>
                  </a:lnTo>
                  <a:lnTo>
                    <a:pt x="2213163" y="533281"/>
                  </a:lnTo>
                  <a:lnTo>
                    <a:pt x="2192761" y="506229"/>
                  </a:lnTo>
                  <a:lnTo>
                    <a:pt x="2171976" y="479880"/>
                  </a:lnTo>
                  <a:lnTo>
                    <a:pt x="2150808" y="454236"/>
                  </a:lnTo>
                  <a:lnTo>
                    <a:pt x="2129258" y="429296"/>
                  </a:lnTo>
                  <a:lnTo>
                    <a:pt x="2107324" y="405060"/>
                  </a:lnTo>
                  <a:lnTo>
                    <a:pt x="2085009" y="381529"/>
                  </a:lnTo>
                  <a:lnTo>
                    <a:pt x="2062310" y="358701"/>
                  </a:lnTo>
                  <a:lnTo>
                    <a:pt x="2039229" y="336577"/>
                  </a:lnTo>
                  <a:lnTo>
                    <a:pt x="2015764" y="315158"/>
                  </a:lnTo>
                  <a:lnTo>
                    <a:pt x="1991918" y="294443"/>
                  </a:lnTo>
                  <a:lnTo>
                    <a:pt x="1967688" y="274432"/>
                  </a:lnTo>
                  <a:lnTo>
                    <a:pt x="1943076" y="255125"/>
                  </a:lnTo>
                  <a:lnTo>
                    <a:pt x="1918081" y="236522"/>
                  </a:lnTo>
                  <a:lnTo>
                    <a:pt x="1892703" y="218623"/>
                  </a:lnTo>
                  <a:lnTo>
                    <a:pt x="1866943" y="201429"/>
                  </a:lnTo>
                  <a:lnTo>
                    <a:pt x="1840799" y="184938"/>
                  </a:lnTo>
                  <a:lnTo>
                    <a:pt x="1814273" y="169152"/>
                  </a:lnTo>
                  <a:lnTo>
                    <a:pt x="1787365" y="154070"/>
                  </a:lnTo>
                  <a:lnTo>
                    <a:pt x="1760073" y="139692"/>
                  </a:lnTo>
                  <a:lnTo>
                    <a:pt x="1732399" y="126018"/>
                  </a:lnTo>
                  <a:lnTo>
                    <a:pt x="1704342" y="113048"/>
                  </a:lnTo>
                  <a:lnTo>
                    <a:pt x="1675903" y="100783"/>
                  </a:lnTo>
                  <a:lnTo>
                    <a:pt x="1647081" y="89221"/>
                  </a:lnTo>
                  <a:lnTo>
                    <a:pt x="1617876" y="78364"/>
                  </a:lnTo>
                  <a:lnTo>
                    <a:pt x="1588288" y="68211"/>
                  </a:lnTo>
                  <a:lnTo>
                    <a:pt x="1558317" y="58762"/>
                  </a:lnTo>
                  <a:lnTo>
                    <a:pt x="1527964" y="50017"/>
                  </a:lnTo>
                  <a:lnTo>
                    <a:pt x="1497228" y="41976"/>
                  </a:lnTo>
                  <a:lnTo>
                    <a:pt x="1466110" y="34639"/>
                  </a:lnTo>
                  <a:lnTo>
                    <a:pt x="1434608" y="28007"/>
                  </a:lnTo>
                  <a:lnTo>
                    <a:pt x="1402724" y="22078"/>
                  </a:lnTo>
                  <a:lnTo>
                    <a:pt x="1370457" y="16854"/>
                  </a:lnTo>
                  <a:lnTo>
                    <a:pt x="1337808" y="12334"/>
                  </a:lnTo>
                  <a:lnTo>
                    <a:pt x="1304775" y="8518"/>
                  </a:lnTo>
                  <a:lnTo>
                    <a:pt x="1271360" y="5406"/>
                  </a:lnTo>
                  <a:lnTo>
                    <a:pt x="1237563" y="2998"/>
                  </a:lnTo>
                  <a:lnTo>
                    <a:pt x="1203382" y="1294"/>
                  </a:lnTo>
                  <a:lnTo>
                    <a:pt x="1168819" y="295"/>
                  </a:lnTo>
                  <a:lnTo>
                    <a:pt x="1133873" y="0"/>
                  </a:lnTo>
                  <a:lnTo>
                    <a:pt x="1098544" y="408"/>
                  </a:lnTo>
                  <a:lnTo>
                    <a:pt x="1062833" y="1521"/>
                  </a:lnTo>
                  <a:lnTo>
                    <a:pt x="1026739" y="3338"/>
                  </a:lnTo>
                  <a:lnTo>
                    <a:pt x="990262" y="5859"/>
                  </a:lnTo>
                  <a:lnTo>
                    <a:pt x="953403" y="9085"/>
                  </a:lnTo>
                  <a:lnTo>
                    <a:pt x="916160" y="13014"/>
                  </a:lnTo>
                  <a:lnTo>
                    <a:pt x="878535" y="17648"/>
                  </a:lnTo>
                  <a:lnTo>
                    <a:pt x="840527" y="22985"/>
                  </a:lnTo>
                  <a:lnTo>
                    <a:pt x="802137" y="29027"/>
                  </a:lnTo>
                  <a:lnTo>
                    <a:pt x="763364" y="35773"/>
                  </a:lnTo>
                  <a:lnTo>
                    <a:pt x="724208" y="43223"/>
                  </a:lnTo>
                  <a:lnTo>
                    <a:pt x="684669" y="51377"/>
                  </a:lnTo>
                  <a:lnTo>
                    <a:pt x="644748" y="60236"/>
                  </a:lnTo>
                  <a:lnTo>
                    <a:pt x="604444" y="69798"/>
                  </a:lnTo>
                  <a:lnTo>
                    <a:pt x="563757" y="80065"/>
                  </a:lnTo>
                  <a:lnTo>
                    <a:pt x="522687" y="91036"/>
                  </a:lnTo>
                  <a:lnTo>
                    <a:pt x="481235" y="102711"/>
                  </a:lnTo>
                  <a:lnTo>
                    <a:pt x="439400" y="115090"/>
                  </a:lnTo>
                  <a:lnTo>
                    <a:pt x="397182" y="128173"/>
                  </a:lnTo>
                  <a:lnTo>
                    <a:pt x="354582" y="141960"/>
                  </a:lnTo>
                  <a:lnTo>
                    <a:pt x="311598" y="156451"/>
                  </a:lnTo>
                  <a:lnTo>
                    <a:pt x="268232" y="171647"/>
                  </a:lnTo>
                  <a:lnTo>
                    <a:pt x="224484" y="187547"/>
                  </a:lnTo>
                  <a:lnTo>
                    <a:pt x="180352" y="204150"/>
                  </a:lnTo>
                  <a:lnTo>
                    <a:pt x="135838" y="221458"/>
                  </a:lnTo>
                  <a:lnTo>
                    <a:pt x="90941" y="239470"/>
                  </a:lnTo>
                  <a:lnTo>
                    <a:pt x="45662" y="258187"/>
                  </a:lnTo>
                  <a:lnTo>
                    <a:pt x="0" y="277607"/>
                  </a:lnTo>
                  <a:lnTo>
                    <a:pt x="16671" y="315389"/>
                  </a:lnTo>
                  <a:lnTo>
                    <a:pt x="33977" y="352884"/>
                  </a:lnTo>
                  <a:lnTo>
                    <a:pt x="51914" y="390082"/>
                  </a:lnTo>
                  <a:lnTo>
                    <a:pt x="70477" y="426972"/>
                  </a:lnTo>
                  <a:lnTo>
                    <a:pt x="89659" y="463543"/>
                  </a:lnTo>
                  <a:lnTo>
                    <a:pt x="109455" y="499785"/>
                  </a:lnTo>
                  <a:lnTo>
                    <a:pt x="129861" y="535688"/>
                  </a:lnTo>
                  <a:lnTo>
                    <a:pt x="150869" y="571242"/>
                  </a:lnTo>
                  <a:lnTo>
                    <a:pt x="172475" y="606436"/>
                  </a:lnTo>
                  <a:lnTo>
                    <a:pt x="194671" y="641260"/>
                  </a:lnTo>
                  <a:lnTo>
                    <a:pt x="217453" y="675705"/>
                  </a:lnTo>
                  <a:lnTo>
                    <a:pt x="240812" y="709760"/>
                  </a:lnTo>
                  <a:lnTo>
                    <a:pt x="264742" y="743416"/>
                  </a:lnTo>
                  <a:lnTo>
                    <a:pt x="289237" y="776664"/>
                  </a:lnTo>
                  <a:lnTo>
                    <a:pt x="314290" y="809493"/>
                  </a:lnTo>
                  <a:lnTo>
                    <a:pt x="339893" y="841895"/>
                  </a:lnTo>
                  <a:lnTo>
                    <a:pt x="387230" y="804187"/>
                  </a:lnTo>
                  <a:lnTo>
                    <a:pt x="433892" y="767718"/>
                  </a:lnTo>
                  <a:lnTo>
                    <a:pt x="479881" y="732489"/>
                  </a:lnTo>
                  <a:lnTo>
                    <a:pt x="525196" y="698499"/>
                  </a:lnTo>
                  <a:lnTo>
                    <a:pt x="569837" y="665750"/>
                  </a:lnTo>
                  <a:lnTo>
                    <a:pt x="613804" y="634240"/>
                  </a:lnTo>
                  <a:lnTo>
                    <a:pt x="657098" y="603970"/>
                  </a:lnTo>
                  <a:lnTo>
                    <a:pt x="699717" y="574940"/>
                  </a:lnTo>
                  <a:lnTo>
                    <a:pt x="741663" y="547149"/>
                  </a:lnTo>
                  <a:lnTo>
                    <a:pt x="782934" y="520599"/>
                  </a:lnTo>
                  <a:lnTo>
                    <a:pt x="823532" y="495288"/>
                  </a:lnTo>
                  <a:lnTo>
                    <a:pt x="863456" y="471216"/>
                  </a:lnTo>
                  <a:lnTo>
                    <a:pt x="902706" y="448385"/>
                  </a:lnTo>
                  <a:lnTo>
                    <a:pt x="941283" y="426793"/>
                  </a:lnTo>
                  <a:lnTo>
                    <a:pt x="979185" y="406441"/>
                  </a:lnTo>
                  <a:lnTo>
                    <a:pt x="1016414" y="387329"/>
                  </a:lnTo>
                  <a:lnTo>
                    <a:pt x="1052968" y="369456"/>
                  </a:lnTo>
                  <a:lnTo>
                    <a:pt x="1088849" y="352824"/>
                  </a:lnTo>
                  <a:lnTo>
                    <a:pt x="1124056" y="337431"/>
                  </a:lnTo>
                  <a:lnTo>
                    <a:pt x="1158589" y="323277"/>
                  </a:lnTo>
                  <a:lnTo>
                    <a:pt x="1192448" y="310364"/>
                  </a:lnTo>
                  <a:lnTo>
                    <a:pt x="1225634" y="298690"/>
                  </a:lnTo>
                  <a:lnTo>
                    <a:pt x="1258145" y="288256"/>
                  </a:lnTo>
                  <a:lnTo>
                    <a:pt x="1289983" y="279062"/>
                  </a:lnTo>
                  <a:lnTo>
                    <a:pt x="1321147" y="271108"/>
                  </a:lnTo>
                  <a:lnTo>
                    <a:pt x="1351637" y="264393"/>
                  </a:lnTo>
                  <a:lnTo>
                    <a:pt x="1381453" y="258918"/>
                  </a:lnTo>
                  <a:lnTo>
                    <a:pt x="1410595" y="254683"/>
                  </a:lnTo>
                  <a:lnTo>
                    <a:pt x="1439063" y="251687"/>
                  </a:lnTo>
                  <a:lnTo>
                    <a:pt x="1466858" y="249932"/>
                  </a:lnTo>
                  <a:lnTo>
                    <a:pt x="1493979" y="249416"/>
                  </a:lnTo>
                  <a:lnTo>
                    <a:pt x="1520425" y="250139"/>
                  </a:lnTo>
                  <a:lnTo>
                    <a:pt x="1546198" y="252103"/>
                  </a:lnTo>
                  <a:lnTo>
                    <a:pt x="1571297" y="255306"/>
                  </a:lnTo>
                  <a:lnTo>
                    <a:pt x="1595722" y="259749"/>
                  </a:lnTo>
                  <a:lnTo>
                    <a:pt x="1619474" y="265432"/>
                  </a:lnTo>
                  <a:lnTo>
                    <a:pt x="1642551" y="272355"/>
                  </a:lnTo>
                  <a:lnTo>
                    <a:pt x="1664955" y="280517"/>
                  </a:lnTo>
                  <a:lnTo>
                    <a:pt x="1686685" y="289919"/>
                  </a:lnTo>
                  <a:lnTo>
                    <a:pt x="1707740" y="300561"/>
                  </a:lnTo>
                  <a:lnTo>
                    <a:pt x="1728122" y="312442"/>
                  </a:lnTo>
                  <a:lnTo>
                    <a:pt x="1747831" y="325564"/>
                  </a:lnTo>
                  <a:lnTo>
                    <a:pt x="1766865" y="339925"/>
                  </a:lnTo>
                  <a:lnTo>
                    <a:pt x="1785225" y="355526"/>
                  </a:lnTo>
                  <a:lnTo>
                    <a:pt x="1802912" y="372366"/>
                  </a:lnTo>
                  <a:lnTo>
                    <a:pt x="1819925" y="390446"/>
                  </a:lnTo>
                  <a:lnTo>
                    <a:pt x="1836263" y="409767"/>
                  </a:lnTo>
                  <a:lnTo>
                    <a:pt x="1851928" y="430326"/>
                  </a:lnTo>
                  <a:lnTo>
                    <a:pt x="1866920" y="452126"/>
                  </a:lnTo>
                  <a:lnTo>
                    <a:pt x="1881237" y="475165"/>
                  </a:lnTo>
                  <a:lnTo>
                    <a:pt x="1894880" y="499444"/>
                  </a:lnTo>
                  <a:lnTo>
                    <a:pt x="1907850" y="524963"/>
                  </a:lnTo>
                  <a:lnTo>
                    <a:pt x="1920145" y="551722"/>
                  </a:lnTo>
                  <a:lnTo>
                    <a:pt x="1931767" y="579720"/>
                  </a:lnTo>
                  <a:lnTo>
                    <a:pt x="1942715" y="608958"/>
                  </a:lnTo>
                  <a:lnTo>
                    <a:pt x="1952989" y="639436"/>
                  </a:lnTo>
                  <a:lnTo>
                    <a:pt x="1962590" y="671154"/>
                  </a:lnTo>
                  <a:lnTo>
                    <a:pt x="1971516" y="704111"/>
                  </a:lnTo>
                  <a:lnTo>
                    <a:pt x="1979768" y="738308"/>
                  </a:lnTo>
                  <a:lnTo>
                    <a:pt x="1987347" y="773745"/>
                  </a:lnTo>
                  <a:lnTo>
                    <a:pt x="1994252" y="810422"/>
                  </a:lnTo>
                  <a:lnTo>
                    <a:pt x="2000483" y="848338"/>
                  </a:lnTo>
                  <a:lnTo>
                    <a:pt x="2006040" y="887494"/>
                  </a:lnTo>
                  <a:lnTo>
                    <a:pt x="2010923" y="927890"/>
                  </a:lnTo>
                  <a:lnTo>
                    <a:pt x="2015132" y="969525"/>
                  </a:lnTo>
                  <a:lnTo>
                    <a:pt x="2018668" y="1012401"/>
                  </a:lnTo>
                  <a:lnTo>
                    <a:pt x="2021530" y="1056516"/>
                  </a:lnTo>
                  <a:lnTo>
                    <a:pt x="2023717" y="1101871"/>
                  </a:lnTo>
                  <a:lnTo>
                    <a:pt x="2025231" y="1148465"/>
                  </a:lnTo>
                  <a:lnTo>
                    <a:pt x="2026071" y="1196300"/>
                  </a:lnTo>
                  <a:lnTo>
                    <a:pt x="2026237" y="1245374"/>
                  </a:lnTo>
                  <a:lnTo>
                    <a:pt x="2025730" y="1295688"/>
                  </a:lnTo>
                  <a:lnTo>
                    <a:pt x="2024548" y="1347241"/>
                  </a:lnTo>
                  <a:lnTo>
                    <a:pt x="2022693" y="1400035"/>
                  </a:lnTo>
                  <a:lnTo>
                    <a:pt x="2020163" y="1454068"/>
                  </a:lnTo>
                  <a:lnTo>
                    <a:pt x="2016960" y="1509341"/>
                  </a:lnTo>
                  <a:lnTo>
                    <a:pt x="2013083" y="1565854"/>
                  </a:lnTo>
                  <a:lnTo>
                    <a:pt x="2008532" y="1623606"/>
                  </a:lnTo>
                  <a:lnTo>
                    <a:pt x="2003308" y="1682598"/>
                  </a:lnTo>
                  <a:lnTo>
                    <a:pt x="1997409" y="1742830"/>
                  </a:lnTo>
                  <a:lnTo>
                    <a:pt x="2038525" y="1746693"/>
                  </a:lnTo>
                  <a:lnTo>
                    <a:pt x="2079700" y="1749861"/>
                  </a:lnTo>
                  <a:lnTo>
                    <a:pt x="2120922" y="1752334"/>
                  </a:lnTo>
                  <a:lnTo>
                    <a:pt x="2162181" y="1754111"/>
                  </a:lnTo>
                  <a:lnTo>
                    <a:pt x="2203463" y="1755191"/>
                  </a:lnTo>
                  <a:lnTo>
                    <a:pt x="2244758" y="1755575"/>
                  </a:lnTo>
                  <a:lnTo>
                    <a:pt x="2286053" y="1755261"/>
                  </a:lnTo>
                  <a:lnTo>
                    <a:pt x="2327338" y="1754251"/>
                  </a:lnTo>
                  <a:lnTo>
                    <a:pt x="2368599" y="1752544"/>
                  </a:lnTo>
                  <a:lnTo>
                    <a:pt x="2409826" y="1750141"/>
                  </a:lnTo>
                  <a:lnTo>
                    <a:pt x="2451006" y="1747042"/>
                  </a:lnTo>
                  <a:lnTo>
                    <a:pt x="2492128" y="1743249"/>
                  </a:lnTo>
                  <a:lnTo>
                    <a:pt x="2533180" y="1738762"/>
                  </a:lnTo>
                  <a:lnTo>
                    <a:pt x="2574151" y="1733583"/>
                  </a:lnTo>
                  <a:lnTo>
                    <a:pt x="2615028" y="1727714"/>
                  </a:lnTo>
                  <a:close/>
                </a:path>
              </a:pathLst>
            </a:custGeom>
            <a:solidFill>
              <a:srgbClr val="FDD456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3123004" y="1265753"/>
              <a:ext cx="2208212" cy="4575642"/>
            </a:xfrm>
            <a:custGeom>
              <a:avLst/>
              <a:pathLst>
                <a:path w="2208212" h="4575642">
                  <a:moveTo>
                    <a:pt x="2208212" y="4489294"/>
                  </a:moveTo>
                  <a:lnTo>
                    <a:pt x="2196326" y="4452960"/>
                  </a:lnTo>
                  <a:lnTo>
                    <a:pt x="2184393" y="4416645"/>
                  </a:lnTo>
                  <a:lnTo>
                    <a:pt x="2172413" y="4380350"/>
                  </a:lnTo>
                  <a:lnTo>
                    <a:pt x="2160386" y="4344075"/>
                  </a:lnTo>
                  <a:lnTo>
                    <a:pt x="2148312" y="4307820"/>
                  </a:lnTo>
                  <a:lnTo>
                    <a:pt x="2136192" y="4271585"/>
                  </a:lnTo>
                  <a:lnTo>
                    <a:pt x="2124024" y="4235370"/>
                  </a:lnTo>
                  <a:lnTo>
                    <a:pt x="2111809" y="4199174"/>
                  </a:lnTo>
                  <a:lnTo>
                    <a:pt x="2099548" y="4162999"/>
                  </a:lnTo>
                  <a:lnTo>
                    <a:pt x="2087240" y="4126843"/>
                  </a:lnTo>
                  <a:lnTo>
                    <a:pt x="2074885" y="4090707"/>
                  </a:lnTo>
                  <a:lnTo>
                    <a:pt x="2062483" y="4054591"/>
                  </a:lnTo>
                  <a:lnTo>
                    <a:pt x="2050034" y="4018495"/>
                  </a:lnTo>
                  <a:lnTo>
                    <a:pt x="2037538" y="3982419"/>
                  </a:lnTo>
                  <a:lnTo>
                    <a:pt x="2024995" y="3946362"/>
                  </a:lnTo>
                  <a:lnTo>
                    <a:pt x="2012406" y="3910326"/>
                  </a:lnTo>
                  <a:lnTo>
                    <a:pt x="1999769" y="3874309"/>
                  </a:lnTo>
                  <a:lnTo>
                    <a:pt x="1987086" y="3838313"/>
                  </a:lnTo>
                  <a:lnTo>
                    <a:pt x="1974355" y="3802336"/>
                  </a:lnTo>
                  <a:lnTo>
                    <a:pt x="1961578" y="3766379"/>
                  </a:lnTo>
                  <a:lnTo>
                    <a:pt x="1948754" y="3730442"/>
                  </a:lnTo>
                  <a:lnTo>
                    <a:pt x="1935883" y="3694525"/>
                  </a:lnTo>
                  <a:lnTo>
                    <a:pt x="1922965" y="3658627"/>
                  </a:lnTo>
                  <a:lnTo>
                    <a:pt x="1910001" y="3622750"/>
                  </a:lnTo>
                  <a:lnTo>
                    <a:pt x="1896989" y="3586892"/>
                  </a:lnTo>
                  <a:lnTo>
                    <a:pt x="1883930" y="3551054"/>
                  </a:lnTo>
                  <a:lnTo>
                    <a:pt x="1870825" y="3515236"/>
                  </a:lnTo>
                  <a:lnTo>
                    <a:pt x="1857673" y="3479438"/>
                  </a:lnTo>
                  <a:lnTo>
                    <a:pt x="1844473" y="3443660"/>
                  </a:lnTo>
                  <a:lnTo>
                    <a:pt x="1831227" y="3407902"/>
                  </a:lnTo>
                  <a:lnTo>
                    <a:pt x="1817934" y="3372164"/>
                  </a:lnTo>
                  <a:lnTo>
                    <a:pt x="1804594" y="3336445"/>
                  </a:lnTo>
                  <a:lnTo>
                    <a:pt x="1791208" y="3300747"/>
                  </a:lnTo>
                  <a:lnTo>
                    <a:pt x="1777774" y="3265068"/>
                  </a:lnTo>
                  <a:lnTo>
                    <a:pt x="1764293" y="3229409"/>
                  </a:lnTo>
                  <a:lnTo>
                    <a:pt x="1750766" y="3193770"/>
                  </a:lnTo>
                  <a:lnTo>
                    <a:pt x="1737192" y="3158151"/>
                  </a:lnTo>
                  <a:lnTo>
                    <a:pt x="1723570" y="3122552"/>
                  </a:lnTo>
                  <a:lnTo>
                    <a:pt x="1709902" y="3086972"/>
                  </a:lnTo>
                  <a:lnTo>
                    <a:pt x="1696187" y="3051413"/>
                  </a:lnTo>
                  <a:lnTo>
                    <a:pt x="1682425" y="3015873"/>
                  </a:lnTo>
                  <a:lnTo>
                    <a:pt x="1668616" y="2980353"/>
                  </a:lnTo>
                  <a:lnTo>
                    <a:pt x="1654761" y="2944853"/>
                  </a:lnTo>
                  <a:lnTo>
                    <a:pt x="1640858" y="2909373"/>
                  </a:lnTo>
                  <a:lnTo>
                    <a:pt x="1626909" y="2873913"/>
                  </a:lnTo>
                  <a:lnTo>
                    <a:pt x="1612912" y="2838473"/>
                  </a:lnTo>
                  <a:lnTo>
                    <a:pt x="1598869" y="2803053"/>
                  </a:lnTo>
                  <a:lnTo>
                    <a:pt x="1584779" y="2767652"/>
                  </a:lnTo>
                  <a:lnTo>
                    <a:pt x="1570642" y="2732271"/>
                  </a:lnTo>
                  <a:lnTo>
                    <a:pt x="1556458" y="2696911"/>
                  </a:lnTo>
                  <a:lnTo>
                    <a:pt x="1542227" y="2661570"/>
                  </a:lnTo>
                  <a:lnTo>
                    <a:pt x="1527949" y="2626249"/>
                  </a:lnTo>
                  <a:lnTo>
                    <a:pt x="1513625" y="2590948"/>
                  </a:lnTo>
                  <a:lnTo>
                    <a:pt x="1499253" y="2555666"/>
                  </a:lnTo>
                  <a:lnTo>
                    <a:pt x="1484835" y="2520405"/>
                  </a:lnTo>
                  <a:lnTo>
                    <a:pt x="1470369" y="2485163"/>
                  </a:lnTo>
                  <a:lnTo>
                    <a:pt x="1455857" y="2449942"/>
                  </a:lnTo>
                  <a:lnTo>
                    <a:pt x="1441298" y="2414740"/>
                  </a:lnTo>
                  <a:lnTo>
                    <a:pt x="1426692" y="2379558"/>
                  </a:lnTo>
                  <a:lnTo>
                    <a:pt x="1412039" y="2344396"/>
                  </a:lnTo>
                  <a:lnTo>
                    <a:pt x="1397339" y="2309254"/>
                  </a:lnTo>
                  <a:lnTo>
                    <a:pt x="1382593" y="2274131"/>
                  </a:lnTo>
                  <a:lnTo>
                    <a:pt x="1367799" y="2239029"/>
                  </a:lnTo>
                  <a:lnTo>
                    <a:pt x="1352959" y="2203946"/>
                  </a:lnTo>
                  <a:lnTo>
                    <a:pt x="1338071" y="2168884"/>
                  </a:lnTo>
                  <a:lnTo>
                    <a:pt x="1323137" y="2133841"/>
                  </a:lnTo>
                  <a:lnTo>
                    <a:pt x="1308156" y="2098818"/>
                  </a:lnTo>
                  <a:lnTo>
                    <a:pt x="1293128" y="2063815"/>
                  </a:lnTo>
                  <a:lnTo>
                    <a:pt x="1278053" y="2028832"/>
                  </a:lnTo>
                  <a:lnTo>
                    <a:pt x="1262931" y="1993868"/>
                  </a:lnTo>
                  <a:lnTo>
                    <a:pt x="1247762" y="1958925"/>
                  </a:lnTo>
                  <a:lnTo>
                    <a:pt x="1232547" y="1924001"/>
                  </a:lnTo>
                  <a:lnTo>
                    <a:pt x="1217284" y="1889098"/>
                  </a:lnTo>
                  <a:lnTo>
                    <a:pt x="1201975" y="1854214"/>
                  </a:lnTo>
                  <a:lnTo>
                    <a:pt x="1186619" y="1819350"/>
                  </a:lnTo>
                  <a:lnTo>
                    <a:pt x="1171216" y="1784506"/>
                  </a:lnTo>
                  <a:lnTo>
                    <a:pt x="1155765" y="1749682"/>
                  </a:lnTo>
                  <a:lnTo>
                    <a:pt x="1140269" y="1714877"/>
                  </a:lnTo>
                  <a:lnTo>
                    <a:pt x="1124725" y="1680093"/>
                  </a:lnTo>
                  <a:lnTo>
                    <a:pt x="1109134" y="1645328"/>
                  </a:lnTo>
                  <a:lnTo>
                    <a:pt x="1093496" y="1610584"/>
                  </a:lnTo>
                  <a:lnTo>
                    <a:pt x="1077812" y="1575859"/>
                  </a:lnTo>
                  <a:lnTo>
                    <a:pt x="1062080" y="1541154"/>
                  </a:lnTo>
                  <a:lnTo>
                    <a:pt x="1046302" y="1506469"/>
                  </a:lnTo>
                  <a:lnTo>
                    <a:pt x="1030477" y="1471804"/>
                  </a:lnTo>
                  <a:lnTo>
                    <a:pt x="1014605" y="1437158"/>
                  </a:lnTo>
                  <a:lnTo>
                    <a:pt x="998686" y="1402533"/>
                  </a:lnTo>
                  <a:lnTo>
                    <a:pt x="982720" y="1367927"/>
                  </a:lnTo>
                  <a:lnTo>
                    <a:pt x="966707" y="1333341"/>
                  </a:lnTo>
                  <a:lnTo>
                    <a:pt x="950647" y="1298776"/>
                  </a:lnTo>
                  <a:lnTo>
                    <a:pt x="934541" y="1264230"/>
                  </a:lnTo>
                  <a:lnTo>
                    <a:pt x="918387" y="1229704"/>
                  </a:lnTo>
                  <a:lnTo>
                    <a:pt x="902187" y="1195197"/>
                  </a:lnTo>
                  <a:lnTo>
                    <a:pt x="885940" y="1160711"/>
                  </a:lnTo>
                  <a:lnTo>
                    <a:pt x="869646" y="1126244"/>
                  </a:lnTo>
                  <a:lnTo>
                    <a:pt x="853305" y="1091798"/>
                  </a:lnTo>
                  <a:lnTo>
                    <a:pt x="836917" y="1057371"/>
                  </a:lnTo>
                  <a:lnTo>
                    <a:pt x="820482" y="1022964"/>
                  </a:lnTo>
                  <a:lnTo>
                    <a:pt x="804000" y="988577"/>
                  </a:lnTo>
                  <a:lnTo>
                    <a:pt x="787472" y="954210"/>
                  </a:lnTo>
                  <a:lnTo>
                    <a:pt x="770896" y="919863"/>
                  </a:lnTo>
                  <a:lnTo>
                    <a:pt x="754274" y="885536"/>
                  </a:lnTo>
                  <a:lnTo>
                    <a:pt x="737605" y="851228"/>
                  </a:lnTo>
                  <a:lnTo>
                    <a:pt x="720888" y="816940"/>
                  </a:lnTo>
                  <a:lnTo>
                    <a:pt x="704125" y="782673"/>
                  </a:lnTo>
                  <a:lnTo>
                    <a:pt x="687315" y="748425"/>
                  </a:lnTo>
                  <a:lnTo>
                    <a:pt x="670459" y="714197"/>
                  </a:lnTo>
                  <a:lnTo>
                    <a:pt x="653555" y="679989"/>
                  </a:lnTo>
                  <a:lnTo>
                    <a:pt x="636604" y="645800"/>
                  </a:lnTo>
                  <a:lnTo>
                    <a:pt x="619607" y="611632"/>
                  </a:lnTo>
                  <a:lnTo>
                    <a:pt x="602562" y="577484"/>
                  </a:lnTo>
                  <a:lnTo>
                    <a:pt x="585471" y="543355"/>
                  </a:lnTo>
                  <a:lnTo>
                    <a:pt x="568333" y="509246"/>
                  </a:lnTo>
                  <a:lnTo>
                    <a:pt x="551148" y="475157"/>
                  </a:lnTo>
                  <a:lnTo>
                    <a:pt x="533916" y="441088"/>
                  </a:lnTo>
                  <a:lnTo>
                    <a:pt x="516637" y="407039"/>
                  </a:lnTo>
                  <a:lnTo>
                    <a:pt x="499311" y="373010"/>
                  </a:lnTo>
                  <a:lnTo>
                    <a:pt x="481939" y="339000"/>
                  </a:lnTo>
                  <a:lnTo>
                    <a:pt x="464519" y="305011"/>
                  </a:lnTo>
                  <a:lnTo>
                    <a:pt x="447053" y="271041"/>
                  </a:lnTo>
                  <a:lnTo>
                    <a:pt x="429539" y="237091"/>
                  </a:lnTo>
                  <a:lnTo>
                    <a:pt x="411979" y="203162"/>
                  </a:lnTo>
                  <a:lnTo>
                    <a:pt x="394372" y="169252"/>
                  </a:lnTo>
                  <a:lnTo>
                    <a:pt x="376718" y="135361"/>
                  </a:lnTo>
                  <a:lnTo>
                    <a:pt x="359017" y="101491"/>
                  </a:lnTo>
                  <a:lnTo>
                    <a:pt x="341269" y="67641"/>
                  </a:lnTo>
                  <a:lnTo>
                    <a:pt x="323474" y="33810"/>
                  </a:lnTo>
                  <a:lnTo>
                    <a:pt x="305633" y="0"/>
                  </a:lnTo>
                  <a:lnTo>
                    <a:pt x="265928" y="21456"/>
                  </a:lnTo>
                  <a:lnTo>
                    <a:pt x="226625" y="43641"/>
                  </a:lnTo>
                  <a:lnTo>
                    <a:pt x="187738" y="66548"/>
                  </a:lnTo>
                  <a:lnTo>
                    <a:pt x="149280" y="90168"/>
                  </a:lnTo>
                  <a:lnTo>
                    <a:pt x="111265" y="114493"/>
                  </a:lnTo>
                  <a:lnTo>
                    <a:pt x="73704" y="139515"/>
                  </a:lnTo>
                  <a:lnTo>
                    <a:pt x="36612" y="165226"/>
                  </a:lnTo>
                  <a:lnTo>
                    <a:pt x="0" y="191616"/>
                  </a:lnTo>
                  <a:lnTo>
                    <a:pt x="22934" y="222940"/>
                  </a:lnTo>
                  <a:lnTo>
                    <a:pt x="45737" y="254319"/>
                  </a:lnTo>
                  <a:lnTo>
                    <a:pt x="68410" y="285753"/>
                  </a:lnTo>
                  <a:lnTo>
                    <a:pt x="90951" y="317243"/>
                  </a:lnTo>
                  <a:lnTo>
                    <a:pt x="113361" y="348789"/>
                  </a:lnTo>
                  <a:lnTo>
                    <a:pt x="135641" y="380390"/>
                  </a:lnTo>
                  <a:lnTo>
                    <a:pt x="157789" y="412046"/>
                  </a:lnTo>
                  <a:lnTo>
                    <a:pt x="179806" y="443759"/>
                  </a:lnTo>
                  <a:lnTo>
                    <a:pt x="201693" y="475526"/>
                  </a:lnTo>
                  <a:lnTo>
                    <a:pt x="223448" y="507349"/>
                  </a:lnTo>
                  <a:lnTo>
                    <a:pt x="245072" y="539228"/>
                  </a:lnTo>
                  <a:lnTo>
                    <a:pt x="266565" y="571162"/>
                  </a:lnTo>
                  <a:lnTo>
                    <a:pt x="287927" y="603152"/>
                  </a:lnTo>
                  <a:lnTo>
                    <a:pt x="309159" y="635198"/>
                  </a:lnTo>
                  <a:lnTo>
                    <a:pt x="330259" y="667298"/>
                  </a:lnTo>
                  <a:lnTo>
                    <a:pt x="351228" y="699455"/>
                  </a:lnTo>
                  <a:lnTo>
                    <a:pt x="372066" y="731667"/>
                  </a:lnTo>
                  <a:lnTo>
                    <a:pt x="392773" y="763934"/>
                  </a:lnTo>
                  <a:lnTo>
                    <a:pt x="413349" y="796257"/>
                  </a:lnTo>
                  <a:lnTo>
                    <a:pt x="433794" y="828636"/>
                  </a:lnTo>
                  <a:lnTo>
                    <a:pt x="454108" y="861070"/>
                  </a:lnTo>
                  <a:lnTo>
                    <a:pt x="474291" y="893559"/>
                  </a:lnTo>
                  <a:lnTo>
                    <a:pt x="494343" y="926104"/>
                  </a:lnTo>
                  <a:lnTo>
                    <a:pt x="514264" y="958705"/>
                  </a:lnTo>
                  <a:lnTo>
                    <a:pt x="534054" y="991361"/>
                  </a:lnTo>
                  <a:lnTo>
                    <a:pt x="553713" y="1024072"/>
                  </a:lnTo>
                  <a:lnTo>
                    <a:pt x="573241" y="1056840"/>
                  </a:lnTo>
                  <a:lnTo>
                    <a:pt x="592638" y="1089662"/>
                  </a:lnTo>
                  <a:lnTo>
                    <a:pt x="611904" y="1122540"/>
                  </a:lnTo>
                  <a:lnTo>
                    <a:pt x="631039" y="1155474"/>
                  </a:lnTo>
                  <a:lnTo>
                    <a:pt x="650043" y="1188463"/>
                  </a:lnTo>
                  <a:lnTo>
                    <a:pt x="668916" y="1221508"/>
                  </a:lnTo>
                  <a:lnTo>
                    <a:pt x="687657" y="1254609"/>
                  </a:lnTo>
                  <a:lnTo>
                    <a:pt x="706268" y="1287764"/>
                  </a:lnTo>
                  <a:lnTo>
                    <a:pt x="724748" y="1320976"/>
                  </a:lnTo>
                  <a:lnTo>
                    <a:pt x="743097" y="1354243"/>
                  </a:lnTo>
                  <a:lnTo>
                    <a:pt x="761315" y="1387565"/>
                  </a:lnTo>
                  <a:lnTo>
                    <a:pt x="779401" y="1420943"/>
                  </a:lnTo>
                  <a:lnTo>
                    <a:pt x="797357" y="1454376"/>
                  </a:lnTo>
                  <a:lnTo>
                    <a:pt x="815182" y="1487865"/>
                  </a:lnTo>
                  <a:lnTo>
                    <a:pt x="832875" y="1521410"/>
                  </a:lnTo>
                  <a:lnTo>
                    <a:pt x="850438" y="1555010"/>
                  </a:lnTo>
                  <a:lnTo>
                    <a:pt x="867870" y="1588666"/>
                  </a:lnTo>
                  <a:lnTo>
                    <a:pt x="885170" y="1622377"/>
                  </a:lnTo>
                  <a:lnTo>
                    <a:pt x="902340" y="1656143"/>
                  </a:lnTo>
                  <a:lnTo>
                    <a:pt x="919378" y="1689965"/>
                  </a:lnTo>
                  <a:lnTo>
                    <a:pt x="936286" y="1723843"/>
                  </a:lnTo>
                  <a:lnTo>
                    <a:pt x="953063" y="1757776"/>
                  </a:lnTo>
                  <a:lnTo>
                    <a:pt x="969708" y="1791765"/>
                  </a:lnTo>
                  <a:lnTo>
                    <a:pt x="986223" y="1825809"/>
                  </a:lnTo>
                  <a:lnTo>
                    <a:pt x="1002606" y="1859909"/>
                  </a:lnTo>
                  <a:lnTo>
                    <a:pt x="1018859" y="1894064"/>
                  </a:lnTo>
                  <a:lnTo>
                    <a:pt x="1034980" y="1928275"/>
                  </a:lnTo>
                  <a:lnTo>
                    <a:pt x="1050971" y="1962542"/>
                  </a:lnTo>
                  <a:lnTo>
                    <a:pt x="1066830" y="1996864"/>
                  </a:lnTo>
                  <a:lnTo>
                    <a:pt x="1082558" y="2031241"/>
                  </a:lnTo>
                  <a:lnTo>
                    <a:pt x="1098156" y="2065674"/>
                  </a:lnTo>
                  <a:lnTo>
                    <a:pt x="1113622" y="2100162"/>
                  </a:lnTo>
                  <a:lnTo>
                    <a:pt x="1128957" y="2134706"/>
                  </a:lnTo>
                  <a:lnTo>
                    <a:pt x="1144162" y="2169306"/>
                  </a:lnTo>
                  <a:lnTo>
                    <a:pt x="1159235" y="2203961"/>
                  </a:lnTo>
                  <a:lnTo>
                    <a:pt x="1174177" y="2238671"/>
                  </a:lnTo>
                  <a:lnTo>
                    <a:pt x="1188989" y="2273438"/>
                  </a:lnTo>
                  <a:lnTo>
                    <a:pt x="1203669" y="2308259"/>
                  </a:lnTo>
                  <a:lnTo>
                    <a:pt x="1218218" y="2343136"/>
                  </a:lnTo>
                  <a:lnTo>
                    <a:pt x="1232636" y="2378069"/>
                  </a:lnTo>
                  <a:lnTo>
                    <a:pt x="1246924" y="2413057"/>
                  </a:lnTo>
                  <a:lnTo>
                    <a:pt x="1261080" y="2448101"/>
                  </a:lnTo>
                  <a:lnTo>
                    <a:pt x="1275105" y="2483200"/>
                  </a:lnTo>
                  <a:lnTo>
                    <a:pt x="1288999" y="2518355"/>
                  </a:lnTo>
                  <a:lnTo>
                    <a:pt x="1302762" y="2553565"/>
                  </a:lnTo>
                  <a:lnTo>
                    <a:pt x="1316394" y="2588831"/>
                  </a:lnTo>
                  <a:lnTo>
                    <a:pt x="1329895" y="2624152"/>
                  </a:lnTo>
                  <a:lnTo>
                    <a:pt x="1343265" y="2659529"/>
                  </a:lnTo>
                  <a:lnTo>
                    <a:pt x="1356504" y="2694962"/>
                  </a:lnTo>
                  <a:lnTo>
                    <a:pt x="1369612" y="2730450"/>
                  </a:lnTo>
                  <a:lnTo>
                    <a:pt x="1382589" y="2765993"/>
                  </a:lnTo>
                  <a:lnTo>
                    <a:pt x="1395435" y="2801592"/>
                  </a:lnTo>
                  <a:lnTo>
                    <a:pt x="1408150" y="2837247"/>
                  </a:lnTo>
                  <a:lnTo>
                    <a:pt x="1420734" y="2872957"/>
                  </a:lnTo>
                  <a:lnTo>
                    <a:pt x="1433187" y="2908722"/>
                  </a:lnTo>
                  <a:lnTo>
                    <a:pt x="1445509" y="2944543"/>
                  </a:lnTo>
                  <a:lnTo>
                    <a:pt x="1457700" y="2980420"/>
                  </a:lnTo>
                  <a:lnTo>
                    <a:pt x="1469760" y="3016352"/>
                  </a:lnTo>
                  <a:lnTo>
                    <a:pt x="1481689" y="3052340"/>
                  </a:lnTo>
                  <a:lnTo>
                    <a:pt x="1493487" y="3088383"/>
                  </a:lnTo>
                  <a:lnTo>
                    <a:pt x="1505154" y="3124482"/>
                  </a:lnTo>
                  <a:lnTo>
                    <a:pt x="1516689" y="3160636"/>
                  </a:lnTo>
                  <a:lnTo>
                    <a:pt x="1528094" y="3196846"/>
                  </a:lnTo>
                  <a:lnTo>
                    <a:pt x="1539368" y="3233111"/>
                  </a:lnTo>
                  <a:lnTo>
                    <a:pt x="1550511" y="3269432"/>
                  </a:lnTo>
                  <a:lnTo>
                    <a:pt x="1561522" y="3305808"/>
                  </a:lnTo>
                  <a:lnTo>
                    <a:pt x="1572403" y="3342240"/>
                  </a:lnTo>
                  <a:lnTo>
                    <a:pt x="1583153" y="3378727"/>
                  </a:lnTo>
                  <a:lnTo>
                    <a:pt x="1593772" y="3415270"/>
                  </a:lnTo>
                  <a:lnTo>
                    <a:pt x="1604259" y="3451869"/>
                  </a:lnTo>
                  <a:lnTo>
                    <a:pt x="1614616" y="3488523"/>
                  </a:lnTo>
                  <a:lnTo>
                    <a:pt x="1624842" y="3525232"/>
                  </a:lnTo>
                  <a:lnTo>
                    <a:pt x="1634936" y="3561997"/>
                  </a:lnTo>
                  <a:lnTo>
                    <a:pt x="1644900" y="3598818"/>
                  </a:lnTo>
                  <a:lnTo>
                    <a:pt x="1654732" y="3635694"/>
                  </a:lnTo>
                  <a:lnTo>
                    <a:pt x="1664434" y="3672626"/>
                  </a:lnTo>
                  <a:lnTo>
                    <a:pt x="1674004" y="3709613"/>
                  </a:lnTo>
                  <a:lnTo>
                    <a:pt x="1683444" y="3746655"/>
                  </a:lnTo>
                  <a:lnTo>
                    <a:pt x="1692752" y="3783754"/>
                  </a:lnTo>
                  <a:lnTo>
                    <a:pt x="1701930" y="3820907"/>
                  </a:lnTo>
                  <a:lnTo>
                    <a:pt x="1710976" y="3858116"/>
                  </a:lnTo>
                  <a:lnTo>
                    <a:pt x="1719892" y="3895381"/>
                  </a:lnTo>
                  <a:lnTo>
                    <a:pt x="1728676" y="3932702"/>
                  </a:lnTo>
                  <a:lnTo>
                    <a:pt x="1737330" y="3970077"/>
                  </a:lnTo>
                  <a:lnTo>
                    <a:pt x="1745852" y="4007509"/>
                  </a:lnTo>
                  <a:lnTo>
                    <a:pt x="1754243" y="4044996"/>
                  </a:lnTo>
                  <a:lnTo>
                    <a:pt x="1762504" y="4082538"/>
                  </a:lnTo>
                  <a:lnTo>
                    <a:pt x="1770633" y="4120136"/>
                  </a:lnTo>
                  <a:lnTo>
                    <a:pt x="1778631" y="4157789"/>
                  </a:lnTo>
                  <a:lnTo>
                    <a:pt x="1786499" y="4195498"/>
                  </a:lnTo>
                  <a:lnTo>
                    <a:pt x="1794235" y="4233263"/>
                  </a:lnTo>
                  <a:lnTo>
                    <a:pt x="1801840" y="4271083"/>
                  </a:lnTo>
                  <a:lnTo>
                    <a:pt x="1809314" y="4308958"/>
                  </a:lnTo>
                  <a:lnTo>
                    <a:pt x="1816658" y="4346890"/>
                  </a:lnTo>
                  <a:lnTo>
                    <a:pt x="1823870" y="4384876"/>
                  </a:lnTo>
                  <a:lnTo>
                    <a:pt x="1830951" y="4422918"/>
                  </a:lnTo>
                  <a:lnTo>
                    <a:pt x="1837901" y="4461016"/>
                  </a:lnTo>
                  <a:lnTo>
                    <a:pt x="1844720" y="4499169"/>
                  </a:lnTo>
                  <a:lnTo>
                    <a:pt x="1851408" y="4537378"/>
                  </a:lnTo>
                  <a:lnTo>
                    <a:pt x="1857966" y="4575642"/>
                  </a:lnTo>
                  <a:lnTo>
                    <a:pt x="1902391" y="4567688"/>
                  </a:lnTo>
                  <a:lnTo>
                    <a:pt x="1946663" y="4558917"/>
                  </a:lnTo>
                  <a:lnTo>
                    <a:pt x="1990765" y="4549330"/>
                  </a:lnTo>
                  <a:lnTo>
                    <a:pt x="2034682" y="4538932"/>
                  </a:lnTo>
                  <a:lnTo>
                    <a:pt x="2078401" y="4527725"/>
                  </a:lnTo>
                  <a:lnTo>
                    <a:pt x="2121905" y="4515714"/>
                  </a:lnTo>
                  <a:lnTo>
                    <a:pt x="2165180" y="4502902"/>
                  </a:lnTo>
                  <a:close/>
                </a:path>
              </a:pathLst>
            </a:custGeom>
            <a:solidFill>
              <a:srgbClr val="FDD456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2665063" y="1457370"/>
              <a:ext cx="1165546" cy="3890570"/>
            </a:xfrm>
            <a:custGeom>
              <a:avLst/>
              <a:pathLst>
                <a:path w="1165546" h="3890570">
                  <a:moveTo>
                    <a:pt x="388852" y="3890570"/>
                  </a:moveTo>
                  <a:lnTo>
                    <a:pt x="415724" y="3856299"/>
                  </a:lnTo>
                  <a:lnTo>
                    <a:pt x="442123" y="3822020"/>
                  </a:lnTo>
                  <a:lnTo>
                    <a:pt x="468049" y="3787732"/>
                  </a:lnTo>
                  <a:lnTo>
                    <a:pt x="493502" y="3753436"/>
                  </a:lnTo>
                  <a:lnTo>
                    <a:pt x="518482" y="3719131"/>
                  </a:lnTo>
                  <a:lnTo>
                    <a:pt x="542989" y="3684818"/>
                  </a:lnTo>
                  <a:lnTo>
                    <a:pt x="567023" y="3650497"/>
                  </a:lnTo>
                  <a:lnTo>
                    <a:pt x="590583" y="3616167"/>
                  </a:lnTo>
                  <a:lnTo>
                    <a:pt x="613671" y="3581829"/>
                  </a:lnTo>
                  <a:lnTo>
                    <a:pt x="636285" y="3547482"/>
                  </a:lnTo>
                  <a:lnTo>
                    <a:pt x="658427" y="3513127"/>
                  </a:lnTo>
                  <a:lnTo>
                    <a:pt x="680095" y="3478764"/>
                  </a:lnTo>
                  <a:lnTo>
                    <a:pt x="701290" y="3444392"/>
                  </a:lnTo>
                  <a:lnTo>
                    <a:pt x="722013" y="3410012"/>
                  </a:lnTo>
                  <a:lnTo>
                    <a:pt x="742262" y="3375623"/>
                  </a:lnTo>
                  <a:lnTo>
                    <a:pt x="762038" y="3341226"/>
                  </a:lnTo>
                  <a:lnTo>
                    <a:pt x="781341" y="3306821"/>
                  </a:lnTo>
                  <a:lnTo>
                    <a:pt x="800171" y="3272407"/>
                  </a:lnTo>
                  <a:lnTo>
                    <a:pt x="818528" y="3237985"/>
                  </a:lnTo>
                  <a:lnTo>
                    <a:pt x="836412" y="3203554"/>
                  </a:lnTo>
                  <a:lnTo>
                    <a:pt x="853822" y="3169115"/>
                  </a:lnTo>
                  <a:lnTo>
                    <a:pt x="870760" y="3134668"/>
                  </a:lnTo>
                  <a:lnTo>
                    <a:pt x="887225" y="3100212"/>
                  </a:lnTo>
                  <a:lnTo>
                    <a:pt x="903216" y="3065748"/>
                  </a:lnTo>
                  <a:lnTo>
                    <a:pt x="918735" y="3031275"/>
                  </a:lnTo>
                  <a:lnTo>
                    <a:pt x="933780" y="2996794"/>
                  </a:lnTo>
                  <a:lnTo>
                    <a:pt x="948352" y="2962305"/>
                  </a:lnTo>
                  <a:lnTo>
                    <a:pt x="962452" y="2927807"/>
                  </a:lnTo>
                  <a:lnTo>
                    <a:pt x="976078" y="2893301"/>
                  </a:lnTo>
                  <a:lnTo>
                    <a:pt x="989231" y="2858786"/>
                  </a:lnTo>
                  <a:lnTo>
                    <a:pt x="1001911" y="2824263"/>
                  </a:lnTo>
                  <a:lnTo>
                    <a:pt x="1014118" y="2789732"/>
                  </a:lnTo>
                  <a:lnTo>
                    <a:pt x="1025852" y="2755192"/>
                  </a:lnTo>
                  <a:lnTo>
                    <a:pt x="1037113" y="2720644"/>
                  </a:lnTo>
                  <a:lnTo>
                    <a:pt x="1047901" y="2686087"/>
                  </a:lnTo>
                  <a:lnTo>
                    <a:pt x="1058215" y="2651522"/>
                  </a:lnTo>
                  <a:lnTo>
                    <a:pt x="1068057" y="2616948"/>
                  </a:lnTo>
                  <a:lnTo>
                    <a:pt x="1077426" y="2582367"/>
                  </a:lnTo>
                  <a:lnTo>
                    <a:pt x="1086321" y="2547776"/>
                  </a:lnTo>
                  <a:lnTo>
                    <a:pt x="1094744" y="2513178"/>
                  </a:lnTo>
                  <a:lnTo>
                    <a:pt x="1102693" y="2478571"/>
                  </a:lnTo>
                  <a:lnTo>
                    <a:pt x="1110169" y="2443955"/>
                  </a:lnTo>
                  <a:lnTo>
                    <a:pt x="1117173" y="2409332"/>
                  </a:lnTo>
                  <a:lnTo>
                    <a:pt x="1123703" y="2374699"/>
                  </a:lnTo>
                  <a:lnTo>
                    <a:pt x="1129760" y="2340059"/>
                  </a:lnTo>
                  <a:lnTo>
                    <a:pt x="1135344" y="2305410"/>
                  </a:lnTo>
                  <a:lnTo>
                    <a:pt x="1140455" y="2270752"/>
                  </a:lnTo>
                  <a:lnTo>
                    <a:pt x="1145093" y="2236086"/>
                  </a:lnTo>
                  <a:lnTo>
                    <a:pt x="1149258" y="2201412"/>
                  </a:lnTo>
                  <a:lnTo>
                    <a:pt x="1152950" y="2166729"/>
                  </a:lnTo>
                  <a:lnTo>
                    <a:pt x="1156168" y="2132038"/>
                  </a:lnTo>
                  <a:lnTo>
                    <a:pt x="1158914" y="2097339"/>
                  </a:lnTo>
                  <a:lnTo>
                    <a:pt x="1161187" y="2062631"/>
                  </a:lnTo>
                  <a:lnTo>
                    <a:pt x="1162986" y="2027915"/>
                  </a:lnTo>
                  <a:lnTo>
                    <a:pt x="1164313" y="1993190"/>
                  </a:lnTo>
                  <a:lnTo>
                    <a:pt x="1165166" y="1958457"/>
                  </a:lnTo>
                  <a:lnTo>
                    <a:pt x="1165546" y="1923716"/>
                  </a:lnTo>
                  <a:lnTo>
                    <a:pt x="1165454" y="1888966"/>
                  </a:lnTo>
                  <a:lnTo>
                    <a:pt x="1164888" y="1854208"/>
                  </a:lnTo>
                  <a:lnTo>
                    <a:pt x="1163849" y="1819441"/>
                  </a:lnTo>
                  <a:lnTo>
                    <a:pt x="1162337" y="1784666"/>
                  </a:lnTo>
                  <a:lnTo>
                    <a:pt x="1160352" y="1749883"/>
                  </a:lnTo>
                  <a:lnTo>
                    <a:pt x="1157894" y="1715091"/>
                  </a:lnTo>
                  <a:lnTo>
                    <a:pt x="1154963" y="1680290"/>
                  </a:lnTo>
                  <a:lnTo>
                    <a:pt x="1151559" y="1645482"/>
                  </a:lnTo>
                  <a:lnTo>
                    <a:pt x="1147681" y="1610665"/>
                  </a:lnTo>
                  <a:lnTo>
                    <a:pt x="1143331" y="1575839"/>
                  </a:lnTo>
                  <a:lnTo>
                    <a:pt x="1138508" y="1541005"/>
                  </a:lnTo>
                  <a:lnTo>
                    <a:pt x="1133211" y="1506163"/>
                  </a:lnTo>
                  <a:lnTo>
                    <a:pt x="1127442" y="1471313"/>
                  </a:lnTo>
                  <a:lnTo>
                    <a:pt x="1121199" y="1436454"/>
                  </a:lnTo>
                  <a:lnTo>
                    <a:pt x="1114483" y="1401586"/>
                  </a:lnTo>
                  <a:lnTo>
                    <a:pt x="1107294" y="1366710"/>
                  </a:lnTo>
                  <a:lnTo>
                    <a:pt x="1099633" y="1331826"/>
                  </a:lnTo>
                  <a:lnTo>
                    <a:pt x="1091498" y="1296933"/>
                  </a:lnTo>
                  <a:lnTo>
                    <a:pt x="1082890" y="1262032"/>
                  </a:lnTo>
                  <a:lnTo>
                    <a:pt x="1073809" y="1227123"/>
                  </a:lnTo>
                  <a:lnTo>
                    <a:pt x="1064255" y="1192205"/>
                  </a:lnTo>
                  <a:lnTo>
                    <a:pt x="1054228" y="1157279"/>
                  </a:lnTo>
                  <a:lnTo>
                    <a:pt x="1043727" y="1122344"/>
                  </a:lnTo>
                  <a:lnTo>
                    <a:pt x="1032754" y="1087401"/>
                  </a:lnTo>
                  <a:lnTo>
                    <a:pt x="1021308" y="1052450"/>
                  </a:lnTo>
                  <a:lnTo>
                    <a:pt x="1009388" y="1017490"/>
                  </a:lnTo>
                  <a:lnTo>
                    <a:pt x="996996" y="982521"/>
                  </a:lnTo>
                  <a:lnTo>
                    <a:pt x="984130" y="947545"/>
                  </a:lnTo>
                  <a:lnTo>
                    <a:pt x="970792" y="912560"/>
                  </a:lnTo>
                  <a:lnTo>
                    <a:pt x="956980" y="877566"/>
                  </a:lnTo>
                  <a:lnTo>
                    <a:pt x="942695" y="842564"/>
                  </a:lnTo>
                  <a:lnTo>
                    <a:pt x="927937" y="807554"/>
                  </a:lnTo>
                  <a:lnTo>
                    <a:pt x="912706" y="772535"/>
                  </a:lnTo>
                  <a:lnTo>
                    <a:pt x="897002" y="737508"/>
                  </a:lnTo>
                  <a:lnTo>
                    <a:pt x="880825" y="702473"/>
                  </a:lnTo>
                  <a:lnTo>
                    <a:pt x="864175" y="667429"/>
                  </a:lnTo>
                  <a:lnTo>
                    <a:pt x="847052" y="632377"/>
                  </a:lnTo>
                  <a:lnTo>
                    <a:pt x="829456" y="597316"/>
                  </a:lnTo>
                  <a:lnTo>
                    <a:pt x="811387" y="562247"/>
                  </a:lnTo>
                  <a:lnTo>
                    <a:pt x="792844" y="527170"/>
                  </a:lnTo>
                  <a:lnTo>
                    <a:pt x="773829" y="492084"/>
                  </a:lnTo>
                  <a:lnTo>
                    <a:pt x="754340" y="456989"/>
                  </a:lnTo>
                  <a:lnTo>
                    <a:pt x="734379" y="421887"/>
                  </a:lnTo>
                  <a:lnTo>
                    <a:pt x="713944" y="386776"/>
                  </a:lnTo>
                  <a:lnTo>
                    <a:pt x="693036" y="351656"/>
                  </a:lnTo>
                  <a:lnTo>
                    <a:pt x="671656" y="316528"/>
                  </a:lnTo>
                  <a:lnTo>
                    <a:pt x="649802" y="281392"/>
                  </a:lnTo>
                  <a:lnTo>
                    <a:pt x="627475" y="246247"/>
                  </a:lnTo>
                  <a:lnTo>
                    <a:pt x="604675" y="211094"/>
                  </a:lnTo>
                  <a:lnTo>
                    <a:pt x="581402" y="175933"/>
                  </a:lnTo>
                  <a:lnTo>
                    <a:pt x="557656" y="140763"/>
                  </a:lnTo>
                  <a:lnTo>
                    <a:pt x="533436" y="105585"/>
                  </a:lnTo>
                  <a:lnTo>
                    <a:pt x="508744" y="70398"/>
                  </a:lnTo>
                  <a:lnTo>
                    <a:pt x="483579" y="35203"/>
                  </a:lnTo>
                  <a:lnTo>
                    <a:pt x="457941" y="0"/>
                  </a:lnTo>
                  <a:lnTo>
                    <a:pt x="424134" y="25297"/>
                  </a:lnTo>
                  <a:lnTo>
                    <a:pt x="390768" y="51174"/>
                  </a:lnTo>
                  <a:lnTo>
                    <a:pt x="357854" y="77623"/>
                  </a:lnTo>
                  <a:lnTo>
                    <a:pt x="325402" y="104637"/>
                  </a:lnTo>
                  <a:lnTo>
                    <a:pt x="293420" y="132206"/>
                  </a:lnTo>
                  <a:lnTo>
                    <a:pt x="261919" y="160323"/>
                  </a:lnTo>
                  <a:lnTo>
                    <a:pt x="230908" y="188979"/>
                  </a:lnTo>
                  <a:lnTo>
                    <a:pt x="200396" y="218166"/>
                  </a:lnTo>
                  <a:lnTo>
                    <a:pt x="170392" y="247875"/>
                  </a:lnTo>
                  <a:lnTo>
                    <a:pt x="140905" y="278098"/>
                  </a:lnTo>
                  <a:lnTo>
                    <a:pt x="111945" y="308825"/>
                  </a:lnTo>
                  <a:lnTo>
                    <a:pt x="83518" y="340047"/>
                  </a:lnTo>
                  <a:lnTo>
                    <a:pt x="55635" y="371755"/>
                  </a:lnTo>
                  <a:lnTo>
                    <a:pt x="93025" y="404399"/>
                  </a:lnTo>
                  <a:lnTo>
                    <a:pt x="129633" y="437028"/>
                  </a:lnTo>
                  <a:lnTo>
                    <a:pt x="165458" y="469644"/>
                  </a:lnTo>
                  <a:lnTo>
                    <a:pt x="200500" y="502246"/>
                  </a:lnTo>
                  <a:lnTo>
                    <a:pt x="234760" y="534834"/>
                  </a:lnTo>
                  <a:lnTo>
                    <a:pt x="268237" y="567408"/>
                  </a:lnTo>
                  <a:lnTo>
                    <a:pt x="300932" y="599968"/>
                  </a:lnTo>
                  <a:lnTo>
                    <a:pt x="332844" y="632514"/>
                  </a:lnTo>
                  <a:lnTo>
                    <a:pt x="363973" y="665047"/>
                  </a:lnTo>
                  <a:lnTo>
                    <a:pt x="394320" y="697565"/>
                  </a:lnTo>
                  <a:lnTo>
                    <a:pt x="423883" y="730070"/>
                  </a:lnTo>
                  <a:lnTo>
                    <a:pt x="452665" y="762561"/>
                  </a:lnTo>
                  <a:lnTo>
                    <a:pt x="480663" y="795037"/>
                  </a:lnTo>
                  <a:lnTo>
                    <a:pt x="507879" y="827500"/>
                  </a:lnTo>
                  <a:lnTo>
                    <a:pt x="534313" y="859949"/>
                  </a:lnTo>
                  <a:lnTo>
                    <a:pt x="559963" y="892384"/>
                  </a:lnTo>
                  <a:lnTo>
                    <a:pt x="584832" y="924805"/>
                  </a:lnTo>
                  <a:lnTo>
                    <a:pt x="608917" y="957213"/>
                  </a:lnTo>
                  <a:lnTo>
                    <a:pt x="632220" y="989606"/>
                  </a:lnTo>
                  <a:lnTo>
                    <a:pt x="654740" y="1021986"/>
                  </a:lnTo>
                  <a:lnTo>
                    <a:pt x="676478" y="1054351"/>
                  </a:lnTo>
                  <a:lnTo>
                    <a:pt x="697432" y="1086703"/>
                  </a:lnTo>
                  <a:lnTo>
                    <a:pt x="717605" y="1119041"/>
                  </a:lnTo>
                  <a:lnTo>
                    <a:pt x="736994" y="1151364"/>
                  </a:lnTo>
                  <a:lnTo>
                    <a:pt x="755601" y="1183674"/>
                  </a:lnTo>
                  <a:lnTo>
                    <a:pt x="773426" y="1215971"/>
                  </a:lnTo>
                  <a:lnTo>
                    <a:pt x="790467" y="1248253"/>
                  </a:lnTo>
                  <a:lnTo>
                    <a:pt x="806726" y="1280521"/>
                  </a:lnTo>
                  <a:lnTo>
                    <a:pt x="822203" y="1312775"/>
                  </a:lnTo>
                  <a:lnTo>
                    <a:pt x="836896" y="1345016"/>
                  </a:lnTo>
                  <a:lnTo>
                    <a:pt x="850808" y="1377243"/>
                  </a:lnTo>
                  <a:lnTo>
                    <a:pt x="863936" y="1409455"/>
                  </a:lnTo>
                  <a:lnTo>
                    <a:pt x="876282" y="1441654"/>
                  </a:lnTo>
                  <a:lnTo>
                    <a:pt x="887845" y="1473839"/>
                  </a:lnTo>
                  <a:lnTo>
                    <a:pt x="898626" y="1506010"/>
                  </a:lnTo>
                  <a:lnTo>
                    <a:pt x="908624" y="1538167"/>
                  </a:lnTo>
                  <a:lnTo>
                    <a:pt x="917839" y="1570310"/>
                  </a:lnTo>
                  <a:lnTo>
                    <a:pt x="926272" y="1602440"/>
                  </a:lnTo>
                  <a:lnTo>
                    <a:pt x="933922" y="1634555"/>
                  </a:lnTo>
                  <a:lnTo>
                    <a:pt x="940789" y="1666657"/>
                  </a:lnTo>
                  <a:lnTo>
                    <a:pt x="946874" y="1698744"/>
                  </a:lnTo>
                  <a:lnTo>
                    <a:pt x="952176" y="1730818"/>
                  </a:lnTo>
                  <a:lnTo>
                    <a:pt x="956695" y="1762878"/>
                  </a:lnTo>
                  <a:lnTo>
                    <a:pt x="960432" y="1794924"/>
                  </a:lnTo>
                  <a:lnTo>
                    <a:pt x="963386" y="1826956"/>
                  </a:lnTo>
                  <a:lnTo>
                    <a:pt x="965558" y="1858974"/>
                  </a:lnTo>
                  <a:lnTo>
                    <a:pt x="966947" y="1890978"/>
                  </a:lnTo>
                  <a:lnTo>
                    <a:pt x="967553" y="1922968"/>
                  </a:lnTo>
                  <a:lnTo>
                    <a:pt x="967377" y="1954945"/>
                  </a:lnTo>
                  <a:lnTo>
                    <a:pt x="966417" y="1986907"/>
                  </a:lnTo>
                  <a:lnTo>
                    <a:pt x="964676" y="2018856"/>
                  </a:lnTo>
                  <a:lnTo>
                    <a:pt x="962151" y="2050791"/>
                  </a:lnTo>
                  <a:lnTo>
                    <a:pt x="958845" y="2082712"/>
                  </a:lnTo>
                  <a:lnTo>
                    <a:pt x="954755" y="2114619"/>
                  </a:lnTo>
                  <a:lnTo>
                    <a:pt x="949883" y="2146512"/>
                  </a:lnTo>
                  <a:lnTo>
                    <a:pt x="944228" y="2178391"/>
                  </a:lnTo>
                  <a:lnTo>
                    <a:pt x="937790" y="2210256"/>
                  </a:lnTo>
                  <a:lnTo>
                    <a:pt x="930570" y="2242107"/>
                  </a:lnTo>
                  <a:lnTo>
                    <a:pt x="922567" y="2273945"/>
                  </a:lnTo>
                  <a:lnTo>
                    <a:pt x="913782" y="2305768"/>
                  </a:lnTo>
                  <a:lnTo>
                    <a:pt x="904214" y="2337578"/>
                  </a:lnTo>
                  <a:lnTo>
                    <a:pt x="893863" y="2369374"/>
                  </a:lnTo>
                  <a:lnTo>
                    <a:pt x="882730" y="2401156"/>
                  </a:lnTo>
                  <a:lnTo>
                    <a:pt x="870814" y="2432924"/>
                  </a:lnTo>
                  <a:lnTo>
                    <a:pt x="858115" y="2464678"/>
                  </a:lnTo>
                  <a:lnTo>
                    <a:pt x="844634" y="2496418"/>
                  </a:lnTo>
                  <a:lnTo>
                    <a:pt x="830370" y="2528144"/>
                  </a:lnTo>
                  <a:lnTo>
                    <a:pt x="815324" y="2559857"/>
                  </a:lnTo>
                  <a:lnTo>
                    <a:pt x="799494" y="2591555"/>
                  </a:lnTo>
                  <a:lnTo>
                    <a:pt x="782882" y="2623240"/>
                  </a:lnTo>
                  <a:lnTo>
                    <a:pt x="765488" y="2654910"/>
                  </a:lnTo>
                  <a:lnTo>
                    <a:pt x="747311" y="2686567"/>
                  </a:lnTo>
                  <a:lnTo>
                    <a:pt x="728351" y="2718210"/>
                  </a:lnTo>
                  <a:lnTo>
                    <a:pt x="708609" y="2749839"/>
                  </a:lnTo>
                  <a:lnTo>
                    <a:pt x="688084" y="2781454"/>
                  </a:lnTo>
                  <a:lnTo>
                    <a:pt x="666776" y="2813055"/>
                  </a:lnTo>
                  <a:lnTo>
                    <a:pt x="644686" y="2844643"/>
                  </a:lnTo>
                  <a:lnTo>
                    <a:pt x="621813" y="2876216"/>
                  </a:lnTo>
                  <a:lnTo>
                    <a:pt x="598157" y="2907776"/>
                  </a:lnTo>
                  <a:lnTo>
                    <a:pt x="573719" y="2939321"/>
                  </a:lnTo>
                  <a:lnTo>
                    <a:pt x="548498" y="2970853"/>
                  </a:lnTo>
                  <a:lnTo>
                    <a:pt x="522495" y="3002371"/>
                  </a:lnTo>
                  <a:lnTo>
                    <a:pt x="495709" y="3033875"/>
                  </a:lnTo>
                  <a:lnTo>
                    <a:pt x="468140" y="3065365"/>
                  </a:lnTo>
                  <a:lnTo>
                    <a:pt x="439788" y="3096841"/>
                  </a:lnTo>
                  <a:lnTo>
                    <a:pt x="410654" y="3128303"/>
                  </a:lnTo>
                  <a:lnTo>
                    <a:pt x="380738" y="3159751"/>
                  </a:lnTo>
                  <a:lnTo>
                    <a:pt x="350038" y="3191186"/>
                  </a:lnTo>
                  <a:lnTo>
                    <a:pt x="318556" y="3222606"/>
                  </a:lnTo>
                  <a:lnTo>
                    <a:pt x="286292" y="3254013"/>
                  </a:lnTo>
                  <a:lnTo>
                    <a:pt x="253244" y="3285406"/>
                  </a:lnTo>
                  <a:lnTo>
                    <a:pt x="219414" y="3316784"/>
                  </a:lnTo>
                  <a:lnTo>
                    <a:pt x="184802" y="3348149"/>
                  </a:lnTo>
                  <a:lnTo>
                    <a:pt x="149407" y="3379500"/>
                  </a:lnTo>
                  <a:lnTo>
                    <a:pt x="113229" y="3410837"/>
                  </a:lnTo>
                  <a:lnTo>
                    <a:pt x="76268" y="3442161"/>
                  </a:lnTo>
                  <a:lnTo>
                    <a:pt x="38525" y="3473470"/>
                  </a:lnTo>
                  <a:lnTo>
                    <a:pt x="0" y="3504765"/>
                  </a:lnTo>
                  <a:lnTo>
                    <a:pt x="26739" y="3537443"/>
                  </a:lnTo>
                  <a:lnTo>
                    <a:pt x="54039" y="3569655"/>
                  </a:lnTo>
                  <a:lnTo>
                    <a:pt x="81891" y="3601391"/>
                  </a:lnTo>
                  <a:lnTo>
                    <a:pt x="110286" y="3632642"/>
                  </a:lnTo>
                  <a:lnTo>
                    <a:pt x="139216" y="3663397"/>
                  </a:lnTo>
                  <a:lnTo>
                    <a:pt x="168673" y="3693650"/>
                  </a:lnTo>
                  <a:lnTo>
                    <a:pt x="198647" y="3723389"/>
                  </a:lnTo>
                  <a:lnTo>
                    <a:pt x="229130" y="3752606"/>
                  </a:lnTo>
                  <a:lnTo>
                    <a:pt x="260112" y="3781294"/>
                  </a:lnTo>
                  <a:lnTo>
                    <a:pt x="291585" y="3809442"/>
                  </a:lnTo>
                  <a:lnTo>
                    <a:pt x="323539" y="3837043"/>
                  </a:lnTo>
                  <a:lnTo>
                    <a:pt x="355965" y="3864089"/>
                  </a:lnTo>
                  <a:close/>
                </a:path>
              </a:pathLst>
            </a:custGeom>
            <a:solidFill>
              <a:srgbClr val="4FB984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4572000" y="453389"/>
              <a:ext cx="1595807" cy="717792"/>
            </a:xfrm>
            <a:custGeom>
              <a:avLst/>
              <a:pathLst>
                <a:path w="1595807" h="717792">
                  <a:moveTo>
                    <a:pt x="0" y="300566"/>
                  </a:moveTo>
                  <a:lnTo>
                    <a:pt x="0" y="262995"/>
                  </a:lnTo>
                  <a:lnTo>
                    <a:pt x="0" y="225425"/>
                  </a:lnTo>
                  <a:lnTo>
                    <a:pt x="0" y="187854"/>
                  </a:lnTo>
                  <a:lnTo>
                    <a:pt x="0" y="150283"/>
                  </a:lnTo>
                  <a:lnTo>
                    <a:pt x="0" y="112712"/>
                  </a:lnTo>
                  <a:lnTo>
                    <a:pt x="0" y="75141"/>
                  </a:lnTo>
                  <a:lnTo>
                    <a:pt x="0" y="37570"/>
                  </a:lnTo>
                  <a:lnTo>
                    <a:pt x="0" y="0"/>
                  </a:lnTo>
                  <a:lnTo>
                    <a:pt x="36614" y="225"/>
                  </a:lnTo>
                  <a:lnTo>
                    <a:pt x="73223" y="901"/>
                  </a:lnTo>
                  <a:lnTo>
                    <a:pt x="109822" y="2027"/>
                  </a:lnTo>
                  <a:lnTo>
                    <a:pt x="146403" y="3603"/>
                  </a:lnTo>
                  <a:lnTo>
                    <a:pt x="182962" y="5630"/>
                  </a:lnTo>
                  <a:lnTo>
                    <a:pt x="219494" y="8106"/>
                  </a:lnTo>
                  <a:lnTo>
                    <a:pt x="255992" y="11032"/>
                  </a:lnTo>
                  <a:lnTo>
                    <a:pt x="292452" y="14406"/>
                  </a:lnTo>
                  <a:lnTo>
                    <a:pt x="328867" y="18229"/>
                  </a:lnTo>
                  <a:lnTo>
                    <a:pt x="365233" y="22499"/>
                  </a:lnTo>
                  <a:lnTo>
                    <a:pt x="401543" y="27217"/>
                  </a:lnTo>
                  <a:lnTo>
                    <a:pt x="437793" y="32381"/>
                  </a:lnTo>
                  <a:lnTo>
                    <a:pt x="473976" y="37991"/>
                  </a:lnTo>
                  <a:lnTo>
                    <a:pt x="510087" y="44046"/>
                  </a:lnTo>
                  <a:lnTo>
                    <a:pt x="546121" y="50544"/>
                  </a:lnTo>
                  <a:lnTo>
                    <a:pt x="582073" y="57486"/>
                  </a:lnTo>
                  <a:lnTo>
                    <a:pt x="617936" y="64869"/>
                  </a:lnTo>
                  <a:lnTo>
                    <a:pt x="653706" y="72693"/>
                  </a:lnTo>
                  <a:lnTo>
                    <a:pt x="689377" y="80957"/>
                  </a:lnTo>
                  <a:lnTo>
                    <a:pt x="724943" y="89659"/>
                  </a:lnTo>
                  <a:lnTo>
                    <a:pt x="760400" y="98798"/>
                  </a:lnTo>
                  <a:lnTo>
                    <a:pt x="795741" y="108372"/>
                  </a:lnTo>
                  <a:lnTo>
                    <a:pt x="830962" y="118381"/>
                  </a:lnTo>
                  <a:lnTo>
                    <a:pt x="866057" y="128822"/>
                  </a:lnTo>
                  <a:lnTo>
                    <a:pt x="901021" y="139694"/>
                  </a:lnTo>
                  <a:lnTo>
                    <a:pt x="935849" y="150996"/>
                  </a:lnTo>
                  <a:lnTo>
                    <a:pt x="970535" y="162726"/>
                  </a:lnTo>
                  <a:lnTo>
                    <a:pt x="1005074" y="174881"/>
                  </a:lnTo>
                  <a:lnTo>
                    <a:pt x="1039460" y="187460"/>
                  </a:lnTo>
                  <a:lnTo>
                    <a:pt x="1073690" y="200462"/>
                  </a:lnTo>
                  <a:lnTo>
                    <a:pt x="1107756" y="213884"/>
                  </a:lnTo>
                  <a:lnTo>
                    <a:pt x="1141656" y="227724"/>
                  </a:lnTo>
                  <a:lnTo>
                    <a:pt x="1175382" y="241980"/>
                  </a:lnTo>
                  <a:lnTo>
                    <a:pt x="1208930" y="256650"/>
                  </a:lnTo>
                  <a:lnTo>
                    <a:pt x="1242295" y="271731"/>
                  </a:lnTo>
                  <a:lnTo>
                    <a:pt x="1275472" y="287223"/>
                  </a:lnTo>
                  <a:lnTo>
                    <a:pt x="1308456" y="303121"/>
                  </a:lnTo>
                  <a:lnTo>
                    <a:pt x="1341242" y="319424"/>
                  </a:lnTo>
                  <a:lnTo>
                    <a:pt x="1373825" y="336129"/>
                  </a:lnTo>
                  <a:lnTo>
                    <a:pt x="1406199" y="353233"/>
                  </a:lnTo>
                  <a:lnTo>
                    <a:pt x="1438361" y="370735"/>
                  </a:lnTo>
                  <a:lnTo>
                    <a:pt x="1470305" y="388631"/>
                  </a:lnTo>
                  <a:lnTo>
                    <a:pt x="1502026" y="406919"/>
                  </a:lnTo>
                  <a:lnTo>
                    <a:pt x="1533520" y="425596"/>
                  </a:lnTo>
                  <a:lnTo>
                    <a:pt x="1564782" y="444659"/>
                  </a:lnTo>
                  <a:lnTo>
                    <a:pt x="1595807" y="464105"/>
                  </a:lnTo>
                  <a:lnTo>
                    <a:pt x="1575658" y="495816"/>
                  </a:lnTo>
                  <a:lnTo>
                    <a:pt x="1555509" y="527527"/>
                  </a:lnTo>
                  <a:lnTo>
                    <a:pt x="1535359" y="559238"/>
                  </a:lnTo>
                  <a:lnTo>
                    <a:pt x="1515210" y="590949"/>
                  </a:lnTo>
                  <a:lnTo>
                    <a:pt x="1495061" y="622660"/>
                  </a:lnTo>
                  <a:lnTo>
                    <a:pt x="1474912" y="654371"/>
                  </a:lnTo>
                  <a:lnTo>
                    <a:pt x="1454763" y="686081"/>
                  </a:lnTo>
                  <a:lnTo>
                    <a:pt x="1434614" y="717792"/>
                  </a:lnTo>
                  <a:lnTo>
                    <a:pt x="1406723" y="700310"/>
                  </a:lnTo>
                  <a:lnTo>
                    <a:pt x="1378619" y="683173"/>
                  </a:lnTo>
                  <a:lnTo>
                    <a:pt x="1350306" y="666383"/>
                  </a:lnTo>
                  <a:lnTo>
                    <a:pt x="1321789" y="649942"/>
                  </a:lnTo>
                  <a:lnTo>
                    <a:pt x="1293072" y="633854"/>
                  </a:lnTo>
                  <a:lnTo>
                    <a:pt x="1264159" y="618120"/>
                  </a:lnTo>
                  <a:lnTo>
                    <a:pt x="1235054" y="602743"/>
                  </a:lnTo>
                  <a:lnTo>
                    <a:pt x="1205763" y="587725"/>
                  </a:lnTo>
                  <a:lnTo>
                    <a:pt x="1176289" y="573069"/>
                  </a:lnTo>
                  <a:lnTo>
                    <a:pt x="1146636" y="558777"/>
                  </a:lnTo>
                  <a:lnTo>
                    <a:pt x="1116811" y="544850"/>
                  </a:lnTo>
                  <a:lnTo>
                    <a:pt x="1086816" y="531292"/>
                  </a:lnTo>
                  <a:lnTo>
                    <a:pt x="1056656" y="518104"/>
                  </a:lnTo>
                  <a:lnTo>
                    <a:pt x="1026337" y="505288"/>
                  </a:lnTo>
                  <a:lnTo>
                    <a:pt x="995862" y="492846"/>
                  </a:lnTo>
                  <a:lnTo>
                    <a:pt x="965236" y="480780"/>
                  </a:lnTo>
                  <a:lnTo>
                    <a:pt x="934464" y="469092"/>
                  </a:lnTo>
                  <a:lnTo>
                    <a:pt x="903551" y="457783"/>
                  </a:lnTo>
                  <a:lnTo>
                    <a:pt x="872501" y="446855"/>
                  </a:lnTo>
                  <a:lnTo>
                    <a:pt x="841319" y="436311"/>
                  </a:lnTo>
                  <a:lnTo>
                    <a:pt x="810009" y="426150"/>
                  </a:lnTo>
                  <a:lnTo>
                    <a:pt x="778577" y="416376"/>
                  </a:lnTo>
                  <a:lnTo>
                    <a:pt x="747026" y="406990"/>
                  </a:lnTo>
                  <a:lnTo>
                    <a:pt x="715363" y="397992"/>
                  </a:lnTo>
                  <a:lnTo>
                    <a:pt x="683591" y="389385"/>
                  </a:lnTo>
                  <a:lnTo>
                    <a:pt x="651716" y="381169"/>
                  </a:lnTo>
                  <a:lnTo>
                    <a:pt x="619742" y="373346"/>
                  </a:lnTo>
                  <a:lnTo>
                    <a:pt x="587675" y="365917"/>
                  </a:lnTo>
                  <a:lnTo>
                    <a:pt x="555518" y="358883"/>
                  </a:lnTo>
                  <a:lnTo>
                    <a:pt x="523277" y="352246"/>
                  </a:lnTo>
                  <a:lnTo>
                    <a:pt x="490957" y="346006"/>
                  </a:lnTo>
                  <a:lnTo>
                    <a:pt x="458563" y="340163"/>
                  </a:lnTo>
                  <a:lnTo>
                    <a:pt x="426099" y="334720"/>
                  </a:lnTo>
                  <a:lnTo>
                    <a:pt x="393571" y="329677"/>
                  </a:lnTo>
                  <a:lnTo>
                    <a:pt x="360983" y="325035"/>
                  </a:lnTo>
                  <a:lnTo>
                    <a:pt x="328341" y="320793"/>
                  </a:lnTo>
                  <a:lnTo>
                    <a:pt x="295648" y="316954"/>
                  </a:lnTo>
                  <a:lnTo>
                    <a:pt x="262911" y="313517"/>
                  </a:lnTo>
                  <a:lnTo>
                    <a:pt x="230135" y="310484"/>
                  </a:lnTo>
                  <a:lnTo>
                    <a:pt x="197323" y="307854"/>
                  </a:lnTo>
                  <a:lnTo>
                    <a:pt x="164481" y="305628"/>
                  </a:lnTo>
                  <a:lnTo>
                    <a:pt x="131615" y="303806"/>
                  </a:lnTo>
                  <a:lnTo>
                    <a:pt x="98728" y="302389"/>
                  </a:lnTo>
                  <a:lnTo>
                    <a:pt x="65827" y="301376"/>
                  </a:lnTo>
                  <a:lnTo>
                    <a:pt x="32916" y="300769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 rot="-26027045">
              <a:off x="5183625" y="614565"/>
              <a:ext cx="375726" cy="130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OSF</a:t>
              </a:r>
            </a:p>
          </p:txBody>
        </p:sp>
        <p:sp>
          <p:nvSpPr>
            <p:cNvPr id="44" name="pg44"/>
            <p:cNvSpPr/>
            <p:nvPr/>
          </p:nvSpPr>
          <p:spPr>
            <a:xfrm>
              <a:off x="6160617" y="1034931"/>
              <a:ext cx="1386968" cy="2529642"/>
            </a:xfrm>
            <a:custGeom>
              <a:avLst/>
              <a:pathLst>
                <a:path w="1386968" h="2529642">
                  <a:moveTo>
                    <a:pt x="0" y="241825"/>
                  </a:moveTo>
                  <a:lnTo>
                    <a:pt x="22312" y="211596"/>
                  </a:lnTo>
                  <a:lnTo>
                    <a:pt x="44624" y="181368"/>
                  </a:lnTo>
                  <a:lnTo>
                    <a:pt x="66936" y="151140"/>
                  </a:lnTo>
                  <a:lnTo>
                    <a:pt x="89248" y="120912"/>
                  </a:lnTo>
                  <a:lnTo>
                    <a:pt x="111560" y="90684"/>
                  </a:lnTo>
                  <a:lnTo>
                    <a:pt x="133872" y="60456"/>
                  </a:lnTo>
                  <a:lnTo>
                    <a:pt x="156184" y="30228"/>
                  </a:lnTo>
                  <a:lnTo>
                    <a:pt x="178496" y="0"/>
                  </a:lnTo>
                  <a:lnTo>
                    <a:pt x="208073" y="22116"/>
                  </a:lnTo>
                  <a:lnTo>
                    <a:pt x="237374" y="44598"/>
                  </a:lnTo>
                  <a:lnTo>
                    <a:pt x="266393" y="67442"/>
                  </a:lnTo>
                  <a:lnTo>
                    <a:pt x="295127" y="90644"/>
                  </a:lnTo>
                  <a:lnTo>
                    <a:pt x="323570" y="114201"/>
                  </a:lnTo>
                  <a:lnTo>
                    <a:pt x="351719" y="138110"/>
                  </a:lnTo>
                  <a:lnTo>
                    <a:pt x="379569" y="162366"/>
                  </a:lnTo>
                  <a:lnTo>
                    <a:pt x="407116" y="186965"/>
                  </a:lnTo>
                  <a:lnTo>
                    <a:pt x="434355" y="211905"/>
                  </a:lnTo>
                  <a:lnTo>
                    <a:pt x="461283" y="237181"/>
                  </a:lnTo>
                  <a:lnTo>
                    <a:pt x="487895" y="262789"/>
                  </a:lnTo>
                  <a:lnTo>
                    <a:pt x="514187" y="288725"/>
                  </a:lnTo>
                  <a:lnTo>
                    <a:pt x="540155" y="314986"/>
                  </a:lnTo>
                  <a:lnTo>
                    <a:pt x="565795" y="341567"/>
                  </a:lnTo>
                  <a:lnTo>
                    <a:pt x="591103" y="368464"/>
                  </a:lnTo>
                  <a:lnTo>
                    <a:pt x="616076" y="395673"/>
                  </a:lnTo>
                  <a:lnTo>
                    <a:pt x="640709" y="423190"/>
                  </a:lnTo>
                  <a:lnTo>
                    <a:pt x="664998" y="451011"/>
                  </a:lnTo>
                  <a:lnTo>
                    <a:pt x="688940" y="479131"/>
                  </a:lnTo>
                  <a:lnTo>
                    <a:pt x="712532" y="507546"/>
                  </a:lnTo>
                  <a:lnTo>
                    <a:pt x="735769" y="536251"/>
                  </a:lnTo>
                  <a:lnTo>
                    <a:pt x="758648" y="565243"/>
                  </a:lnTo>
                  <a:lnTo>
                    <a:pt x="781165" y="594517"/>
                  </a:lnTo>
                  <a:lnTo>
                    <a:pt x="803317" y="624067"/>
                  </a:lnTo>
                  <a:lnTo>
                    <a:pt x="825101" y="653891"/>
                  </a:lnTo>
                  <a:lnTo>
                    <a:pt x="846513" y="683982"/>
                  </a:lnTo>
                  <a:lnTo>
                    <a:pt x="867550" y="714337"/>
                  </a:lnTo>
                  <a:lnTo>
                    <a:pt x="888208" y="744951"/>
                  </a:lnTo>
                  <a:lnTo>
                    <a:pt x="908485" y="775818"/>
                  </a:lnTo>
                  <a:lnTo>
                    <a:pt x="928377" y="806935"/>
                  </a:lnTo>
                  <a:lnTo>
                    <a:pt x="947882" y="838297"/>
                  </a:lnTo>
                  <a:lnTo>
                    <a:pt x="966996" y="869898"/>
                  </a:lnTo>
                  <a:lnTo>
                    <a:pt x="985716" y="901734"/>
                  </a:lnTo>
                  <a:lnTo>
                    <a:pt x="1004039" y="933799"/>
                  </a:lnTo>
                  <a:lnTo>
                    <a:pt x="1021963" y="966090"/>
                  </a:lnTo>
                  <a:lnTo>
                    <a:pt x="1039485" y="998601"/>
                  </a:lnTo>
                  <a:lnTo>
                    <a:pt x="1056603" y="1031327"/>
                  </a:lnTo>
                  <a:lnTo>
                    <a:pt x="1073312" y="1064262"/>
                  </a:lnTo>
                  <a:lnTo>
                    <a:pt x="1089612" y="1097403"/>
                  </a:lnTo>
                  <a:lnTo>
                    <a:pt x="1105499" y="1130743"/>
                  </a:lnTo>
                  <a:lnTo>
                    <a:pt x="1120971" y="1164278"/>
                  </a:lnTo>
                  <a:lnTo>
                    <a:pt x="1136025" y="1198002"/>
                  </a:lnTo>
                  <a:lnTo>
                    <a:pt x="1150660" y="1231910"/>
                  </a:lnTo>
                  <a:lnTo>
                    <a:pt x="1164873" y="1265998"/>
                  </a:lnTo>
                  <a:lnTo>
                    <a:pt x="1178662" y="1300259"/>
                  </a:lnTo>
                  <a:lnTo>
                    <a:pt x="1192024" y="1334689"/>
                  </a:lnTo>
                  <a:lnTo>
                    <a:pt x="1204959" y="1369282"/>
                  </a:lnTo>
                  <a:lnTo>
                    <a:pt x="1217462" y="1404033"/>
                  </a:lnTo>
                  <a:lnTo>
                    <a:pt x="1229534" y="1438936"/>
                  </a:lnTo>
                  <a:lnTo>
                    <a:pt x="1241171" y="1473987"/>
                  </a:lnTo>
                  <a:lnTo>
                    <a:pt x="1252373" y="1509179"/>
                  </a:lnTo>
                  <a:lnTo>
                    <a:pt x="1263136" y="1544508"/>
                  </a:lnTo>
                  <a:lnTo>
                    <a:pt x="1273461" y="1579967"/>
                  </a:lnTo>
                  <a:lnTo>
                    <a:pt x="1283345" y="1615552"/>
                  </a:lnTo>
                  <a:lnTo>
                    <a:pt x="1292786" y="1651257"/>
                  </a:lnTo>
                  <a:lnTo>
                    <a:pt x="1301783" y="1687076"/>
                  </a:lnTo>
                  <a:lnTo>
                    <a:pt x="1310335" y="1723004"/>
                  </a:lnTo>
                  <a:lnTo>
                    <a:pt x="1318441" y="1759035"/>
                  </a:lnTo>
                  <a:lnTo>
                    <a:pt x="1326098" y="1795165"/>
                  </a:lnTo>
                  <a:lnTo>
                    <a:pt x="1333307" y="1831386"/>
                  </a:lnTo>
                  <a:lnTo>
                    <a:pt x="1340066" y="1867694"/>
                  </a:lnTo>
                  <a:lnTo>
                    <a:pt x="1346373" y="1904084"/>
                  </a:lnTo>
                  <a:lnTo>
                    <a:pt x="1352228" y="1940549"/>
                  </a:lnTo>
                  <a:lnTo>
                    <a:pt x="1357630" y="1977083"/>
                  </a:lnTo>
                  <a:lnTo>
                    <a:pt x="1362579" y="2013682"/>
                  </a:lnTo>
                  <a:lnTo>
                    <a:pt x="1367073" y="2050340"/>
                  </a:lnTo>
                  <a:lnTo>
                    <a:pt x="1371111" y="2087050"/>
                  </a:lnTo>
                  <a:lnTo>
                    <a:pt x="1374694" y="2123808"/>
                  </a:lnTo>
                  <a:lnTo>
                    <a:pt x="1377820" y="2160607"/>
                  </a:lnTo>
                  <a:lnTo>
                    <a:pt x="1380489" y="2197443"/>
                  </a:lnTo>
                  <a:lnTo>
                    <a:pt x="1382700" y="2234308"/>
                  </a:lnTo>
                  <a:lnTo>
                    <a:pt x="1384454" y="2271198"/>
                  </a:lnTo>
                  <a:lnTo>
                    <a:pt x="1385750" y="2308108"/>
                  </a:lnTo>
                  <a:lnTo>
                    <a:pt x="1386588" y="2345030"/>
                  </a:lnTo>
                  <a:lnTo>
                    <a:pt x="1386968" y="2381960"/>
                  </a:lnTo>
                  <a:lnTo>
                    <a:pt x="1386889" y="2418892"/>
                  </a:lnTo>
                  <a:lnTo>
                    <a:pt x="1386351" y="2455820"/>
                  </a:lnTo>
                  <a:lnTo>
                    <a:pt x="1385356" y="2492738"/>
                  </a:lnTo>
                  <a:lnTo>
                    <a:pt x="1383902" y="2529642"/>
                  </a:lnTo>
                  <a:lnTo>
                    <a:pt x="1346370" y="2527930"/>
                  </a:lnTo>
                  <a:lnTo>
                    <a:pt x="1308839" y="2526218"/>
                  </a:lnTo>
                  <a:lnTo>
                    <a:pt x="1271307" y="2524506"/>
                  </a:lnTo>
                  <a:lnTo>
                    <a:pt x="1233775" y="2522794"/>
                  </a:lnTo>
                  <a:lnTo>
                    <a:pt x="1196243" y="2521083"/>
                  </a:lnTo>
                  <a:lnTo>
                    <a:pt x="1158711" y="2519371"/>
                  </a:lnTo>
                  <a:lnTo>
                    <a:pt x="1121179" y="2517659"/>
                  </a:lnTo>
                  <a:lnTo>
                    <a:pt x="1083648" y="2515947"/>
                  </a:lnTo>
                  <a:lnTo>
                    <a:pt x="1084955" y="2482772"/>
                  </a:lnTo>
                  <a:lnTo>
                    <a:pt x="1085850" y="2449582"/>
                  </a:lnTo>
                  <a:lnTo>
                    <a:pt x="1086333" y="2416384"/>
                  </a:lnTo>
                  <a:lnTo>
                    <a:pt x="1086403" y="2383183"/>
                  </a:lnTo>
                  <a:lnTo>
                    <a:pt x="1086062" y="2349983"/>
                  </a:lnTo>
                  <a:lnTo>
                    <a:pt x="1085309" y="2316790"/>
                  </a:lnTo>
                  <a:lnTo>
                    <a:pt x="1084144" y="2283609"/>
                  </a:lnTo>
                  <a:lnTo>
                    <a:pt x="1082567" y="2250446"/>
                  </a:lnTo>
                  <a:lnTo>
                    <a:pt x="1080579" y="2217304"/>
                  </a:lnTo>
                  <a:lnTo>
                    <a:pt x="1078180" y="2184189"/>
                  </a:lnTo>
                  <a:lnTo>
                    <a:pt x="1075369" y="2151107"/>
                  </a:lnTo>
                  <a:lnTo>
                    <a:pt x="1072149" y="2118062"/>
                  </a:lnTo>
                  <a:lnTo>
                    <a:pt x="1068518" y="2085060"/>
                  </a:lnTo>
                  <a:lnTo>
                    <a:pt x="1064478" y="2052105"/>
                  </a:lnTo>
                  <a:lnTo>
                    <a:pt x="1060030" y="2019203"/>
                  </a:lnTo>
                  <a:lnTo>
                    <a:pt x="1055173" y="1986359"/>
                  </a:lnTo>
                  <a:lnTo>
                    <a:pt x="1049909" y="1953577"/>
                  </a:lnTo>
                  <a:lnTo>
                    <a:pt x="1044239" y="1920863"/>
                  </a:lnTo>
                  <a:lnTo>
                    <a:pt x="1038163" y="1888223"/>
                  </a:lnTo>
                  <a:lnTo>
                    <a:pt x="1031683" y="1855660"/>
                  </a:lnTo>
                  <a:lnTo>
                    <a:pt x="1024798" y="1823180"/>
                  </a:lnTo>
                  <a:lnTo>
                    <a:pt x="1017512" y="1790788"/>
                  </a:lnTo>
                  <a:lnTo>
                    <a:pt x="1009823" y="1758489"/>
                  </a:lnTo>
                  <a:lnTo>
                    <a:pt x="1001735" y="1726288"/>
                  </a:lnTo>
                  <a:lnTo>
                    <a:pt x="993247" y="1694190"/>
                  </a:lnTo>
                  <a:lnTo>
                    <a:pt x="984362" y="1662199"/>
                  </a:lnTo>
                  <a:lnTo>
                    <a:pt x="975080" y="1630322"/>
                  </a:lnTo>
                  <a:lnTo>
                    <a:pt x="965404" y="1598562"/>
                  </a:lnTo>
                  <a:lnTo>
                    <a:pt x="955334" y="1566924"/>
                  </a:lnTo>
                  <a:lnTo>
                    <a:pt x="944872" y="1535414"/>
                  </a:lnTo>
                  <a:lnTo>
                    <a:pt x="934020" y="1504036"/>
                  </a:lnTo>
                  <a:lnTo>
                    <a:pt x="922779" y="1472796"/>
                  </a:lnTo>
                  <a:lnTo>
                    <a:pt x="911151" y="1441697"/>
                  </a:lnTo>
                  <a:lnTo>
                    <a:pt x="899139" y="1410745"/>
                  </a:lnTo>
                  <a:lnTo>
                    <a:pt x="886743" y="1379944"/>
                  </a:lnTo>
                  <a:lnTo>
                    <a:pt x="873966" y="1349300"/>
                  </a:lnTo>
                  <a:lnTo>
                    <a:pt x="860809" y="1318817"/>
                  </a:lnTo>
                  <a:lnTo>
                    <a:pt x="847275" y="1288499"/>
                  </a:lnTo>
                  <a:lnTo>
                    <a:pt x="833366" y="1258351"/>
                  </a:lnTo>
                  <a:lnTo>
                    <a:pt x="819084" y="1228379"/>
                  </a:lnTo>
                  <a:lnTo>
                    <a:pt x="804430" y="1198586"/>
                  </a:lnTo>
                  <a:lnTo>
                    <a:pt x="789409" y="1168977"/>
                  </a:lnTo>
                  <a:lnTo>
                    <a:pt x="774020" y="1139557"/>
                  </a:lnTo>
                  <a:lnTo>
                    <a:pt x="758268" y="1110330"/>
                  </a:lnTo>
                  <a:lnTo>
                    <a:pt x="742155" y="1081301"/>
                  </a:lnTo>
                  <a:lnTo>
                    <a:pt x="725682" y="1052475"/>
                  </a:lnTo>
                  <a:lnTo>
                    <a:pt x="708853" y="1023854"/>
                  </a:lnTo>
                  <a:lnTo>
                    <a:pt x="691670" y="995445"/>
                  </a:lnTo>
                  <a:lnTo>
                    <a:pt x="674135" y="967252"/>
                  </a:lnTo>
                  <a:lnTo>
                    <a:pt x="656252" y="939278"/>
                  </a:lnTo>
                  <a:lnTo>
                    <a:pt x="638024" y="911528"/>
                  </a:lnTo>
                  <a:lnTo>
                    <a:pt x="619452" y="884007"/>
                  </a:lnTo>
                  <a:lnTo>
                    <a:pt x="600540" y="856718"/>
                  </a:lnTo>
                  <a:lnTo>
                    <a:pt x="581291" y="829666"/>
                  </a:lnTo>
                  <a:lnTo>
                    <a:pt x="561708" y="802855"/>
                  </a:lnTo>
                  <a:lnTo>
                    <a:pt x="541793" y="776290"/>
                  </a:lnTo>
                  <a:lnTo>
                    <a:pt x="521550" y="749973"/>
                  </a:lnTo>
                  <a:lnTo>
                    <a:pt x="500982" y="723910"/>
                  </a:lnTo>
                  <a:lnTo>
                    <a:pt x="480092" y="698104"/>
                  </a:lnTo>
                  <a:lnTo>
                    <a:pt x="458884" y="672559"/>
                  </a:lnTo>
                  <a:lnTo>
                    <a:pt x="437360" y="647279"/>
                  </a:lnTo>
                  <a:lnTo>
                    <a:pt x="415524" y="622269"/>
                  </a:lnTo>
                  <a:lnTo>
                    <a:pt x="393379" y="597531"/>
                  </a:lnTo>
                  <a:lnTo>
                    <a:pt x="370929" y="573071"/>
                  </a:lnTo>
                  <a:lnTo>
                    <a:pt x="348177" y="548890"/>
                  </a:lnTo>
                  <a:lnTo>
                    <a:pt x="325127" y="524994"/>
                  </a:lnTo>
                  <a:lnTo>
                    <a:pt x="301782" y="501386"/>
                  </a:lnTo>
                  <a:lnTo>
                    <a:pt x="278146" y="478070"/>
                  </a:lnTo>
                  <a:lnTo>
                    <a:pt x="254222" y="455048"/>
                  </a:lnTo>
                  <a:lnTo>
                    <a:pt x="230014" y="432325"/>
                  </a:lnTo>
                  <a:lnTo>
                    <a:pt x="205526" y="409905"/>
                  </a:lnTo>
                  <a:lnTo>
                    <a:pt x="180762" y="387790"/>
                  </a:lnTo>
                  <a:lnTo>
                    <a:pt x="155725" y="365984"/>
                  </a:lnTo>
                  <a:lnTo>
                    <a:pt x="130420" y="344491"/>
                  </a:lnTo>
                  <a:lnTo>
                    <a:pt x="104850" y="323313"/>
                  </a:lnTo>
                  <a:lnTo>
                    <a:pt x="79018" y="302455"/>
                  </a:lnTo>
                  <a:lnTo>
                    <a:pt x="52930" y="281918"/>
                  </a:lnTo>
                  <a:lnTo>
                    <a:pt x="26589" y="26170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 rot="-23128703">
              <a:off x="6975034" y="2160416"/>
              <a:ext cx="243779" cy="130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AB</a:t>
              </a:r>
            </a:p>
          </p:txBody>
        </p:sp>
        <p:sp>
          <p:nvSpPr>
            <p:cNvPr id="46" name="pg46"/>
            <p:cNvSpPr/>
            <p:nvPr/>
          </p:nvSpPr>
          <p:spPr>
            <a:xfrm>
              <a:off x="5577402" y="3736990"/>
              <a:ext cx="1950418" cy="2449455"/>
            </a:xfrm>
            <a:custGeom>
              <a:avLst/>
              <a:pathLst>
                <a:path w="1950418" h="2449455">
                  <a:moveTo>
                    <a:pt x="1651851" y="0"/>
                  </a:moveTo>
                  <a:lnTo>
                    <a:pt x="1689172" y="4325"/>
                  </a:lnTo>
                  <a:lnTo>
                    <a:pt x="1726493" y="8651"/>
                  </a:lnTo>
                  <a:lnTo>
                    <a:pt x="1763813" y="12977"/>
                  </a:lnTo>
                  <a:lnTo>
                    <a:pt x="1801134" y="17302"/>
                  </a:lnTo>
                  <a:lnTo>
                    <a:pt x="1838455" y="21628"/>
                  </a:lnTo>
                  <a:lnTo>
                    <a:pt x="1875776" y="25954"/>
                  </a:lnTo>
                  <a:lnTo>
                    <a:pt x="1913097" y="30279"/>
                  </a:lnTo>
                  <a:lnTo>
                    <a:pt x="1950418" y="34605"/>
                  </a:lnTo>
                  <a:lnTo>
                    <a:pt x="1945927" y="71357"/>
                  </a:lnTo>
                  <a:lnTo>
                    <a:pt x="1940978" y="108050"/>
                  </a:lnTo>
                  <a:lnTo>
                    <a:pt x="1935573" y="144679"/>
                  </a:lnTo>
                  <a:lnTo>
                    <a:pt x="1929713" y="181237"/>
                  </a:lnTo>
                  <a:lnTo>
                    <a:pt x="1923399" y="217720"/>
                  </a:lnTo>
                  <a:lnTo>
                    <a:pt x="1916631" y="254121"/>
                  </a:lnTo>
                  <a:lnTo>
                    <a:pt x="1909411" y="290436"/>
                  </a:lnTo>
                  <a:lnTo>
                    <a:pt x="1901739" y="326657"/>
                  </a:lnTo>
                  <a:lnTo>
                    <a:pt x="1893617" y="362781"/>
                  </a:lnTo>
                  <a:lnTo>
                    <a:pt x="1885047" y="398801"/>
                  </a:lnTo>
                  <a:lnTo>
                    <a:pt x="1876028" y="434711"/>
                  </a:lnTo>
                  <a:lnTo>
                    <a:pt x="1866564" y="470506"/>
                  </a:lnTo>
                  <a:lnTo>
                    <a:pt x="1856655" y="506181"/>
                  </a:lnTo>
                  <a:lnTo>
                    <a:pt x="1846303" y="541729"/>
                  </a:lnTo>
                  <a:lnTo>
                    <a:pt x="1835510" y="577146"/>
                  </a:lnTo>
                  <a:lnTo>
                    <a:pt x="1824276" y="612426"/>
                  </a:lnTo>
                  <a:lnTo>
                    <a:pt x="1812605" y="647564"/>
                  </a:lnTo>
                  <a:lnTo>
                    <a:pt x="1800497" y="682553"/>
                  </a:lnTo>
                  <a:lnTo>
                    <a:pt x="1787955" y="717390"/>
                  </a:lnTo>
                  <a:lnTo>
                    <a:pt x="1774980" y="752067"/>
                  </a:lnTo>
                  <a:lnTo>
                    <a:pt x="1761575" y="786580"/>
                  </a:lnTo>
                  <a:lnTo>
                    <a:pt x="1747741" y="820924"/>
                  </a:lnTo>
                  <a:lnTo>
                    <a:pt x="1733482" y="855093"/>
                  </a:lnTo>
                  <a:lnTo>
                    <a:pt x="1718798" y="889082"/>
                  </a:lnTo>
                  <a:lnTo>
                    <a:pt x="1703692" y="922886"/>
                  </a:lnTo>
                  <a:lnTo>
                    <a:pt x="1688167" y="956499"/>
                  </a:lnTo>
                  <a:lnTo>
                    <a:pt x="1672225" y="989916"/>
                  </a:lnTo>
                  <a:lnTo>
                    <a:pt x="1655868" y="1023133"/>
                  </a:lnTo>
                  <a:lnTo>
                    <a:pt x="1639099" y="1056143"/>
                  </a:lnTo>
                  <a:lnTo>
                    <a:pt x="1621921" y="1088942"/>
                  </a:lnTo>
                  <a:lnTo>
                    <a:pt x="1604336" y="1121525"/>
                  </a:lnTo>
                  <a:lnTo>
                    <a:pt x="1586347" y="1153886"/>
                  </a:lnTo>
                  <a:lnTo>
                    <a:pt x="1567957" y="1186021"/>
                  </a:lnTo>
                  <a:lnTo>
                    <a:pt x="1549168" y="1217925"/>
                  </a:lnTo>
                  <a:lnTo>
                    <a:pt x="1529984" y="1249593"/>
                  </a:lnTo>
                  <a:lnTo>
                    <a:pt x="1510407" y="1281019"/>
                  </a:lnTo>
                  <a:lnTo>
                    <a:pt x="1490441" y="1312199"/>
                  </a:lnTo>
                  <a:lnTo>
                    <a:pt x="1470088" y="1343129"/>
                  </a:lnTo>
                  <a:lnTo>
                    <a:pt x="1449352" y="1373803"/>
                  </a:lnTo>
                  <a:lnTo>
                    <a:pt x="1428236" y="1404216"/>
                  </a:lnTo>
                  <a:lnTo>
                    <a:pt x="1406743" y="1434365"/>
                  </a:lnTo>
                  <a:lnTo>
                    <a:pt x="1384877" y="1464243"/>
                  </a:lnTo>
                  <a:lnTo>
                    <a:pt x="1362641" y="1493848"/>
                  </a:lnTo>
                  <a:lnTo>
                    <a:pt x="1340038" y="1523173"/>
                  </a:lnTo>
                  <a:lnTo>
                    <a:pt x="1317072" y="1552215"/>
                  </a:lnTo>
                  <a:lnTo>
                    <a:pt x="1293746" y="1580969"/>
                  </a:lnTo>
                  <a:lnTo>
                    <a:pt x="1270064" y="1609430"/>
                  </a:lnTo>
                  <a:lnTo>
                    <a:pt x="1246030" y="1637594"/>
                  </a:lnTo>
                  <a:lnTo>
                    <a:pt x="1221648" y="1665458"/>
                  </a:lnTo>
                  <a:lnTo>
                    <a:pt x="1196920" y="1693015"/>
                  </a:lnTo>
                  <a:lnTo>
                    <a:pt x="1171852" y="1720263"/>
                  </a:lnTo>
                  <a:lnTo>
                    <a:pt x="1146447" y="1747197"/>
                  </a:lnTo>
                  <a:lnTo>
                    <a:pt x="1120708" y="1773813"/>
                  </a:lnTo>
                  <a:lnTo>
                    <a:pt x="1094640" y="1800106"/>
                  </a:lnTo>
                  <a:lnTo>
                    <a:pt x="1068247" y="1826073"/>
                  </a:lnTo>
                  <a:lnTo>
                    <a:pt x="1041533" y="1851709"/>
                  </a:lnTo>
                  <a:lnTo>
                    <a:pt x="1014503" y="1877012"/>
                  </a:lnTo>
                  <a:lnTo>
                    <a:pt x="987159" y="1901975"/>
                  </a:lnTo>
                  <a:lnTo>
                    <a:pt x="959507" y="1926597"/>
                  </a:lnTo>
                  <a:lnTo>
                    <a:pt x="931550" y="1950873"/>
                  </a:lnTo>
                  <a:lnTo>
                    <a:pt x="903294" y="1974799"/>
                  </a:lnTo>
                  <a:lnTo>
                    <a:pt x="874743" y="1998371"/>
                  </a:lnTo>
                  <a:lnTo>
                    <a:pt x="845900" y="2021587"/>
                  </a:lnTo>
                  <a:lnTo>
                    <a:pt x="816770" y="2044442"/>
                  </a:lnTo>
                  <a:lnTo>
                    <a:pt x="787359" y="2066932"/>
                  </a:lnTo>
                  <a:lnTo>
                    <a:pt x="757669" y="2089055"/>
                  </a:lnTo>
                  <a:lnTo>
                    <a:pt x="727707" y="2110807"/>
                  </a:lnTo>
                  <a:lnTo>
                    <a:pt x="697477" y="2132184"/>
                  </a:lnTo>
                  <a:lnTo>
                    <a:pt x="666983" y="2153184"/>
                  </a:lnTo>
                  <a:lnTo>
                    <a:pt x="636230" y="2173802"/>
                  </a:lnTo>
                  <a:lnTo>
                    <a:pt x="605223" y="2194036"/>
                  </a:lnTo>
                  <a:lnTo>
                    <a:pt x="573966" y="2213883"/>
                  </a:lnTo>
                  <a:lnTo>
                    <a:pt x="542465" y="2233339"/>
                  </a:lnTo>
                  <a:lnTo>
                    <a:pt x="510724" y="2252402"/>
                  </a:lnTo>
                  <a:lnTo>
                    <a:pt x="478749" y="2271069"/>
                  </a:lnTo>
                  <a:lnTo>
                    <a:pt x="446543" y="2289336"/>
                  </a:lnTo>
                  <a:lnTo>
                    <a:pt x="414113" y="2307201"/>
                  </a:lnTo>
                  <a:lnTo>
                    <a:pt x="381463" y="2324661"/>
                  </a:lnTo>
                  <a:lnTo>
                    <a:pt x="348599" y="2341714"/>
                  </a:lnTo>
                  <a:lnTo>
                    <a:pt x="315525" y="2358356"/>
                  </a:lnTo>
                  <a:lnTo>
                    <a:pt x="282246" y="2374585"/>
                  </a:lnTo>
                  <a:lnTo>
                    <a:pt x="248768" y="2390399"/>
                  </a:lnTo>
                  <a:lnTo>
                    <a:pt x="215096" y="2405796"/>
                  </a:lnTo>
                  <a:lnTo>
                    <a:pt x="181234" y="2420772"/>
                  </a:lnTo>
                  <a:lnTo>
                    <a:pt x="147190" y="2435326"/>
                  </a:lnTo>
                  <a:lnTo>
                    <a:pt x="112966" y="2449455"/>
                  </a:lnTo>
                  <a:lnTo>
                    <a:pt x="98845" y="2414638"/>
                  </a:lnTo>
                  <a:lnTo>
                    <a:pt x="84724" y="2379822"/>
                  </a:lnTo>
                  <a:lnTo>
                    <a:pt x="70604" y="2345006"/>
                  </a:lnTo>
                  <a:lnTo>
                    <a:pt x="56483" y="2310190"/>
                  </a:lnTo>
                  <a:lnTo>
                    <a:pt x="42362" y="2275374"/>
                  </a:lnTo>
                  <a:lnTo>
                    <a:pt x="28241" y="2240557"/>
                  </a:lnTo>
                  <a:lnTo>
                    <a:pt x="14120" y="2205741"/>
                  </a:lnTo>
                  <a:lnTo>
                    <a:pt x="0" y="2170925"/>
                  </a:lnTo>
                  <a:lnTo>
                    <a:pt x="30766" y="2158223"/>
                  </a:lnTo>
                  <a:lnTo>
                    <a:pt x="61372" y="2145139"/>
                  </a:lnTo>
                  <a:lnTo>
                    <a:pt x="91813" y="2131676"/>
                  </a:lnTo>
                  <a:lnTo>
                    <a:pt x="122084" y="2117835"/>
                  </a:lnTo>
                  <a:lnTo>
                    <a:pt x="152180" y="2103618"/>
                  </a:lnTo>
                  <a:lnTo>
                    <a:pt x="182098" y="2089028"/>
                  </a:lnTo>
                  <a:lnTo>
                    <a:pt x="211831" y="2074067"/>
                  </a:lnTo>
                  <a:lnTo>
                    <a:pt x="241376" y="2058737"/>
                  </a:lnTo>
                  <a:lnTo>
                    <a:pt x="270728" y="2043040"/>
                  </a:lnTo>
                  <a:lnTo>
                    <a:pt x="299882" y="2026980"/>
                  </a:lnTo>
                  <a:lnTo>
                    <a:pt x="328834" y="2010558"/>
                  </a:lnTo>
                  <a:lnTo>
                    <a:pt x="357580" y="1993777"/>
                  </a:lnTo>
                  <a:lnTo>
                    <a:pt x="386115" y="1976639"/>
                  </a:lnTo>
                  <a:lnTo>
                    <a:pt x="414434" y="1959148"/>
                  </a:lnTo>
                  <a:lnTo>
                    <a:pt x="442533" y="1941306"/>
                  </a:lnTo>
                  <a:lnTo>
                    <a:pt x="470408" y="1923116"/>
                  </a:lnTo>
                  <a:lnTo>
                    <a:pt x="498055" y="1904580"/>
                  </a:lnTo>
                  <a:lnTo>
                    <a:pt x="525469" y="1885702"/>
                  </a:lnTo>
                  <a:lnTo>
                    <a:pt x="552646" y="1866484"/>
                  </a:lnTo>
                  <a:lnTo>
                    <a:pt x="579581" y="1846929"/>
                  </a:lnTo>
                  <a:lnTo>
                    <a:pt x="606272" y="1827041"/>
                  </a:lnTo>
                  <a:lnTo>
                    <a:pt x="632712" y="1806822"/>
                  </a:lnTo>
                  <a:lnTo>
                    <a:pt x="658899" y="1786276"/>
                  </a:lnTo>
                  <a:lnTo>
                    <a:pt x="684829" y="1765406"/>
                  </a:lnTo>
                  <a:lnTo>
                    <a:pt x="710496" y="1744214"/>
                  </a:lnTo>
                  <a:lnTo>
                    <a:pt x="735899" y="1722705"/>
                  </a:lnTo>
                  <a:lnTo>
                    <a:pt x="761031" y="1700881"/>
                  </a:lnTo>
                  <a:lnTo>
                    <a:pt x="785890" y="1678747"/>
                  </a:lnTo>
                  <a:lnTo>
                    <a:pt x="810472" y="1656304"/>
                  </a:lnTo>
                  <a:lnTo>
                    <a:pt x="834772" y="1633558"/>
                  </a:lnTo>
                  <a:lnTo>
                    <a:pt x="858788" y="1610511"/>
                  </a:lnTo>
                  <a:lnTo>
                    <a:pt x="882515" y="1587167"/>
                  </a:lnTo>
                  <a:lnTo>
                    <a:pt x="905949" y="1563529"/>
                  </a:lnTo>
                  <a:lnTo>
                    <a:pt x="929088" y="1539602"/>
                  </a:lnTo>
                  <a:lnTo>
                    <a:pt x="951927" y="1515389"/>
                  </a:lnTo>
                  <a:lnTo>
                    <a:pt x="974463" y="1490893"/>
                  </a:lnTo>
                  <a:lnTo>
                    <a:pt x="996693" y="1466119"/>
                  </a:lnTo>
                  <a:lnTo>
                    <a:pt x="1018613" y="1441071"/>
                  </a:lnTo>
                  <a:lnTo>
                    <a:pt x="1040219" y="1415751"/>
                  </a:lnTo>
                  <a:lnTo>
                    <a:pt x="1061509" y="1390165"/>
                  </a:lnTo>
                  <a:lnTo>
                    <a:pt x="1082478" y="1364315"/>
                  </a:lnTo>
                  <a:lnTo>
                    <a:pt x="1103125" y="1338207"/>
                  </a:lnTo>
                  <a:lnTo>
                    <a:pt x="1123444" y="1311844"/>
                  </a:lnTo>
                  <a:lnTo>
                    <a:pt x="1143435" y="1285230"/>
                  </a:lnTo>
                  <a:lnTo>
                    <a:pt x="1163092" y="1258369"/>
                  </a:lnTo>
                  <a:lnTo>
                    <a:pt x="1182414" y="1231266"/>
                  </a:lnTo>
                  <a:lnTo>
                    <a:pt x="1201397" y="1203925"/>
                  </a:lnTo>
                  <a:lnTo>
                    <a:pt x="1220039" y="1176349"/>
                  </a:lnTo>
                  <a:lnTo>
                    <a:pt x="1238335" y="1148544"/>
                  </a:lnTo>
                  <a:lnTo>
                    <a:pt x="1256285" y="1120513"/>
                  </a:lnTo>
                  <a:lnTo>
                    <a:pt x="1273884" y="1092261"/>
                  </a:lnTo>
                  <a:lnTo>
                    <a:pt x="1291131" y="1063792"/>
                  </a:lnTo>
                  <a:lnTo>
                    <a:pt x="1308021" y="1035111"/>
                  </a:lnTo>
                  <a:lnTo>
                    <a:pt x="1324554" y="1006222"/>
                  </a:lnTo>
                  <a:lnTo>
                    <a:pt x="1340726" y="977129"/>
                  </a:lnTo>
                  <a:lnTo>
                    <a:pt x="1356535" y="947838"/>
                  </a:lnTo>
                  <a:lnTo>
                    <a:pt x="1371978" y="918352"/>
                  </a:lnTo>
                  <a:lnTo>
                    <a:pt x="1387053" y="888676"/>
                  </a:lnTo>
                  <a:lnTo>
                    <a:pt x="1401757" y="858815"/>
                  </a:lnTo>
                  <a:lnTo>
                    <a:pt x="1416089" y="828773"/>
                  </a:lnTo>
                  <a:lnTo>
                    <a:pt x="1430046" y="798555"/>
                  </a:lnTo>
                  <a:lnTo>
                    <a:pt x="1443626" y="768166"/>
                  </a:lnTo>
                  <a:lnTo>
                    <a:pt x="1456826" y="737610"/>
                  </a:lnTo>
                  <a:lnTo>
                    <a:pt x="1469646" y="706892"/>
                  </a:lnTo>
                  <a:lnTo>
                    <a:pt x="1482082" y="676018"/>
                  </a:lnTo>
                  <a:lnTo>
                    <a:pt x="1494133" y="644990"/>
                  </a:lnTo>
                  <a:lnTo>
                    <a:pt x="1505797" y="613816"/>
                  </a:lnTo>
                  <a:lnTo>
                    <a:pt x="1517073" y="582498"/>
                  </a:lnTo>
                  <a:lnTo>
                    <a:pt x="1527958" y="551043"/>
                  </a:lnTo>
                  <a:lnTo>
                    <a:pt x="1538450" y="519455"/>
                  </a:lnTo>
                  <a:lnTo>
                    <a:pt x="1548549" y="487739"/>
                  </a:lnTo>
                  <a:lnTo>
                    <a:pt x="1558252" y="455899"/>
                  </a:lnTo>
                  <a:lnTo>
                    <a:pt x="1567558" y="423941"/>
                  </a:lnTo>
                  <a:lnTo>
                    <a:pt x="1576466" y="391870"/>
                  </a:lnTo>
                  <a:lnTo>
                    <a:pt x="1584975" y="359690"/>
                  </a:lnTo>
                  <a:lnTo>
                    <a:pt x="1593082" y="327408"/>
                  </a:lnTo>
                  <a:lnTo>
                    <a:pt x="1600787" y="295026"/>
                  </a:lnTo>
                  <a:lnTo>
                    <a:pt x="1608088" y="262552"/>
                  </a:lnTo>
                  <a:lnTo>
                    <a:pt x="1614985" y="229989"/>
                  </a:lnTo>
                  <a:lnTo>
                    <a:pt x="1621476" y="197342"/>
                  </a:lnTo>
                  <a:lnTo>
                    <a:pt x="1627560" y="164618"/>
                  </a:lnTo>
                  <a:lnTo>
                    <a:pt x="1633237" y="131820"/>
                  </a:lnTo>
                  <a:lnTo>
                    <a:pt x="1638505" y="98954"/>
                  </a:lnTo>
                  <a:lnTo>
                    <a:pt x="1643364" y="66026"/>
                  </a:lnTo>
                  <a:lnTo>
                    <a:pt x="1647813" y="33039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 rot="-19363955">
              <a:off x="6684259" y="5032605"/>
              <a:ext cx="162488" cy="130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Ai</a:t>
              </a:r>
            </a:p>
          </p:txBody>
        </p:sp>
        <p:sp>
          <p:nvSpPr>
            <p:cNvPr id="48" name="pg48"/>
            <p:cNvSpPr/>
            <p:nvPr/>
          </p:nvSpPr>
          <p:spPr>
            <a:xfrm>
              <a:off x="2893120" y="5637593"/>
              <a:ext cx="2602174" cy="767009"/>
            </a:xfrm>
            <a:custGeom>
              <a:avLst/>
              <a:pathLst>
                <a:path w="2602174" h="767009">
                  <a:moveTo>
                    <a:pt x="2508912" y="334417"/>
                  </a:moveTo>
                  <a:lnTo>
                    <a:pt x="2520570" y="370133"/>
                  </a:lnTo>
                  <a:lnTo>
                    <a:pt x="2532228" y="405849"/>
                  </a:lnTo>
                  <a:lnTo>
                    <a:pt x="2543885" y="441566"/>
                  </a:lnTo>
                  <a:lnTo>
                    <a:pt x="2555543" y="477282"/>
                  </a:lnTo>
                  <a:lnTo>
                    <a:pt x="2567201" y="512999"/>
                  </a:lnTo>
                  <a:lnTo>
                    <a:pt x="2578859" y="548715"/>
                  </a:lnTo>
                  <a:lnTo>
                    <a:pt x="2590517" y="584432"/>
                  </a:lnTo>
                  <a:lnTo>
                    <a:pt x="2602174" y="620148"/>
                  </a:lnTo>
                  <a:lnTo>
                    <a:pt x="2566647" y="631498"/>
                  </a:lnTo>
                  <a:lnTo>
                    <a:pt x="2530981" y="642402"/>
                  </a:lnTo>
                  <a:lnTo>
                    <a:pt x="2495181" y="652858"/>
                  </a:lnTo>
                  <a:lnTo>
                    <a:pt x="2459253" y="662864"/>
                  </a:lnTo>
                  <a:lnTo>
                    <a:pt x="2423202" y="672420"/>
                  </a:lnTo>
                  <a:lnTo>
                    <a:pt x="2387034" y="681522"/>
                  </a:lnTo>
                  <a:lnTo>
                    <a:pt x="2350755" y="690171"/>
                  </a:lnTo>
                  <a:lnTo>
                    <a:pt x="2314370" y="698364"/>
                  </a:lnTo>
                  <a:lnTo>
                    <a:pt x="2277885" y="706101"/>
                  </a:lnTo>
                  <a:lnTo>
                    <a:pt x="2241307" y="713380"/>
                  </a:lnTo>
                  <a:lnTo>
                    <a:pt x="2204640" y="720200"/>
                  </a:lnTo>
                  <a:lnTo>
                    <a:pt x="2167890" y="726559"/>
                  </a:lnTo>
                  <a:lnTo>
                    <a:pt x="2131064" y="732458"/>
                  </a:lnTo>
                  <a:lnTo>
                    <a:pt x="2094166" y="737894"/>
                  </a:lnTo>
                  <a:lnTo>
                    <a:pt x="2057204" y="742868"/>
                  </a:lnTo>
                  <a:lnTo>
                    <a:pt x="2020181" y="747378"/>
                  </a:lnTo>
                  <a:lnTo>
                    <a:pt x="1983106" y="751423"/>
                  </a:lnTo>
                  <a:lnTo>
                    <a:pt x="1945982" y="755004"/>
                  </a:lnTo>
                  <a:lnTo>
                    <a:pt x="1908817" y="758119"/>
                  </a:lnTo>
                  <a:lnTo>
                    <a:pt x="1871615" y="760768"/>
                  </a:lnTo>
                  <a:lnTo>
                    <a:pt x="1834383" y="762950"/>
                  </a:lnTo>
                  <a:lnTo>
                    <a:pt x="1797127" y="764666"/>
                  </a:lnTo>
                  <a:lnTo>
                    <a:pt x="1759852" y="765914"/>
                  </a:lnTo>
                  <a:lnTo>
                    <a:pt x="1722564" y="766696"/>
                  </a:lnTo>
                  <a:lnTo>
                    <a:pt x="1685270" y="767009"/>
                  </a:lnTo>
                  <a:lnTo>
                    <a:pt x="1647974" y="766856"/>
                  </a:lnTo>
                  <a:lnTo>
                    <a:pt x="1610684" y="766235"/>
                  </a:lnTo>
                  <a:lnTo>
                    <a:pt x="1573404" y="765146"/>
                  </a:lnTo>
                  <a:lnTo>
                    <a:pt x="1536140" y="763591"/>
                  </a:lnTo>
                  <a:lnTo>
                    <a:pt x="1498899" y="761568"/>
                  </a:lnTo>
                  <a:lnTo>
                    <a:pt x="1461687" y="759079"/>
                  </a:lnTo>
                  <a:lnTo>
                    <a:pt x="1424508" y="756124"/>
                  </a:lnTo>
                  <a:lnTo>
                    <a:pt x="1387370" y="752703"/>
                  </a:lnTo>
                  <a:lnTo>
                    <a:pt x="1350277" y="748817"/>
                  </a:lnTo>
                  <a:lnTo>
                    <a:pt x="1313236" y="744466"/>
                  </a:lnTo>
                  <a:lnTo>
                    <a:pt x="1276252" y="739651"/>
                  </a:lnTo>
                  <a:lnTo>
                    <a:pt x="1239332" y="734373"/>
                  </a:lnTo>
                  <a:lnTo>
                    <a:pt x="1202480" y="728633"/>
                  </a:lnTo>
                  <a:lnTo>
                    <a:pt x="1165704" y="722431"/>
                  </a:lnTo>
                  <a:lnTo>
                    <a:pt x="1129008" y="715769"/>
                  </a:lnTo>
                  <a:lnTo>
                    <a:pt x="1092398" y="708647"/>
                  </a:lnTo>
                  <a:lnTo>
                    <a:pt x="1055881" y="701067"/>
                  </a:lnTo>
                  <a:lnTo>
                    <a:pt x="1019461" y="693030"/>
                  </a:lnTo>
                  <a:lnTo>
                    <a:pt x="983145" y="684538"/>
                  </a:lnTo>
                  <a:lnTo>
                    <a:pt x="946938" y="675590"/>
                  </a:lnTo>
                  <a:lnTo>
                    <a:pt x="910847" y="666190"/>
                  </a:lnTo>
                  <a:lnTo>
                    <a:pt x="874876" y="656338"/>
                  </a:lnTo>
                  <a:lnTo>
                    <a:pt x="839031" y="646036"/>
                  </a:lnTo>
                  <a:lnTo>
                    <a:pt x="803318" y="635285"/>
                  </a:lnTo>
                  <a:lnTo>
                    <a:pt x="767743" y="624088"/>
                  </a:lnTo>
                  <a:lnTo>
                    <a:pt x="732311" y="612446"/>
                  </a:lnTo>
                  <a:lnTo>
                    <a:pt x="697027" y="600360"/>
                  </a:lnTo>
                  <a:lnTo>
                    <a:pt x="661898" y="587834"/>
                  </a:lnTo>
                  <a:lnTo>
                    <a:pt x="626929" y="574867"/>
                  </a:lnTo>
                  <a:lnTo>
                    <a:pt x="592125" y="561464"/>
                  </a:lnTo>
                  <a:lnTo>
                    <a:pt x="557491" y="547626"/>
                  </a:lnTo>
                  <a:lnTo>
                    <a:pt x="523034" y="533354"/>
                  </a:lnTo>
                  <a:lnTo>
                    <a:pt x="488758" y="518652"/>
                  </a:lnTo>
                  <a:lnTo>
                    <a:pt x="454670" y="503521"/>
                  </a:lnTo>
                  <a:lnTo>
                    <a:pt x="420773" y="487964"/>
                  </a:lnTo>
                  <a:lnTo>
                    <a:pt x="387075" y="471984"/>
                  </a:lnTo>
                  <a:lnTo>
                    <a:pt x="353579" y="455582"/>
                  </a:lnTo>
                  <a:lnTo>
                    <a:pt x="320291" y="438762"/>
                  </a:lnTo>
                  <a:lnTo>
                    <a:pt x="287217" y="421527"/>
                  </a:lnTo>
                  <a:lnTo>
                    <a:pt x="254361" y="403877"/>
                  </a:lnTo>
                  <a:lnTo>
                    <a:pt x="221730" y="385818"/>
                  </a:lnTo>
                  <a:lnTo>
                    <a:pt x="189327" y="367351"/>
                  </a:lnTo>
                  <a:lnTo>
                    <a:pt x="157158" y="348479"/>
                  </a:lnTo>
                  <a:lnTo>
                    <a:pt x="125228" y="329206"/>
                  </a:lnTo>
                  <a:lnTo>
                    <a:pt x="93543" y="309533"/>
                  </a:lnTo>
                  <a:lnTo>
                    <a:pt x="62106" y="289466"/>
                  </a:lnTo>
                  <a:lnTo>
                    <a:pt x="30923" y="269005"/>
                  </a:lnTo>
                  <a:lnTo>
                    <a:pt x="0" y="248156"/>
                  </a:lnTo>
                  <a:lnTo>
                    <a:pt x="21197" y="217136"/>
                  </a:lnTo>
                  <a:lnTo>
                    <a:pt x="42395" y="186117"/>
                  </a:lnTo>
                  <a:lnTo>
                    <a:pt x="63593" y="155097"/>
                  </a:lnTo>
                  <a:lnTo>
                    <a:pt x="84791" y="124078"/>
                  </a:lnTo>
                  <a:lnTo>
                    <a:pt x="105989" y="93058"/>
                  </a:lnTo>
                  <a:lnTo>
                    <a:pt x="127187" y="62039"/>
                  </a:lnTo>
                  <a:lnTo>
                    <a:pt x="148385" y="31019"/>
                  </a:lnTo>
                  <a:lnTo>
                    <a:pt x="169583" y="0"/>
                  </a:lnTo>
                  <a:lnTo>
                    <a:pt x="197383" y="18743"/>
                  </a:lnTo>
                  <a:lnTo>
                    <a:pt x="225416" y="37136"/>
                  </a:lnTo>
                  <a:lnTo>
                    <a:pt x="253678" y="55177"/>
                  </a:lnTo>
                  <a:lnTo>
                    <a:pt x="282163" y="72862"/>
                  </a:lnTo>
                  <a:lnTo>
                    <a:pt x="310867" y="90189"/>
                  </a:lnTo>
                  <a:lnTo>
                    <a:pt x="339787" y="107154"/>
                  </a:lnTo>
                  <a:lnTo>
                    <a:pt x="368916" y="123756"/>
                  </a:lnTo>
                  <a:lnTo>
                    <a:pt x="398252" y="139991"/>
                  </a:lnTo>
                  <a:lnTo>
                    <a:pt x="427789" y="155858"/>
                  </a:lnTo>
                  <a:lnTo>
                    <a:pt x="457522" y="171353"/>
                  </a:lnTo>
                  <a:lnTo>
                    <a:pt x="487447" y="186474"/>
                  </a:lnTo>
                  <a:lnTo>
                    <a:pt x="517560" y="201219"/>
                  </a:lnTo>
                  <a:lnTo>
                    <a:pt x="547855" y="215585"/>
                  </a:lnTo>
                  <a:lnTo>
                    <a:pt x="578327" y="229570"/>
                  </a:lnTo>
                  <a:lnTo>
                    <a:pt x="608973" y="243172"/>
                  </a:lnTo>
                  <a:lnTo>
                    <a:pt x="639786" y="256390"/>
                  </a:lnTo>
                  <a:lnTo>
                    <a:pt x="670763" y="269220"/>
                  </a:lnTo>
                  <a:lnTo>
                    <a:pt x="701898" y="281660"/>
                  </a:lnTo>
                  <a:lnTo>
                    <a:pt x="733186" y="293710"/>
                  </a:lnTo>
                  <a:lnTo>
                    <a:pt x="764624" y="305366"/>
                  </a:lnTo>
                  <a:lnTo>
                    <a:pt x="796204" y="316628"/>
                  </a:lnTo>
                  <a:lnTo>
                    <a:pt x="827924" y="327492"/>
                  </a:lnTo>
                  <a:lnTo>
                    <a:pt x="859777" y="337959"/>
                  </a:lnTo>
                  <a:lnTo>
                    <a:pt x="891759" y="348025"/>
                  </a:lnTo>
                  <a:lnTo>
                    <a:pt x="923864" y="357689"/>
                  </a:lnTo>
                  <a:lnTo>
                    <a:pt x="956088" y="366951"/>
                  </a:lnTo>
                  <a:lnTo>
                    <a:pt x="988426" y="375808"/>
                  </a:lnTo>
                  <a:lnTo>
                    <a:pt x="1020872" y="384259"/>
                  </a:lnTo>
                  <a:lnTo>
                    <a:pt x="1053421" y="392302"/>
                  </a:lnTo>
                  <a:lnTo>
                    <a:pt x="1086069" y="399937"/>
                  </a:lnTo>
                  <a:lnTo>
                    <a:pt x="1118810" y="407162"/>
                  </a:lnTo>
                  <a:lnTo>
                    <a:pt x="1151639" y="413976"/>
                  </a:lnTo>
                  <a:lnTo>
                    <a:pt x="1184550" y="420379"/>
                  </a:lnTo>
                  <a:lnTo>
                    <a:pt x="1217539" y="426368"/>
                  </a:lnTo>
                  <a:lnTo>
                    <a:pt x="1250601" y="431943"/>
                  </a:lnTo>
                  <a:lnTo>
                    <a:pt x="1283730" y="437104"/>
                  </a:lnTo>
                  <a:lnTo>
                    <a:pt x="1316921" y="441848"/>
                  </a:lnTo>
                  <a:lnTo>
                    <a:pt x="1350169" y="446177"/>
                  </a:lnTo>
                  <a:lnTo>
                    <a:pt x="1383469" y="450088"/>
                  </a:lnTo>
                  <a:lnTo>
                    <a:pt x="1416815" y="453582"/>
                  </a:lnTo>
                  <a:lnTo>
                    <a:pt x="1450202" y="456657"/>
                  </a:lnTo>
                  <a:lnTo>
                    <a:pt x="1483625" y="459314"/>
                  </a:lnTo>
                  <a:lnTo>
                    <a:pt x="1517079" y="461552"/>
                  </a:lnTo>
                  <a:lnTo>
                    <a:pt x="1550558" y="463370"/>
                  </a:lnTo>
                  <a:lnTo>
                    <a:pt x="1584058" y="464769"/>
                  </a:lnTo>
                  <a:lnTo>
                    <a:pt x="1617572" y="465747"/>
                  </a:lnTo>
                  <a:lnTo>
                    <a:pt x="1651096" y="466305"/>
                  </a:lnTo>
                  <a:lnTo>
                    <a:pt x="1684624" y="466443"/>
                  </a:lnTo>
                  <a:lnTo>
                    <a:pt x="1718152" y="466161"/>
                  </a:lnTo>
                  <a:lnTo>
                    <a:pt x="1751673" y="465459"/>
                  </a:lnTo>
                  <a:lnTo>
                    <a:pt x="1785183" y="464337"/>
                  </a:lnTo>
                  <a:lnTo>
                    <a:pt x="1818676" y="462794"/>
                  </a:lnTo>
                  <a:lnTo>
                    <a:pt x="1852147" y="460832"/>
                  </a:lnTo>
                  <a:lnTo>
                    <a:pt x="1885591" y="458451"/>
                  </a:lnTo>
                  <a:lnTo>
                    <a:pt x="1919002" y="455651"/>
                  </a:lnTo>
                  <a:lnTo>
                    <a:pt x="1952376" y="452432"/>
                  </a:lnTo>
                  <a:lnTo>
                    <a:pt x="1985706" y="448795"/>
                  </a:lnTo>
                  <a:lnTo>
                    <a:pt x="2018989" y="444740"/>
                  </a:lnTo>
                  <a:lnTo>
                    <a:pt x="2052218" y="440269"/>
                  </a:lnTo>
                  <a:lnTo>
                    <a:pt x="2085388" y="435382"/>
                  </a:lnTo>
                  <a:lnTo>
                    <a:pt x="2118495" y="430079"/>
                  </a:lnTo>
                  <a:lnTo>
                    <a:pt x="2151533" y="424362"/>
                  </a:lnTo>
                  <a:lnTo>
                    <a:pt x="2184496" y="418231"/>
                  </a:lnTo>
                  <a:lnTo>
                    <a:pt x="2217380" y="411687"/>
                  </a:lnTo>
                  <a:lnTo>
                    <a:pt x="2250179" y="404732"/>
                  </a:lnTo>
                  <a:lnTo>
                    <a:pt x="2282888" y="397367"/>
                  </a:lnTo>
                  <a:lnTo>
                    <a:pt x="2315503" y="389591"/>
                  </a:lnTo>
                  <a:lnTo>
                    <a:pt x="2348018" y="381408"/>
                  </a:lnTo>
                  <a:lnTo>
                    <a:pt x="2380427" y="372818"/>
                  </a:lnTo>
                  <a:lnTo>
                    <a:pt x="2412726" y="363822"/>
                  </a:lnTo>
                  <a:lnTo>
                    <a:pt x="2444910" y="354423"/>
                  </a:lnTo>
                  <a:lnTo>
                    <a:pt x="2476974" y="344620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 rot="-4911866">
              <a:off x="4036973" y="6147385"/>
              <a:ext cx="274137" cy="130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</a:t>
              </a:r>
            </a:p>
          </p:txBody>
        </p:sp>
        <p:sp>
          <p:nvSpPr>
            <p:cNvPr id="50" name="pg50"/>
            <p:cNvSpPr/>
            <p:nvPr/>
          </p:nvSpPr>
          <p:spPr>
            <a:xfrm>
              <a:off x="1596396" y="3064401"/>
              <a:ext cx="1315921" cy="2698251"/>
            </a:xfrm>
            <a:custGeom>
              <a:avLst/>
              <a:pathLst>
                <a:path w="1315921" h="2698251">
                  <a:moveTo>
                    <a:pt x="1315921" y="2462528"/>
                  </a:moveTo>
                  <a:lnTo>
                    <a:pt x="1292610" y="2491994"/>
                  </a:lnTo>
                  <a:lnTo>
                    <a:pt x="1269300" y="2521459"/>
                  </a:lnTo>
                  <a:lnTo>
                    <a:pt x="1245990" y="2550924"/>
                  </a:lnTo>
                  <a:lnTo>
                    <a:pt x="1222680" y="2580390"/>
                  </a:lnTo>
                  <a:lnTo>
                    <a:pt x="1199370" y="2609855"/>
                  </a:lnTo>
                  <a:lnTo>
                    <a:pt x="1176060" y="2639320"/>
                  </a:lnTo>
                  <a:lnTo>
                    <a:pt x="1152750" y="2668785"/>
                  </a:lnTo>
                  <a:lnTo>
                    <a:pt x="1129439" y="2698251"/>
                  </a:lnTo>
                  <a:lnTo>
                    <a:pt x="1100432" y="2675007"/>
                  </a:lnTo>
                  <a:lnTo>
                    <a:pt x="1071718" y="2651403"/>
                  </a:lnTo>
                  <a:lnTo>
                    <a:pt x="1043300" y="2627442"/>
                  </a:lnTo>
                  <a:lnTo>
                    <a:pt x="1015185" y="2603128"/>
                  </a:lnTo>
                  <a:lnTo>
                    <a:pt x="987375" y="2578464"/>
                  </a:lnTo>
                  <a:lnTo>
                    <a:pt x="959875" y="2553455"/>
                  </a:lnTo>
                  <a:lnTo>
                    <a:pt x="932690" y="2528105"/>
                  </a:lnTo>
                  <a:lnTo>
                    <a:pt x="905823" y="2502417"/>
                  </a:lnTo>
                  <a:lnTo>
                    <a:pt x="879280" y="2476395"/>
                  </a:lnTo>
                  <a:lnTo>
                    <a:pt x="853064" y="2450044"/>
                  </a:lnTo>
                  <a:lnTo>
                    <a:pt x="827179" y="2423367"/>
                  </a:lnTo>
                  <a:lnTo>
                    <a:pt x="801629" y="2396369"/>
                  </a:lnTo>
                  <a:lnTo>
                    <a:pt x="776419" y="2369054"/>
                  </a:lnTo>
                  <a:lnTo>
                    <a:pt x="751551" y="2341426"/>
                  </a:lnTo>
                  <a:lnTo>
                    <a:pt x="727031" y="2313490"/>
                  </a:lnTo>
                  <a:lnTo>
                    <a:pt x="702862" y="2285249"/>
                  </a:lnTo>
                  <a:lnTo>
                    <a:pt x="679047" y="2256709"/>
                  </a:lnTo>
                  <a:lnTo>
                    <a:pt x="655590" y="2227874"/>
                  </a:lnTo>
                  <a:lnTo>
                    <a:pt x="632496" y="2198748"/>
                  </a:lnTo>
                  <a:lnTo>
                    <a:pt x="609767" y="2169335"/>
                  </a:lnTo>
                  <a:lnTo>
                    <a:pt x="587408" y="2139641"/>
                  </a:lnTo>
                  <a:lnTo>
                    <a:pt x="565421" y="2109671"/>
                  </a:lnTo>
                  <a:lnTo>
                    <a:pt x="543810" y="2079427"/>
                  </a:lnTo>
                  <a:lnTo>
                    <a:pt x="522579" y="2048916"/>
                  </a:lnTo>
                  <a:lnTo>
                    <a:pt x="501731" y="2018143"/>
                  </a:lnTo>
                  <a:lnTo>
                    <a:pt x="481268" y="1987111"/>
                  </a:lnTo>
                  <a:lnTo>
                    <a:pt x="461195" y="1955826"/>
                  </a:lnTo>
                  <a:lnTo>
                    <a:pt x="441514" y="1924293"/>
                  </a:lnTo>
                  <a:lnTo>
                    <a:pt x="422229" y="1892516"/>
                  </a:lnTo>
                  <a:lnTo>
                    <a:pt x="403342" y="1860501"/>
                  </a:lnTo>
                  <a:lnTo>
                    <a:pt x="384856" y="1828253"/>
                  </a:lnTo>
                  <a:lnTo>
                    <a:pt x="366775" y="1795776"/>
                  </a:lnTo>
                  <a:lnTo>
                    <a:pt x="349101" y="1763076"/>
                  </a:lnTo>
                  <a:lnTo>
                    <a:pt x="331836" y="1730157"/>
                  </a:lnTo>
                  <a:lnTo>
                    <a:pt x="314984" y="1697026"/>
                  </a:lnTo>
                  <a:lnTo>
                    <a:pt x="298548" y="1663686"/>
                  </a:lnTo>
                  <a:lnTo>
                    <a:pt x="282529" y="1630144"/>
                  </a:lnTo>
                  <a:lnTo>
                    <a:pt x="266930" y="1596405"/>
                  </a:lnTo>
                  <a:lnTo>
                    <a:pt x="251754" y="1562473"/>
                  </a:lnTo>
                  <a:lnTo>
                    <a:pt x="237004" y="1528354"/>
                  </a:lnTo>
                  <a:lnTo>
                    <a:pt x="222680" y="1494054"/>
                  </a:lnTo>
                  <a:lnTo>
                    <a:pt x="208786" y="1459577"/>
                  </a:lnTo>
                  <a:lnTo>
                    <a:pt x="195324" y="1424929"/>
                  </a:lnTo>
                  <a:lnTo>
                    <a:pt x="182295" y="1390116"/>
                  </a:lnTo>
                  <a:lnTo>
                    <a:pt x="169703" y="1355143"/>
                  </a:lnTo>
                  <a:lnTo>
                    <a:pt x="157548" y="1320016"/>
                  </a:lnTo>
                  <a:lnTo>
                    <a:pt x="145834" y="1284739"/>
                  </a:lnTo>
                  <a:lnTo>
                    <a:pt x="134560" y="1249319"/>
                  </a:lnTo>
                  <a:lnTo>
                    <a:pt x="123730" y="1213761"/>
                  </a:lnTo>
                  <a:lnTo>
                    <a:pt x="113345" y="1178070"/>
                  </a:lnTo>
                  <a:lnTo>
                    <a:pt x="103407" y="1142252"/>
                  </a:lnTo>
                  <a:lnTo>
                    <a:pt x="93917" y="1106313"/>
                  </a:lnTo>
                  <a:lnTo>
                    <a:pt x="84877" y="1070258"/>
                  </a:lnTo>
                  <a:lnTo>
                    <a:pt x="76287" y="1034093"/>
                  </a:lnTo>
                  <a:lnTo>
                    <a:pt x="68151" y="997824"/>
                  </a:lnTo>
                  <a:lnTo>
                    <a:pt x="60467" y="961456"/>
                  </a:lnTo>
                  <a:lnTo>
                    <a:pt x="53239" y="924994"/>
                  </a:lnTo>
                  <a:lnTo>
                    <a:pt x="46467" y="888445"/>
                  </a:lnTo>
                  <a:lnTo>
                    <a:pt x="40152" y="851815"/>
                  </a:lnTo>
                  <a:lnTo>
                    <a:pt x="34295" y="815108"/>
                  </a:lnTo>
                  <a:lnTo>
                    <a:pt x="28896" y="778331"/>
                  </a:lnTo>
                  <a:lnTo>
                    <a:pt x="23958" y="741490"/>
                  </a:lnTo>
                  <a:lnTo>
                    <a:pt x="19480" y="704590"/>
                  </a:lnTo>
                  <a:lnTo>
                    <a:pt x="15464" y="667636"/>
                  </a:lnTo>
                  <a:lnTo>
                    <a:pt x="11910" y="630636"/>
                  </a:lnTo>
                  <a:lnTo>
                    <a:pt x="8818" y="593593"/>
                  </a:lnTo>
                  <a:lnTo>
                    <a:pt x="6189" y="556516"/>
                  </a:lnTo>
                  <a:lnTo>
                    <a:pt x="4023" y="519408"/>
                  </a:lnTo>
                  <a:lnTo>
                    <a:pt x="2321" y="482276"/>
                  </a:lnTo>
                  <a:lnTo>
                    <a:pt x="1083" y="445126"/>
                  </a:lnTo>
                  <a:lnTo>
                    <a:pt x="309" y="407963"/>
                  </a:lnTo>
                  <a:lnTo>
                    <a:pt x="0" y="370793"/>
                  </a:lnTo>
                  <a:lnTo>
                    <a:pt x="154" y="333622"/>
                  </a:lnTo>
                  <a:lnTo>
                    <a:pt x="773" y="296457"/>
                  </a:lnTo>
                  <a:lnTo>
                    <a:pt x="1857" y="259301"/>
                  </a:lnTo>
                  <a:lnTo>
                    <a:pt x="3404" y="222163"/>
                  </a:lnTo>
                  <a:lnTo>
                    <a:pt x="5415" y="185046"/>
                  </a:lnTo>
                  <a:lnTo>
                    <a:pt x="7890" y="147958"/>
                  </a:lnTo>
                  <a:lnTo>
                    <a:pt x="10828" y="110903"/>
                  </a:lnTo>
                  <a:lnTo>
                    <a:pt x="14228" y="73888"/>
                  </a:lnTo>
                  <a:lnTo>
                    <a:pt x="18090" y="36918"/>
                  </a:lnTo>
                  <a:lnTo>
                    <a:pt x="22414" y="0"/>
                  </a:lnTo>
                  <a:lnTo>
                    <a:pt x="59702" y="4603"/>
                  </a:lnTo>
                  <a:lnTo>
                    <a:pt x="96990" y="9207"/>
                  </a:lnTo>
                  <a:lnTo>
                    <a:pt x="134278" y="13810"/>
                  </a:lnTo>
                  <a:lnTo>
                    <a:pt x="171565" y="18414"/>
                  </a:lnTo>
                  <a:lnTo>
                    <a:pt x="208853" y="23017"/>
                  </a:lnTo>
                  <a:lnTo>
                    <a:pt x="246141" y="27621"/>
                  </a:lnTo>
                  <a:lnTo>
                    <a:pt x="283429" y="32224"/>
                  </a:lnTo>
                  <a:lnTo>
                    <a:pt x="320716" y="36828"/>
                  </a:lnTo>
                  <a:lnTo>
                    <a:pt x="316829" y="70017"/>
                  </a:lnTo>
                  <a:lnTo>
                    <a:pt x="313357" y="103253"/>
                  </a:lnTo>
                  <a:lnTo>
                    <a:pt x="310300" y="136529"/>
                  </a:lnTo>
                  <a:lnTo>
                    <a:pt x="307659" y="169840"/>
                  </a:lnTo>
                  <a:lnTo>
                    <a:pt x="305434" y="203183"/>
                  </a:lnTo>
                  <a:lnTo>
                    <a:pt x="303626" y="236550"/>
                  </a:lnTo>
                  <a:lnTo>
                    <a:pt x="302235" y="269937"/>
                  </a:lnTo>
                  <a:lnTo>
                    <a:pt x="301261" y="303340"/>
                  </a:lnTo>
                  <a:lnTo>
                    <a:pt x="300705" y="336751"/>
                  </a:lnTo>
                  <a:lnTo>
                    <a:pt x="300566" y="370167"/>
                  </a:lnTo>
                  <a:lnTo>
                    <a:pt x="300844" y="403582"/>
                  </a:lnTo>
                  <a:lnTo>
                    <a:pt x="301539" y="436991"/>
                  </a:lnTo>
                  <a:lnTo>
                    <a:pt x="302652" y="470389"/>
                  </a:lnTo>
                  <a:lnTo>
                    <a:pt x="304182" y="503770"/>
                  </a:lnTo>
                  <a:lnTo>
                    <a:pt x="306129" y="537130"/>
                  </a:lnTo>
                  <a:lnTo>
                    <a:pt x="308493" y="570463"/>
                  </a:lnTo>
                  <a:lnTo>
                    <a:pt x="311273" y="603763"/>
                  </a:lnTo>
                  <a:lnTo>
                    <a:pt x="314468" y="637026"/>
                  </a:lnTo>
                  <a:lnTo>
                    <a:pt x="318079" y="670247"/>
                  </a:lnTo>
                  <a:lnTo>
                    <a:pt x="322104" y="703420"/>
                  </a:lnTo>
                  <a:lnTo>
                    <a:pt x="326544" y="736540"/>
                  </a:lnTo>
                  <a:lnTo>
                    <a:pt x="331396" y="769602"/>
                  </a:lnTo>
                  <a:lnTo>
                    <a:pt x="336662" y="802601"/>
                  </a:lnTo>
                  <a:lnTo>
                    <a:pt x="342339" y="835532"/>
                  </a:lnTo>
                  <a:lnTo>
                    <a:pt x="348427" y="868389"/>
                  </a:lnTo>
                  <a:lnTo>
                    <a:pt x="354926" y="901167"/>
                  </a:lnTo>
                  <a:lnTo>
                    <a:pt x="361833" y="933862"/>
                  </a:lnTo>
                  <a:lnTo>
                    <a:pt x="369148" y="966467"/>
                  </a:lnTo>
                  <a:lnTo>
                    <a:pt x="376869" y="998979"/>
                  </a:lnTo>
                  <a:lnTo>
                    <a:pt x="384996" y="1031392"/>
                  </a:lnTo>
                  <a:lnTo>
                    <a:pt x="393528" y="1063701"/>
                  </a:lnTo>
                  <a:lnTo>
                    <a:pt x="402462" y="1095901"/>
                  </a:lnTo>
                  <a:lnTo>
                    <a:pt x="411798" y="1127987"/>
                  </a:lnTo>
                  <a:lnTo>
                    <a:pt x="421534" y="1159953"/>
                  </a:lnTo>
                  <a:lnTo>
                    <a:pt x="431669" y="1191796"/>
                  </a:lnTo>
                  <a:lnTo>
                    <a:pt x="442200" y="1223509"/>
                  </a:lnTo>
                  <a:lnTo>
                    <a:pt x="453127" y="1255088"/>
                  </a:lnTo>
                  <a:lnTo>
                    <a:pt x="464448" y="1286529"/>
                  </a:lnTo>
                  <a:lnTo>
                    <a:pt x="476160" y="1317825"/>
                  </a:lnTo>
                  <a:lnTo>
                    <a:pt x="488262" y="1348973"/>
                  </a:lnTo>
                  <a:lnTo>
                    <a:pt x="500753" y="1379967"/>
                  </a:lnTo>
                  <a:lnTo>
                    <a:pt x="513630" y="1410803"/>
                  </a:lnTo>
                  <a:lnTo>
                    <a:pt x="526891" y="1441475"/>
                  </a:lnTo>
                  <a:lnTo>
                    <a:pt x="540534" y="1471980"/>
                  </a:lnTo>
                  <a:lnTo>
                    <a:pt x="554557" y="1502311"/>
                  </a:lnTo>
                  <a:lnTo>
                    <a:pt x="568957" y="1532465"/>
                  </a:lnTo>
                  <a:lnTo>
                    <a:pt x="583734" y="1562437"/>
                  </a:lnTo>
                  <a:lnTo>
                    <a:pt x="598883" y="1592222"/>
                  </a:lnTo>
                  <a:lnTo>
                    <a:pt x="614404" y="1621815"/>
                  </a:lnTo>
                  <a:lnTo>
                    <a:pt x="630293" y="1651212"/>
                  </a:lnTo>
                  <a:lnTo>
                    <a:pt x="646548" y="1680409"/>
                  </a:lnTo>
                  <a:lnTo>
                    <a:pt x="663166" y="1709400"/>
                  </a:lnTo>
                  <a:lnTo>
                    <a:pt x="680145" y="1738181"/>
                  </a:lnTo>
                  <a:lnTo>
                    <a:pt x="697483" y="1766748"/>
                  </a:lnTo>
                  <a:lnTo>
                    <a:pt x="715175" y="1795096"/>
                  </a:lnTo>
                  <a:lnTo>
                    <a:pt x="733221" y="1823221"/>
                  </a:lnTo>
                  <a:lnTo>
                    <a:pt x="751617" y="1851118"/>
                  </a:lnTo>
                  <a:lnTo>
                    <a:pt x="770359" y="1878783"/>
                  </a:lnTo>
                  <a:lnTo>
                    <a:pt x="789446" y="1906212"/>
                  </a:lnTo>
                  <a:lnTo>
                    <a:pt x="808874" y="1933401"/>
                  </a:lnTo>
                  <a:lnTo>
                    <a:pt x="828640" y="1960344"/>
                  </a:lnTo>
                  <a:lnTo>
                    <a:pt x="848741" y="1987039"/>
                  </a:lnTo>
                  <a:lnTo>
                    <a:pt x="869174" y="2013480"/>
                  </a:lnTo>
                  <a:lnTo>
                    <a:pt x="889935" y="2039664"/>
                  </a:lnTo>
                  <a:lnTo>
                    <a:pt x="911022" y="2065587"/>
                  </a:lnTo>
                  <a:lnTo>
                    <a:pt x="932431" y="2091244"/>
                  </a:lnTo>
                  <a:lnTo>
                    <a:pt x="954159" y="2116632"/>
                  </a:lnTo>
                  <a:lnTo>
                    <a:pt x="976203" y="2141746"/>
                  </a:lnTo>
                  <a:lnTo>
                    <a:pt x="998558" y="2166584"/>
                  </a:lnTo>
                  <a:lnTo>
                    <a:pt x="1021222" y="2191140"/>
                  </a:lnTo>
                  <a:lnTo>
                    <a:pt x="1044191" y="2215410"/>
                  </a:lnTo>
                  <a:lnTo>
                    <a:pt x="1067462" y="2239393"/>
                  </a:lnTo>
                  <a:lnTo>
                    <a:pt x="1091030" y="2263082"/>
                  </a:lnTo>
                  <a:lnTo>
                    <a:pt x="1114892" y="2286475"/>
                  </a:lnTo>
                  <a:lnTo>
                    <a:pt x="1139045" y="2309569"/>
                  </a:lnTo>
                  <a:lnTo>
                    <a:pt x="1163484" y="2332359"/>
                  </a:lnTo>
                  <a:lnTo>
                    <a:pt x="1188206" y="2354841"/>
                  </a:lnTo>
                  <a:lnTo>
                    <a:pt x="1213207" y="2377014"/>
                  </a:lnTo>
                  <a:lnTo>
                    <a:pt x="1238483" y="2398872"/>
                  </a:lnTo>
                  <a:lnTo>
                    <a:pt x="1264029" y="2420413"/>
                  </a:lnTo>
                  <a:lnTo>
                    <a:pt x="1289843" y="2441632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 rot="-1338426">
              <a:off x="1894971" y="4418805"/>
              <a:ext cx="210037" cy="130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Av</a:t>
              </a:r>
            </a:p>
          </p:txBody>
        </p:sp>
        <p:sp>
          <p:nvSpPr>
            <p:cNvPr id="52" name="pg52"/>
            <p:cNvSpPr/>
            <p:nvPr/>
          </p:nvSpPr>
          <p:spPr>
            <a:xfrm>
              <a:off x="1651438" y="1645158"/>
              <a:ext cx="779500" cy="1271674"/>
            </a:xfrm>
            <a:custGeom>
              <a:avLst/>
              <a:pathLst>
                <a:path w="779500" h="1271674">
                  <a:moveTo>
                    <a:pt x="295006" y="1271674"/>
                  </a:moveTo>
                  <a:lnTo>
                    <a:pt x="258130" y="1264480"/>
                  </a:lnTo>
                  <a:lnTo>
                    <a:pt x="221254" y="1257287"/>
                  </a:lnTo>
                  <a:lnTo>
                    <a:pt x="184378" y="1250094"/>
                  </a:lnTo>
                  <a:lnTo>
                    <a:pt x="147503" y="1242900"/>
                  </a:lnTo>
                  <a:lnTo>
                    <a:pt x="110627" y="1235707"/>
                  </a:lnTo>
                  <a:lnTo>
                    <a:pt x="73751" y="1228514"/>
                  </a:lnTo>
                  <a:lnTo>
                    <a:pt x="36875" y="1221320"/>
                  </a:lnTo>
                  <a:lnTo>
                    <a:pt x="0" y="1214127"/>
                  </a:lnTo>
                  <a:lnTo>
                    <a:pt x="7352" y="1177648"/>
                  </a:lnTo>
                  <a:lnTo>
                    <a:pt x="15161" y="1141265"/>
                  </a:lnTo>
                  <a:lnTo>
                    <a:pt x="23424" y="1104981"/>
                  </a:lnTo>
                  <a:lnTo>
                    <a:pt x="32140" y="1068804"/>
                  </a:lnTo>
                  <a:lnTo>
                    <a:pt x="41308" y="1032739"/>
                  </a:lnTo>
                  <a:lnTo>
                    <a:pt x="50926" y="996791"/>
                  </a:lnTo>
                  <a:lnTo>
                    <a:pt x="60993" y="960966"/>
                  </a:lnTo>
                  <a:lnTo>
                    <a:pt x="71507" y="925270"/>
                  </a:lnTo>
                  <a:lnTo>
                    <a:pt x="82466" y="889709"/>
                  </a:lnTo>
                  <a:lnTo>
                    <a:pt x="93870" y="854287"/>
                  </a:lnTo>
                  <a:lnTo>
                    <a:pt x="105716" y="819010"/>
                  </a:lnTo>
                  <a:lnTo>
                    <a:pt x="118001" y="783885"/>
                  </a:lnTo>
                  <a:lnTo>
                    <a:pt x="130725" y="748915"/>
                  </a:lnTo>
                  <a:lnTo>
                    <a:pt x="143886" y="714108"/>
                  </a:lnTo>
                  <a:lnTo>
                    <a:pt x="157481" y="679468"/>
                  </a:lnTo>
                  <a:lnTo>
                    <a:pt x="171507" y="645000"/>
                  </a:lnTo>
                  <a:lnTo>
                    <a:pt x="185964" y="610711"/>
                  </a:lnTo>
                  <a:lnTo>
                    <a:pt x="200849" y="576605"/>
                  </a:lnTo>
                  <a:lnTo>
                    <a:pt x="216158" y="542688"/>
                  </a:lnTo>
                  <a:lnTo>
                    <a:pt x="231891" y="508966"/>
                  </a:lnTo>
                  <a:lnTo>
                    <a:pt x="248044" y="475442"/>
                  </a:lnTo>
                  <a:lnTo>
                    <a:pt x="264616" y="442123"/>
                  </a:lnTo>
                  <a:lnTo>
                    <a:pt x="281602" y="409014"/>
                  </a:lnTo>
                  <a:lnTo>
                    <a:pt x="299001" y="376120"/>
                  </a:lnTo>
                  <a:lnTo>
                    <a:pt x="316811" y="343446"/>
                  </a:lnTo>
                  <a:lnTo>
                    <a:pt x="335027" y="310998"/>
                  </a:lnTo>
                  <a:lnTo>
                    <a:pt x="353648" y="278779"/>
                  </a:lnTo>
                  <a:lnTo>
                    <a:pt x="372670" y="246797"/>
                  </a:lnTo>
                  <a:lnTo>
                    <a:pt x="392091" y="215054"/>
                  </a:lnTo>
                  <a:lnTo>
                    <a:pt x="411907" y="183557"/>
                  </a:lnTo>
                  <a:lnTo>
                    <a:pt x="432116" y="152310"/>
                  </a:lnTo>
                  <a:lnTo>
                    <a:pt x="452714" y="121318"/>
                  </a:lnTo>
                  <a:lnTo>
                    <a:pt x="473697" y="90587"/>
                  </a:lnTo>
                  <a:lnTo>
                    <a:pt x="495064" y="60120"/>
                  </a:lnTo>
                  <a:lnTo>
                    <a:pt x="516809" y="29922"/>
                  </a:lnTo>
                  <a:lnTo>
                    <a:pt x="538931" y="0"/>
                  </a:lnTo>
                  <a:lnTo>
                    <a:pt x="569002" y="22523"/>
                  </a:lnTo>
                  <a:lnTo>
                    <a:pt x="599073" y="45046"/>
                  </a:lnTo>
                  <a:lnTo>
                    <a:pt x="629144" y="67569"/>
                  </a:lnTo>
                  <a:lnTo>
                    <a:pt x="659215" y="90093"/>
                  </a:lnTo>
                  <a:lnTo>
                    <a:pt x="689286" y="112616"/>
                  </a:lnTo>
                  <a:lnTo>
                    <a:pt x="719357" y="135139"/>
                  </a:lnTo>
                  <a:lnTo>
                    <a:pt x="749428" y="157662"/>
                  </a:lnTo>
                  <a:lnTo>
                    <a:pt x="779500" y="180186"/>
                  </a:lnTo>
                  <a:lnTo>
                    <a:pt x="759612" y="207086"/>
                  </a:lnTo>
                  <a:lnTo>
                    <a:pt x="740063" y="234233"/>
                  </a:lnTo>
                  <a:lnTo>
                    <a:pt x="720855" y="261623"/>
                  </a:lnTo>
                  <a:lnTo>
                    <a:pt x="701991" y="289250"/>
                  </a:lnTo>
                  <a:lnTo>
                    <a:pt x="683474" y="317111"/>
                  </a:lnTo>
                  <a:lnTo>
                    <a:pt x="665307" y="345202"/>
                  </a:lnTo>
                  <a:lnTo>
                    <a:pt x="647492" y="373517"/>
                  </a:lnTo>
                  <a:lnTo>
                    <a:pt x="630033" y="402054"/>
                  </a:lnTo>
                  <a:lnTo>
                    <a:pt x="612932" y="430806"/>
                  </a:lnTo>
                  <a:lnTo>
                    <a:pt x="596192" y="459770"/>
                  </a:lnTo>
                  <a:lnTo>
                    <a:pt x="579816" y="488941"/>
                  </a:lnTo>
                  <a:lnTo>
                    <a:pt x="563805" y="518314"/>
                  </a:lnTo>
                  <a:lnTo>
                    <a:pt x="548164" y="547886"/>
                  </a:lnTo>
                  <a:lnTo>
                    <a:pt x="532893" y="577650"/>
                  </a:lnTo>
                  <a:lnTo>
                    <a:pt x="517996" y="607604"/>
                  </a:lnTo>
                  <a:lnTo>
                    <a:pt x="503474" y="637741"/>
                  </a:lnTo>
                  <a:lnTo>
                    <a:pt x="489330" y="668057"/>
                  </a:lnTo>
                  <a:lnTo>
                    <a:pt x="475567" y="698548"/>
                  </a:lnTo>
                  <a:lnTo>
                    <a:pt x="462186" y="729209"/>
                  </a:lnTo>
                  <a:lnTo>
                    <a:pt x="449190" y="760035"/>
                  </a:lnTo>
                  <a:lnTo>
                    <a:pt x="436580" y="791021"/>
                  </a:lnTo>
                  <a:lnTo>
                    <a:pt x="424358" y="822162"/>
                  </a:lnTo>
                  <a:lnTo>
                    <a:pt x="412527" y="853453"/>
                  </a:lnTo>
                  <a:lnTo>
                    <a:pt x="401088" y="884890"/>
                  </a:lnTo>
                  <a:lnTo>
                    <a:pt x="390043" y="916468"/>
                  </a:lnTo>
                  <a:lnTo>
                    <a:pt x="379394" y="948181"/>
                  </a:lnTo>
                  <a:lnTo>
                    <a:pt x="369143" y="980025"/>
                  </a:lnTo>
                  <a:lnTo>
                    <a:pt x="359290" y="1011995"/>
                  </a:lnTo>
                  <a:lnTo>
                    <a:pt x="349838" y="1044085"/>
                  </a:lnTo>
                  <a:lnTo>
                    <a:pt x="340788" y="1076291"/>
                  </a:lnTo>
                  <a:lnTo>
                    <a:pt x="332141" y="1108608"/>
                  </a:lnTo>
                  <a:lnTo>
                    <a:pt x="323900" y="1141030"/>
                  </a:lnTo>
                  <a:lnTo>
                    <a:pt x="316064" y="1173553"/>
                  </a:lnTo>
                  <a:lnTo>
                    <a:pt x="308636" y="1206171"/>
                  </a:lnTo>
                  <a:lnTo>
                    <a:pt x="301616" y="1238880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 rot="1436139">
              <a:off x="2010357" y="2253555"/>
              <a:ext cx="121889" cy="130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54" name="pg54"/>
            <p:cNvSpPr/>
            <p:nvPr/>
          </p:nvSpPr>
          <p:spPr>
            <a:xfrm>
              <a:off x="2320605" y="460638"/>
              <a:ext cx="2064792" cy="1219259"/>
            </a:xfrm>
            <a:custGeom>
              <a:avLst/>
              <a:pathLst>
                <a:path w="2064792" h="1219259">
                  <a:moveTo>
                    <a:pt x="227413" y="1219259"/>
                  </a:moveTo>
                  <a:lnTo>
                    <a:pt x="198986" y="1194693"/>
                  </a:lnTo>
                  <a:lnTo>
                    <a:pt x="170560" y="1170127"/>
                  </a:lnTo>
                  <a:lnTo>
                    <a:pt x="142133" y="1145561"/>
                  </a:lnTo>
                  <a:lnTo>
                    <a:pt x="113706" y="1120995"/>
                  </a:lnTo>
                  <a:lnTo>
                    <a:pt x="85280" y="1096428"/>
                  </a:lnTo>
                  <a:lnTo>
                    <a:pt x="56853" y="1071862"/>
                  </a:lnTo>
                  <a:lnTo>
                    <a:pt x="28426" y="1047296"/>
                  </a:lnTo>
                  <a:lnTo>
                    <a:pt x="0" y="1022730"/>
                  </a:lnTo>
                  <a:lnTo>
                    <a:pt x="24520" y="994712"/>
                  </a:lnTo>
                  <a:lnTo>
                    <a:pt x="49390" y="967003"/>
                  </a:lnTo>
                  <a:lnTo>
                    <a:pt x="74605" y="939607"/>
                  </a:lnTo>
                  <a:lnTo>
                    <a:pt x="100160" y="912529"/>
                  </a:lnTo>
                  <a:lnTo>
                    <a:pt x="126052" y="885772"/>
                  </a:lnTo>
                  <a:lnTo>
                    <a:pt x="152277" y="859342"/>
                  </a:lnTo>
                  <a:lnTo>
                    <a:pt x="178830" y="833242"/>
                  </a:lnTo>
                  <a:lnTo>
                    <a:pt x="205708" y="807476"/>
                  </a:lnTo>
                  <a:lnTo>
                    <a:pt x="232906" y="782048"/>
                  </a:lnTo>
                  <a:lnTo>
                    <a:pt x="260421" y="756963"/>
                  </a:lnTo>
                  <a:lnTo>
                    <a:pt x="288247" y="732224"/>
                  </a:lnTo>
                  <a:lnTo>
                    <a:pt x="316380" y="707835"/>
                  </a:lnTo>
                  <a:lnTo>
                    <a:pt x="344816" y="683800"/>
                  </a:lnTo>
                  <a:lnTo>
                    <a:pt x="373551" y="660123"/>
                  </a:lnTo>
                  <a:lnTo>
                    <a:pt x="402580" y="636807"/>
                  </a:lnTo>
                  <a:lnTo>
                    <a:pt x="431898" y="613857"/>
                  </a:lnTo>
                  <a:lnTo>
                    <a:pt x="461502" y="591274"/>
                  </a:lnTo>
                  <a:lnTo>
                    <a:pt x="491385" y="569064"/>
                  </a:lnTo>
                  <a:lnTo>
                    <a:pt x="521544" y="547230"/>
                  </a:lnTo>
                  <a:lnTo>
                    <a:pt x="551974" y="525775"/>
                  </a:lnTo>
                  <a:lnTo>
                    <a:pt x="582670" y="504702"/>
                  </a:lnTo>
                  <a:lnTo>
                    <a:pt x="613627" y="484015"/>
                  </a:lnTo>
                  <a:lnTo>
                    <a:pt x="644841" y="463717"/>
                  </a:lnTo>
                  <a:lnTo>
                    <a:pt x="676306" y="443811"/>
                  </a:lnTo>
                  <a:lnTo>
                    <a:pt x="708018" y="424300"/>
                  </a:lnTo>
                  <a:lnTo>
                    <a:pt x="739971" y="405188"/>
                  </a:lnTo>
                  <a:lnTo>
                    <a:pt x="772161" y="386477"/>
                  </a:lnTo>
                  <a:lnTo>
                    <a:pt x="804583" y="368170"/>
                  </a:lnTo>
                  <a:lnTo>
                    <a:pt x="837231" y="350270"/>
                  </a:lnTo>
                  <a:lnTo>
                    <a:pt x="870100" y="332781"/>
                  </a:lnTo>
                  <a:lnTo>
                    <a:pt x="903186" y="315704"/>
                  </a:lnTo>
                  <a:lnTo>
                    <a:pt x="936483" y="299042"/>
                  </a:lnTo>
                  <a:lnTo>
                    <a:pt x="969986" y="282798"/>
                  </a:lnTo>
                  <a:lnTo>
                    <a:pt x="1003690" y="266975"/>
                  </a:lnTo>
                  <a:lnTo>
                    <a:pt x="1037588" y="251574"/>
                  </a:lnTo>
                  <a:lnTo>
                    <a:pt x="1071677" y="236599"/>
                  </a:lnTo>
                  <a:lnTo>
                    <a:pt x="1105951" y="222052"/>
                  </a:lnTo>
                  <a:lnTo>
                    <a:pt x="1140404" y="207934"/>
                  </a:lnTo>
                  <a:lnTo>
                    <a:pt x="1175031" y="194249"/>
                  </a:lnTo>
                  <a:lnTo>
                    <a:pt x="1209826" y="180998"/>
                  </a:lnTo>
                  <a:lnTo>
                    <a:pt x="1244784" y="168184"/>
                  </a:lnTo>
                  <a:lnTo>
                    <a:pt x="1279900" y="155808"/>
                  </a:lnTo>
                  <a:lnTo>
                    <a:pt x="1315169" y="143872"/>
                  </a:lnTo>
                  <a:lnTo>
                    <a:pt x="1350583" y="132379"/>
                  </a:lnTo>
                  <a:lnTo>
                    <a:pt x="1386139" y="121329"/>
                  </a:lnTo>
                  <a:lnTo>
                    <a:pt x="1421830" y="110726"/>
                  </a:lnTo>
                  <a:lnTo>
                    <a:pt x="1457652" y="100570"/>
                  </a:lnTo>
                  <a:lnTo>
                    <a:pt x="1493597" y="90862"/>
                  </a:lnTo>
                  <a:lnTo>
                    <a:pt x="1529661" y="81606"/>
                  </a:lnTo>
                  <a:lnTo>
                    <a:pt x="1565838" y="72801"/>
                  </a:lnTo>
                  <a:lnTo>
                    <a:pt x="1602123" y="64450"/>
                  </a:lnTo>
                  <a:lnTo>
                    <a:pt x="1638509" y="56553"/>
                  </a:lnTo>
                  <a:lnTo>
                    <a:pt x="1674991" y="49112"/>
                  </a:lnTo>
                  <a:lnTo>
                    <a:pt x="1711563" y="42128"/>
                  </a:lnTo>
                  <a:lnTo>
                    <a:pt x="1748220" y="35603"/>
                  </a:lnTo>
                  <a:lnTo>
                    <a:pt x="1784955" y="29536"/>
                  </a:lnTo>
                  <a:lnTo>
                    <a:pt x="1821764" y="23930"/>
                  </a:lnTo>
                  <a:lnTo>
                    <a:pt x="1858640" y="18785"/>
                  </a:lnTo>
                  <a:lnTo>
                    <a:pt x="1895577" y="14102"/>
                  </a:lnTo>
                  <a:lnTo>
                    <a:pt x="1932570" y="9881"/>
                  </a:lnTo>
                  <a:lnTo>
                    <a:pt x="1969613" y="6123"/>
                  </a:lnTo>
                  <a:lnTo>
                    <a:pt x="2006700" y="2829"/>
                  </a:lnTo>
                  <a:lnTo>
                    <a:pt x="2043826" y="0"/>
                  </a:lnTo>
                  <a:lnTo>
                    <a:pt x="2046446" y="37479"/>
                  </a:lnTo>
                  <a:lnTo>
                    <a:pt x="2049067" y="74958"/>
                  </a:lnTo>
                  <a:lnTo>
                    <a:pt x="2051688" y="112437"/>
                  </a:lnTo>
                  <a:lnTo>
                    <a:pt x="2054309" y="149917"/>
                  </a:lnTo>
                  <a:lnTo>
                    <a:pt x="2056930" y="187396"/>
                  </a:lnTo>
                  <a:lnTo>
                    <a:pt x="2059551" y="224875"/>
                  </a:lnTo>
                  <a:lnTo>
                    <a:pt x="2062171" y="262355"/>
                  </a:lnTo>
                  <a:lnTo>
                    <a:pt x="2064792" y="299834"/>
                  </a:lnTo>
                  <a:lnTo>
                    <a:pt x="2031417" y="302378"/>
                  </a:lnTo>
                  <a:lnTo>
                    <a:pt x="1998076" y="305339"/>
                  </a:lnTo>
                  <a:lnTo>
                    <a:pt x="1964775" y="308717"/>
                  </a:lnTo>
                  <a:lnTo>
                    <a:pt x="1931518" y="312512"/>
                  </a:lnTo>
                  <a:lnTo>
                    <a:pt x="1898312" y="316722"/>
                  </a:lnTo>
                  <a:lnTo>
                    <a:pt x="1865161" y="321347"/>
                  </a:lnTo>
                  <a:lnTo>
                    <a:pt x="1832070" y="326387"/>
                  </a:lnTo>
                  <a:lnTo>
                    <a:pt x="1799045" y="331841"/>
                  </a:lnTo>
                  <a:lnTo>
                    <a:pt x="1766091" y="337707"/>
                  </a:lnTo>
                  <a:lnTo>
                    <a:pt x="1733213" y="343986"/>
                  </a:lnTo>
                  <a:lnTo>
                    <a:pt x="1700416" y="350675"/>
                  </a:lnTo>
                  <a:lnTo>
                    <a:pt x="1667706" y="357774"/>
                  </a:lnTo>
                  <a:lnTo>
                    <a:pt x="1635086" y="365282"/>
                  </a:lnTo>
                  <a:lnTo>
                    <a:pt x="1602563" y="373197"/>
                  </a:lnTo>
                  <a:lnTo>
                    <a:pt x="1570142" y="381519"/>
                  </a:lnTo>
                  <a:lnTo>
                    <a:pt x="1537828" y="390245"/>
                  </a:lnTo>
                  <a:lnTo>
                    <a:pt x="1505625" y="399376"/>
                  </a:lnTo>
                  <a:lnTo>
                    <a:pt x="1473539" y="408908"/>
                  </a:lnTo>
                  <a:lnTo>
                    <a:pt x="1441574" y="418842"/>
                  </a:lnTo>
                  <a:lnTo>
                    <a:pt x="1409737" y="429174"/>
                  </a:lnTo>
                  <a:lnTo>
                    <a:pt x="1378031" y="439904"/>
                  </a:lnTo>
                  <a:lnTo>
                    <a:pt x="1346462" y="451030"/>
                  </a:lnTo>
                  <a:lnTo>
                    <a:pt x="1315035" y="462550"/>
                  </a:lnTo>
                  <a:lnTo>
                    <a:pt x="1283754" y="474462"/>
                  </a:lnTo>
                  <a:lnTo>
                    <a:pt x="1252625" y="486765"/>
                  </a:lnTo>
                  <a:lnTo>
                    <a:pt x="1221652" y="499457"/>
                  </a:lnTo>
                  <a:lnTo>
                    <a:pt x="1190841" y="512535"/>
                  </a:lnTo>
                  <a:lnTo>
                    <a:pt x="1160195" y="525997"/>
                  </a:lnTo>
                  <a:lnTo>
                    <a:pt x="1129720" y="539842"/>
                  </a:lnTo>
                  <a:lnTo>
                    <a:pt x="1099421" y="554067"/>
                  </a:lnTo>
                  <a:lnTo>
                    <a:pt x="1069303" y="568670"/>
                  </a:lnTo>
                  <a:lnTo>
                    <a:pt x="1039369" y="583649"/>
                  </a:lnTo>
                  <a:lnTo>
                    <a:pt x="1009625" y="599001"/>
                  </a:lnTo>
                  <a:lnTo>
                    <a:pt x="980076" y="614724"/>
                  </a:lnTo>
                  <a:lnTo>
                    <a:pt x="950725" y="630816"/>
                  </a:lnTo>
                  <a:lnTo>
                    <a:pt x="921578" y="647273"/>
                  </a:lnTo>
                  <a:lnTo>
                    <a:pt x="892640" y="664094"/>
                  </a:lnTo>
                  <a:lnTo>
                    <a:pt x="863914" y="681276"/>
                  </a:lnTo>
                  <a:lnTo>
                    <a:pt x="835406" y="698816"/>
                  </a:lnTo>
                  <a:lnTo>
                    <a:pt x="807119" y="716711"/>
                  </a:lnTo>
                  <a:lnTo>
                    <a:pt x="779058" y="734959"/>
                  </a:lnTo>
                  <a:lnTo>
                    <a:pt x="751228" y="753557"/>
                  </a:lnTo>
                  <a:lnTo>
                    <a:pt x="723632" y="772501"/>
                  </a:lnTo>
                  <a:lnTo>
                    <a:pt x="696276" y="791789"/>
                  </a:lnTo>
                  <a:lnTo>
                    <a:pt x="669164" y="811418"/>
                  </a:lnTo>
                  <a:lnTo>
                    <a:pt x="642299" y="831384"/>
                  </a:lnTo>
                  <a:lnTo>
                    <a:pt x="615686" y="851685"/>
                  </a:lnTo>
                  <a:lnTo>
                    <a:pt x="589329" y="872318"/>
                  </a:lnTo>
                  <a:lnTo>
                    <a:pt x="563232" y="893279"/>
                  </a:lnTo>
                  <a:lnTo>
                    <a:pt x="537400" y="914564"/>
                  </a:lnTo>
                  <a:lnTo>
                    <a:pt x="511836" y="936171"/>
                  </a:lnTo>
                  <a:lnTo>
                    <a:pt x="486544" y="958097"/>
                  </a:lnTo>
                  <a:lnTo>
                    <a:pt x="461529" y="980337"/>
                  </a:lnTo>
                  <a:lnTo>
                    <a:pt x="436794" y="1002888"/>
                  </a:lnTo>
                  <a:lnTo>
                    <a:pt x="412343" y="1025747"/>
                  </a:lnTo>
                  <a:lnTo>
                    <a:pt x="388180" y="1048910"/>
                  </a:lnTo>
                  <a:lnTo>
                    <a:pt x="364309" y="1072374"/>
                  </a:lnTo>
                  <a:lnTo>
                    <a:pt x="340733" y="1096135"/>
                  </a:lnTo>
                  <a:lnTo>
                    <a:pt x="317456" y="1120188"/>
                  </a:lnTo>
                  <a:lnTo>
                    <a:pt x="294482" y="1144532"/>
                  </a:lnTo>
                  <a:lnTo>
                    <a:pt x="271815" y="1169160"/>
                  </a:lnTo>
                  <a:lnTo>
                    <a:pt x="249457" y="1194071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 rot="3804996">
              <a:off x="3176511" y="848747"/>
              <a:ext cx="274137" cy="130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Pm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2123191" y="9601"/>
              <a:ext cx="4897617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Chord Diagram: Group Correlations (|r| &gt; 0.2)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2026-06-09T19:47:53Z</dcterms:modified>
  <cp:category/>
</cp:coreProperties>
</file>