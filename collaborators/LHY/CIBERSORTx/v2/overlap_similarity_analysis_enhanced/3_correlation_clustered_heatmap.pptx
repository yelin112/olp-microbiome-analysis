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3141761" y="232120"/>
              <a:ext cx="2674437" cy="130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Clustered Correlation Heatmap</a:t>
              </a:r>
            </a:p>
          </p:txBody>
        </p:sp>
        <p:sp>
          <p:nvSpPr>
            <p:cNvPr id="5" name="tx5"/>
            <p:cNvSpPr/>
            <p:nvPr/>
          </p:nvSpPr>
          <p:spPr>
            <a:xfrm>
              <a:off x="3123428" y="493638"/>
              <a:ext cx="2711104" cy="1300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(* p&lt;0.05, ** p&lt;0.01, *** p&lt;0.001)</a:t>
              </a:r>
            </a:p>
          </p:txBody>
        </p:sp>
        <p:sp>
          <p:nvSpPr>
            <p:cNvPr id="6" name="pl6"/>
            <p:cNvSpPr/>
            <p:nvPr/>
          </p:nvSpPr>
          <p:spPr>
            <a:xfrm>
              <a:off x="4478980" y="1403185"/>
              <a:ext cx="698500" cy="16867"/>
            </a:xfrm>
            <a:custGeom>
              <a:avLst/>
              <a:pathLst>
                <a:path w="698500" h="16867">
                  <a:moveTo>
                    <a:pt x="0" y="16867"/>
                  </a:moveTo>
                  <a:lnTo>
                    <a:pt x="0" y="0"/>
                  </a:lnTo>
                  <a:lnTo>
                    <a:pt x="698500" y="0"/>
                  </a:lnTo>
                  <a:lnTo>
                    <a:pt x="698500" y="16867"/>
                  </a:lnTo>
                  <a:lnTo>
                    <a:pt x="698500" y="16867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80480" y="1352022"/>
              <a:ext cx="1047750" cy="68030"/>
            </a:xfrm>
            <a:custGeom>
              <a:avLst/>
              <a:pathLst>
                <a:path w="1047750" h="68030">
                  <a:moveTo>
                    <a:pt x="0" y="68030"/>
                  </a:moveTo>
                  <a:lnTo>
                    <a:pt x="0" y="0"/>
                  </a:lnTo>
                  <a:lnTo>
                    <a:pt x="1047750" y="0"/>
                  </a:lnTo>
                  <a:lnTo>
                    <a:pt x="1047750" y="511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875980" y="1263476"/>
              <a:ext cx="698500" cy="156576"/>
            </a:xfrm>
            <a:custGeom>
              <a:avLst/>
              <a:pathLst>
                <a:path w="698500" h="156576">
                  <a:moveTo>
                    <a:pt x="0" y="156576"/>
                  </a:moveTo>
                  <a:lnTo>
                    <a:pt x="0" y="0"/>
                  </a:lnTo>
                  <a:lnTo>
                    <a:pt x="698500" y="0"/>
                  </a:lnTo>
                  <a:lnTo>
                    <a:pt x="698500" y="156576"/>
                  </a:lnTo>
                  <a:lnTo>
                    <a:pt x="698500" y="156576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383480" y="1058989"/>
              <a:ext cx="698500" cy="361063"/>
            </a:xfrm>
            <a:custGeom>
              <a:avLst/>
              <a:pathLst>
                <a:path w="698500" h="361063">
                  <a:moveTo>
                    <a:pt x="0" y="361063"/>
                  </a:moveTo>
                  <a:lnTo>
                    <a:pt x="0" y="0"/>
                  </a:lnTo>
                  <a:lnTo>
                    <a:pt x="698500" y="0"/>
                  </a:lnTo>
                  <a:lnTo>
                    <a:pt x="698500" y="361063"/>
                  </a:lnTo>
                  <a:lnTo>
                    <a:pt x="698500" y="36106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304355" y="1021628"/>
              <a:ext cx="1920874" cy="330393"/>
            </a:xfrm>
            <a:custGeom>
              <a:avLst/>
              <a:pathLst>
                <a:path w="1920874" h="330393">
                  <a:moveTo>
                    <a:pt x="0" y="330393"/>
                  </a:moveTo>
                  <a:lnTo>
                    <a:pt x="0" y="0"/>
                  </a:lnTo>
                  <a:lnTo>
                    <a:pt x="1920874" y="0"/>
                  </a:lnTo>
                  <a:lnTo>
                    <a:pt x="1920874" y="241848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2730" y="754814"/>
              <a:ext cx="2532062" cy="304174"/>
            </a:xfrm>
            <a:custGeom>
              <a:avLst/>
              <a:pathLst>
                <a:path w="2532062" h="304174">
                  <a:moveTo>
                    <a:pt x="0" y="304174"/>
                  </a:moveTo>
                  <a:lnTo>
                    <a:pt x="0" y="0"/>
                  </a:lnTo>
                  <a:lnTo>
                    <a:pt x="2532062" y="0"/>
                  </a:lnTo>
                  <a:lnTo>
                    <a:pt x="2532062" y="266813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017363" y="3864803"/>
              <a:ext cx="16867" cy="698500"/>
            </a:xfrm>
            <a:custGeom>
              <a:avLst/>
              <a:pathLst>
                <a:path w="16867" h="698500">
                  <a:moveTo>
                    <a:pt x="16867" y="0"/>
                  </a:moveTo>
                  <a:lnTo>
                    <a:pt x="0" y="0"/>
                  </a:lnTo>
                  <a:lnTo>
                    <a:pt x="0" y="698500"/>
                  </a:lnTo>
                  <a:lnTo>
                    <a:pt x="16867" y="698500"/>
                  </a:lnTo>
                  <a:lnTo>
                    <a:pt x="16867" y="6985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966199" y="3166303"/>
              <a:ext cx="68030" cy="1047750"/>
            </a:xfrm>
            <a:custGeom>
              <a:avLst/>
              <a:pathLst>
                <a:path w="68030" h="1047750">
                  <a:moveTo>
                    <a:pt x="68030" y="0"/>
                  </a:moveTo>
                  <a:lnTo>
                    <a:pt x="0" y="0"/>
                  </a:lnTo>
                  <a:lnTo>
                    <a:pt x="0" y="1047750"/>
                  </a:lnTo>
                  <a:lnTo>
                    <a:pt x="51163" y="104775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77654" y="5261803"/>
              <a:ext cx="156576" cy="698500"/>
            </a:xfrm>
            <a:custGeom>
              <a:avLst/>
              <a:pathLst>
                <a:path w="156576" h="698500">
                  <a:moveTo>
                    <a:pt x="156576" y="0"/>
                  </a:moveTo>
                  <a:lnTo>
                    <a:pt x="0" y="0"/>
                  </a:lnTo>
                  <a:lnTo>
                    <a:pt x="0" y="698500"/>
                  </a:lnTo>
                  <a:lnTo>
                    <a:pt x="156576" y="698500"/>
                  </a:lnTo>
                  <a:lnTo>
                    <a:pt x="156576" y="6985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73167" y="1769303"/>
              <a:ext cx="361063" cy="698500"/>
            </a:xfrm>
            <a:custGeom>
              <a:avLst/>
              <a:pathLst>
                <a:path w="361063" h="698500">
                  <a:moveTo>
                    <a:pt x="361063" y="0"/>
                  </a:moveTo>
                  <a:lnTo>
                    <a:pt x="0" y="0"/>
                  </a:lnTo>
                  <a:lnTo>
                    <a:pt x="0" y="698500"/>
                  </a:lnTo>
                  <a:lnTo>
                    <a:pt x="361063" y="698500"/>
                  </a:lnTo>
                  <a:lnTo>
                    <a:pt x="361063" y="69850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635806" y="3690178"/>
              <a:ext cx="330393" cy="1920875"/>
            </a:xfrm>
            <a:custGeom>
              <a:avLst/>
              <a:pathLst>
                <a:path w="330393" h="1920875">
                  <a:moveTo>
                    <a:pt x="330393" y="0"/>
                  </a:moveTo>
                  <a:lnTo>
                    <a:pt x="0" y="0"/>
                  </a:lnTo>
                  <a:lnTo>
                    <a:pt x="0" y="1920875"/>
                  </a:lnTo>
                  <a:lnTo>
                    <a:pt x="241848" y="1920875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368992" y="2118553"/>
              <a:ext cx="304174" cy="2532062"/>
            </a:xfrm>
            <a:custGeom>
              <a:avLst/>
              <a:pathLst>
                <a:path w="304174" h="2532062">
                  <a:moveTo>
                    <a:pt x="304174" y="0"/>
                  </a:moveTo>
                  <a:lnTo>
                    <a:pt x="0" y="0"/>
                  </a:lnTo>
                  <a:lnTo>
                    <a:pt x="0" y="2532062"/>
                  </a:lnTo>
                  <a:lnTo>
                    <a:pt x="266813" y="2532062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2034230" y="1420053"/>
              <a:ext cx="698500" cy="6985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034230" y="2118553"/>
              <a:ext cx="698500" cy="698500"/>
            </a:xfrm>
            <a:prstGeom prst="rect">
              <a:avLst/>
            </a:prstGeom>
            <a:solidFill>
              <a:srgbClr val="FEFC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2034230" y="2817053"/>
              <a:ext cx="698500" cy="698500"/>
            </a:xfrm>
            <a:prstGeom prst="rect">
              <a:avLst/>
            </a:prstGeom>
            <a:solidFill>
              <a:srgbClr val="F5B0B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034230" y="3515553"/>
              <a:ext cx="698500" cy="698500"/>
            </a:xfrm>
            <a:prstGeom prst="rect">
              <a:avLst/>
            </a:prstGeom>
            <a:solidFill>
              <a:srgbClr val="F8CCC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034230" y="4214053"/>
              <a:ext cx="698500" cy="698500"/>
            </a:xfrm>
            <a:prstGeom prst="rect">
              <a:avLst/>
            </a:prstGeom>
            <a:solidFill>
              <a:srgbClr val="F8C8C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34230" y="4912553"/>
              <a:ext cx="698500" cy="698500"/>
            </a:xfrm>
            <a:prstGeom prst="rect">
              <a:avLst/>
            </a:prstGeom>
            <a:solidFill>
              <a:srgbClr val="A2D7F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034230" y="5611053"/>
              <a:ext cx="698500" cy="698500"/>
            </a:xfrm>
            <a:prstGeom prst="rect">
              <a:avLst/>
            </a:prstGeom>
            <a:solidFill>
              <a:srgbClr val="71C2E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2730" y="1420053"/>
              <a:ext cx="698500" cy="698500"/>
            </a:xfrm>
            <a:prstGeom prst="rect">
              <a:avLst/>
            </a:prstGeom>
            <a:solidFill>
              <a:srgbClr val="FEFCF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732730" y="2118553"/>
              <a:ext cx="698500" cy="6985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732730" y="2817053"/>
              <a:ext cx="698500" cy="698500"/>
            </a:xfrm>
            <a:prstGeom prst="rect">
              <a:avLst/>
            </a:prstGeom>
            <a:solidFill>
              <a:srgbClr val="8CCEF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732730" y="3515553"/>
              <a:ext cx="698500" cy="698500"/>
            </a:xfrm>
            <a:prstGeom prst="rect">
              <a:avLst/>
            </a:prstGeom>
            <a:solidFill>
              <a:srgbClr val="5FBAE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732730" y="4214053"/>
              <a:ext cx="698500" cy="698500"/>
            </a:xfrm>
            <a:prstGeom prst="rect">
              <a:avLst/>
            </a:prstGeom>
            <a:solidFill>
              <a:srgbClr val="51B5E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732730" y="4912553"/>
              <a:ext cx="698500" cy="698500"/>
            </a:xfrm>
            <a:prstGeom prst="rect">
              <a:avLst/>
            </a:prstGeom>
            <a:solidFill>
              <a:srgbClr val="5AB8E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732730" y="5611053"/>
              <a:ext cx="698500" cy="698500"/>
            </a:xfrm>
            <a:prstGeom prst="rect">
              <a:avLst/>
            </a:prstGeom>
            <a:solidFill>
              <a:srgbClr val="DDF0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31230" y="1420053"/>
              <a:ext cx="698500" cy="698500"/>
            </a:xfrm>
            <a:prstGeom prst="rect">
              <a:avLst/>
            </a:prstGeom>
            <a:solidFill>
              <a:srgbClr val="F5B0B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31230" y="2118553"/>
              <a:ext cx="698500" cy="698500"/>
            </a:xfrm>
            <a:prstGeom prst="rect">
              <a:avLst/>
            </a:prstGeom>
            <a:solidFill>
              <a:srgbClr val="8CCEF1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31230" y="2817053"/>
              <a:ext cx="698500" cy="6985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31230" y="3515553"/>
              <a:ext cx="698500" cy="698500"/>
            </a:xfrm>
            <a:prstGeom prst="rect">
              <a:avLst/>
            </a:prstGeom>
            <a:solidFill>
              <a:srgbClr val="E7404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31230" y="4214053"/>
              <a:ext cx="698500" cy="698500"/>
            </a:xfrm>
            <a:prstGeom prst="rect">
              <a:avLst/>
            </a:prstGeom>
            <a:solidFill>
              <a:srgbClr val="E8444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31230" y="4912553"/>
              <a:ext cx="698500" cy="698500"/>
            </a:xfrm>
            <a:prstGeom prst="rect">
              <a:avLst/>
            </a:prstGeom>
            <a:solidFill>
              <a:srgbClr val="F6B4B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31230" y="5611053"/>
              <a:ext cx="698500" cy="698500"/>
            </a:xfrm>
            <a:prstGeom prst="rect">
              <a:avLst/>
            </a:prstGeom>
            <a:solidFill>
              <a:srgbClr val="FCECE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4129730" y="1420053"/>
              <a:ext cx="698500" cy="698500"/>
            </a:xfrm>
            <a:prstGeom prst="rect">
              <a:avLst/>
            </a:prstGeom>
            <a:solidFill>
              <a:srgbClr val="F8CCC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4129730" y="2118553"/>
              <a:ext cx="698500" cy="698500"/>
            </a:xfrm>
            <a:prstGeom prst="rect">
              <a:avLst/>
            </a:prstGeom>
            <a:solidFill>
              <a:srgbClr val="5FBAE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4129730" y="2817053"/>
              <a:ext cx="698500" cy="698500"/>
            </a:xfrm>
            <a:prstGeom prst="rect">
              <a:avLst/>
            </a:prstGeom>
            <a:solidFill>
              <a:srgbClr val="E7404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4129730" y="3515553"/>
              <a:ext cx="698500" cy="6985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4129730" y="4214053"/>
              <a:ext cx="698500" cy="6985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129730" y="4912553"/>
              <a:ext cx="698500" cy="698500"/>
            </a:xfrm>
            <a:prstGeom prst="rect">
              <a:avLst/>
            </a:prstGeom>
            <a:solidFill>
              <a:srgbClr val="F0888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4129730" y="5611053"/>
              <a:ext cx="698500" cy="698500"/>
            </a:xfrm>
            <a:prstGeom prst="rect">
              <a:avLst/>
            </a:prstGeom>
            <a:solidFill>
              <a:srgbClr val="F9D4D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4828230" y="1420053"/>
              <a:ext cx="698500" cy="698500"/>
            </a:xfrm>
            <a:prstGeom prst="rect">
              <a:avLst/>
            </a:prstGeom>
            <a:solidFill>
              <a:srgbClr val="F8C8C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828230" y="2118553"/>
              <a:ext cx="698500" cy="698500"/>
            </a:xfrm>
            <a:prstGeom prst="rect">
              <a:avLst/>
            </a:prstGeom>
            <a:solidFill>
              <a:srgbClr val="51B5EA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4828230" y="2817053"/>
              <a:ext cx="698500" cy="698500"/>
            </a:xfrm>
            <a:prstGeom prst="rect">
              <a:avLst/>
            </a:prstGeom>
            <a:solidFill>
              <a:srgbClr val="E8444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4828230" y="3515553"/>
              <a:ext cx="698500" cy="6985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4828230" y="4214053"/>
              <a:ext cx="698500" cy="6985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4828230" y="4912553"/>
              <a:ext cx="698500" cy="698500"/>
            </a:xfrm>
            <a:prstGeom prst="rect">
              <a:avLst/>
            </a:prstGeom>
            <a:solidFill>
              <a:srgbClr val="F0888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828230" y="5611053"/>
              <a:ext cx="698500" cy="698500"/>
            </a:xfrm>
            <a:prstGeom prst="rect">
              <a:avLst/>
            </a:prstGeom>
            <a:solidFill>
              <a:srgbClr val="FBE0E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526730" y="1420053"/>
              <a:ext cx="698500" cy="698500"/>
            </a:xfrm>
            <a:prstGeom prst="rect">
              <a:avLst/>
            </a:prstGeom>
            <a:solidFill>
              <a:srgbClr val="A2D7F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5526730" y="2118553"/>
              <a:ext cx="698500" cy="698500"/>
            </a:xfrm>
            <a:prstGeom prst="rect">
              <a:avLst/>
            </a:prstGeom>
            <a:solidFill>
              <a:srgbClr val="5AB8E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526730" y="2817053"/>
              <a:ext cx="698500" cy="698500"/>
            </a:xfrm>
            <a:prstGeom prst="rect">
              <a:avLst/>
            </a:prstGeom>
            <a:solidFill>
              <a:srgbClr val="F6B4B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5526730" y="3515553"/>
              <a:ext cx="698500" cy="698500"/>
            </a:xfrm>
            <a:prstGeom prst="rect">
              <a:avLst/>
            </a:prstGeom>
            <a:solidFill>
              <a:srgbClr val="F0888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526730" y="4214053"/>
              <a:ext cx="698500" cy="698500"/>
            </a:xfrm>
            <a:prstGeom prst="rect">
              <a:avLst/>
            </a:prstGeom>
            <a:solidFill>
              <a:srgbClr val="F0888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5526730" y="4912553"/>
              <a:ext cx="698500" cy="6985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5526730" y="5611053"/>
              <a:ext cx="698500" cy="698500"/>
            </a:xfrm>
            <a:prstGeom prst="rect">
              <a:avLst/>
            </a:prstGeom>
            <a:solidFill>
              <a:srgbClr val="ED707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6225230" y="1420053"/>
              <a:ext cx="698500" cy="698500"/>
            </a:xfrm>
            <a:prstGeom prst="rect">
              <a:avLst/>
            </a:prstGeom>
            <a:solidFill>
              <a:srgbClr val="71C2EE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6225230" y="2118553"/>
              <a:ext cx="698500" cy="698500"/>
            </a:xfrm>
            <a:prstGeom prst="rect">
              <a:avLst/>
            </a:prstGeom>
            <a:solidFill>
              <a:srgbClr val="DDF0FB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6225230" y="2817053"/>
              <a:ext cx="698500" cy="698500"/>
            </a:xfrm>
            <a:prstGeom prst="rect">
              <a:avLst/>
            </a:prstGeom>
            <a:solidFill>
              <a:srgbClr val="FCECEC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6225230" y="3515553"/>
              <a:ext cx="698500" cy="698500"/>
            </a:xfrm>
            <a:prstGeom prst="rect">
              <a:avLst/>
            </a:prstGeom>
            <a:solidFill>
              <a:srgbClr val="F9D4D4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6225230" y="4214053"/>
              <a:ext cx="698500" cy="698500"/>
            </a:xfrm>
            <a:prstGeom prst="rect">
              <a:avLst/>
            </a:prstGeom>
            <a:solidFill>
              <a:srgbClr val="FBE0E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6225230" y="4912553"/>
              <a:ext cx="698500" cy="698500"/>
            </a:xfrm>
            <a:prstGeom prst="rect">
              <a:avLst/>
            </a:prstGeom>
            <a:solidFill>
              <a:srgbClr val="ED7070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6225230" y="5611053"/>
              <a:ext cx="698500" cy="698500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2205629" y="172838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1.00***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272289" y="24268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2272289" y="31253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2272289" y="38238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2272289" y="45223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0.26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2253269" y="5220883"/>
              <a:ext cx="26042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-0.42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231050" y="5919383"/>
              <a:ext cx="30486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-0.63*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2970789" y="17283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904129" y="242688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1.00***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951769" y="3125383"/>
              <a:ext cx="26042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-0.51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907330" y="3823883"/>
              <a:ext cx="34930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-0.71**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885110" y="4522383"/>
              <a:ext cx="39374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-0.78***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907330" y="5220883"/>
              <a:ext cx="34930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-0.74**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951769" y="5919383"/>
              <a:ext cx="26042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-0.15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669289" y="17283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650269" y="2426883"/>
              <a:ext cx="26042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-0.51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602629" y="312538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1.00***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602629" y="382388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0.96***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602629" y="452238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0.94***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669289" y="52208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669289" y="59193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0.09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367789" y="17283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4304330" y="2426883"/>
              <a:ext cx="34930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-0.71**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4301129" y="312538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0.96***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4301129" y="382388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1.00***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4301129" y="452238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0.99***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4345569" y="5220883"/>
              <a:ext cx="26682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0.59*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367789" y="59193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0.22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5066289" y="17283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0.26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980610" y="2426883"/>
              <a:ext cx="39374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-0.78***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4999629" y="312538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0.94***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999629" y="382388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0.99***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4999629" y="452238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1.00***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5044069" y="5220883"/>
              <a:ext cx="26682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0.58*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066289" y="59193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745769" y="1728383"/>
              <a:ext cx="26042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-0.42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701330" y="2426883"/>
              <a:ext cx="34930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-0.74**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764789" y="31253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0.37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5742569" y="3823883"/>
              <a:ext cx="26682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0.59*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5742569" y="4522383"/>
              <a:ext cx="26682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0.58*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5698129" y="522088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1.00***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5720349" y="5919383"/>
              <a:ext cx="31126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0.71**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6422050" y="1728383"/>
              <a:ext cx="30486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-0.63*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6444269" y="2426883"/>
              <a:ext cx="26042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-0.15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6463289" y="31253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0.09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463289" y="38238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0.22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6463289" y="4522383"/>
              <a:ext cx="2223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0.15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6418849" y="5220883"/>
              <a:ext cx="31126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0.71**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6396629" y="5919383"/>
              <a:ext cx="3557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1.00***</a:t>
              </a:r>
            </a:p>
          </p:txBody>
        </p:sp>
        <p:sp>
          <p:nvSpPr>
            <p:cNvPr id="116" name="tx116"/>
            <p:cNvSpPr/>
            <p:nvPr/>
          </p:nvSpPr>
          <p:spPr>
            <a:xfrm rot="-16200000">
              <a:off x="2239874" y="6441241"/>
              <a:ext cx="28721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OSF</a:t>
              </a:r>
            </a:p>
          </p:txBody>
        </p:sp>
        <p:sp>
          <p:nvSpPr>
            <p:cNvPr id="117" name="tx117"/>
            <p:cNvSpPr/>
            <p:nvPr/>
          </p:nvSpPr>
          <p:spPr>
            <a:xfrm rot="-16200000">
              <a:off x="2977190" y="6402425"/>
              <a:ext cx="20958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118" name="tx118"/>
            <p:cNvSpPr/>
            <p:nvPr/>
          </p:nvSpPr>
          <p:spPr>
            <a:xfrm rot="-16200000">
              <a:off x="3675690" y="6402425"/>
              <a:ext cx="20958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119" name="tx119"/>
            <p:cNvSpPr/>
            <p:nvPr/>
          </p:nvSpPr>
          <p:spPr>
            <a:xfrm rot="-16200000">
              <a:off x="4416892" y="6359723"/>
              <a:ext cx="12417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120" name="tx120"/>
            <p:cNvSpPr/>
            <p:nvPr/>
          </p:nvSpPr>
          <p:spPr>
            <a:xfrm rot="-16200000">
              <a:off x="5097241" y="6377873"/>
              <a:ext cx="16047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121" name="tx121"/>
            <p:cNvSpPr/>
            <p:nvPr/>
          </p:nvSpPr>
          <p:spPr>
            <a:xfrm rot="-16200000">
              <a:off x="5782803" y="6390812"/>
              <a:ext cx="18635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122" name="tx122"/>
            <p:cNvSpPr/>
            <p:nvPr/>
          </p:nvSpPr>
          <p:spPr>
            <a:xfrm rot="-16200000">
              <a:off x="6527891" y="6344224"/>
              <a:ext cx="9317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6961830" y="1719285"/>
              <a:ext cx="28721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OSF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6961830" y="2417785"/>
              <a:ext cx="20958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6961830" y="3116285"/>
              <a:ext cx="20958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6961830" y="3814785"/>
              <a:ext cx="124175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6961830" y="4513285"/>
              <a:ext cx="16047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6961830" y="5211785"/>
              <a:ext cx="18635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6961830" y="5910285"/>
              <a:ext cx="9317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30" name="rc130"/>
            <p:cNvSpPr/>
            <p:nvPr/>
          </p:nvSpPr>
          <p:spPr>
            <a:xfrm>
              <a:off x="7337943" y="3306003"/>
              <a:ext cx="127000" cy="19050"/>
            </a:xfrm>
            <a:prstGeom prst="rect">
              <a:avLst/>
            </a:prstGeom>
            <a:solidFill>
              <a:srgbClr val="20A0E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7337943" y="3286953"/>
              <a:ext cx="127000" cy="19050"/>
            </a:xfrm>
            <a:prstGeom prst="rect">
              <a:avLst/>
            </a:prstGeom>
            <a:solidFill>
              <a:srgbClr val="24A1E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7337943" y="3267903"/>
              <a:ext cx="127000" cy="19050"/>
            </a:xfrm>
            <a:prstGeom prst="rect">
              <a:avLst/>
            </a:prstGeom>
            <a:solidFill>
              <a:srgbClr val="29A3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7337943" y="3248853"/>
              <a:ext cx="127000" cy="19049"/>
            </a:xfrm>
            <a:prstGeom prst="rect">
              <a:avLst/>
            </a:prstGeom>
            <a:solidFill>
              <a:srgbClr val="2DA5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7337943" y="3229803"/>
              <a:ext cx="127000" cy="19050"/>
            </a:xfrm>
            <a:prstGeom prst="rect">
              <a:avLst/>
            </a:prstGeom>
            <a:solidFill>
              <a:srgbClr val="32A7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7337943" y="3210753"/>
              <a:ext cx="127000" cy="19050"/>
            </a:xfrm>
            <a:prstGeom prst="rect">
              <a:avLst/>
            </a:prstGeom>
            <a:solidFill>
              <a:srgbClr val="36A9E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7337943" y="3191703"/>
              <a:ext cx="127000" cy="19049"/>
            </a:xfrm>
            <a:prstGeom prst="rect">
              <a:avLst/>
            </a:prstGeom>
            <a:solidFill>
              <a:srgbClr val="3BAB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7337943" y="3172653"/>
              <a:ext cx="127000" cy="19050"/>
            </a:xfrm>
            <a:prstGeom prst="rect">
              <a:avLst/>
            </a:prstGeom>
            <a:solidFill>
              <a:srgbClr val="3FAD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7337943" y="3153603"/>
              <a:ext cx="127000" cy="19050"/>
            </a:xfrm>
            <a:prstGeom prst="rect">
              <a:avLst/>
            </a:prstGeom>
            <a:solidFill>
              <a:srgbClr val="44AF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7337943" y="3134553"/>
              <a:ext cx="127000" cy="19049"/>
            </a:xfrm>
            <a:prstGeom prst="rect">
              <a:avLst/>
            </a:prstGeom>
            <a:solidFill>
              <a:srgbClr val="48B1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7337943" y="3115503"/>
              <a:ext cx="127000" cy="19050"/>
            </a:xfrm>
            <a:prstGeom prst="rect">
              <a:avLst/>
            </a:prstGeom>
            <a:solidFill>
              <a:srgbClr val="4DB3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7337943" y="3096453"/>
              <a:ext cx="127000" cy="19050"/>
            </a:xfrm>
            <a:prstGeom prst="rect">
              <a:avLst/>
            </a:prstGeom>
            <a:solidFill>
              <a:srgbClr val="51B5E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7337943" y="3077403"/>
              <a:ext cx="127000" cy="19049"/>
            </a:xfrm>
            <a:prstGeom prst="rect">
              <a:avLst/>
            </a:prstGeom>
            <a:solidFill>
              <a:srgbClr val="56B7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7337943" y="3058353"/>
              <a:ext cx="127000" cy="19049"/>
            </a:xfrm>
            <a:prstGeom prst="rect">
              <a:avLst/>
            </a:prstGeom>
            <a:solidFill>
              <a:srgbClr val="5AB8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7337943" y="3039303"/>
              <a:ext cx="127000" cy="19050"/>
            </a:xfrm>
            <a:prstGeom prst="rect">
              <a:avLst/>
            </a:prstGeom>
            <a:solidFill>
              <a:srgbClr val="5FBA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7337943" y="3020253"/>
              <a:ext cx="127000" cy="19049"/>
            </a:xfrm>
            <a:prstGeom prst="rect">
              <a:avLst/>
            </a:prstGeom>
            <a:solidFill>
              <a:srgbClr val="63BC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7337943" y="3001203"/>
              <a:ext cx="127000" cy="19049"/>
            </a:xfrm>
            <a:prstGeom prst="rect">
              <a:avLst/>
            </a:prstGeom>
            <a:solidFill>
              <a:srgbClr val="68BE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7337943" y="2982153"/>
              <a:ext cx="127000" cy="19050"/>
            </a:xfrm>
            <a:prstGeom prst="rect">
              <a:avLst/>
            </a:prstGeom>
            <a:solidFill>
              <a:srgbClr val="6CC0E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7337943" y="2963103"/>
              <a:ext cx="127000" cy="19049"/>
            </a:xfrm>
            <a:prstGeom prst="rect">
              <a:avLst/>
            </a:prstGeom>
            <a:solidFill>
              <a:srgbClr val="71C2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7337943" y="2944053"/>
              <a:ext cx="127000" cy="19049"/>
            </a:xfrm>
            <a:prstGeom prst="rect">
              <a:avLst/>
            </a:prstGeom>
            <a:solidFill>
              <a:srgbClr val="75C4E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7337943" y="2925003"/>
              <a:ext cx="127000" cy="19050"/>
            </a:xfrm>
            <a:prstGeom prst="rect">
              <a:avLst/>
            </a:prstGeom>
            <a:solidFill>
              <a:srgbClr val="7AC6E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7337943" y="2905953"/>
              <a:ext cx="127000" cy="19049"/>
            </a:xfrm>
            <a:prstGeom prst="rect">
              <a:avLst/>
            </a:prstGeom>
            <a:solidFill>
              <a:srgbClr val="7EC8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7337943" y="2886903"/>
              <a:ext cx="127000" cy="19049"/>
            </a:xfrm>
            <a:prstGeom prst="rect">
              <a:avLst/>
            </a:prstGeom>
            <a:solidFill>
              <a:srgbClr val="83CA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7337943" y="2867853"/>
              <a:ext cx="127000" cy="19050"/>
            </a:xfrm>
            <a:prstGeom prst="rect">
              <a:avLst/>
            </a:prstGeom>
            <a:solidFill>
              <a:srgbClr val="87CC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7337943" y="2848803"/>
              <a:ext cx="127000" cy="19049"/>
            </a:xfrm>
            <a:prstGeom prst="rect">
              <a:avLst/>
            </a:prstGeom>
            <a:solidFill>
              <a:srgbClr val="8CCEF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7337943" y="2829753"/>
              <a:ext cx="127000" cy="19049"/>
            </a:xfrm>
            <a:prstGeom prst="rect">
              <a:avLst/>
            </a:prstGeom>
            <a:solidFill>
              <a:srgbClr val="90CF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7337943" y="2810703"/>
              <a:ext cx="127000" cy="19050"/>
            </a:xfrm>
            <a:prstGeom prst="rect">
              <a:avLst/>
            </a:prstGeom>
            <a:solidFill>
              <a:srgbClr val="95D1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7337943" y="2791653"/>
              <a:ext cx="127000" cy="19049"/>
            </a:xfrm>
            <a:prstGeom prst="rect">
              <a:avLst/>
            </a:prstGeom>
            <a:solidFill>
              <a:srgbClr val="99D3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7337943" y="2772603"/>
              <a:ext cx="127000" cy="19049"/>
            </a:xfrm>
            <a:prstGeom prst="rect">
              <a:avLst/>
            </a:prstGeom>
            <a:solidFill>
              <a:srgbClr val="9ED5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7337943" y="2753553"/>
              <a:ext cx="127000" cy="19050"/>
            </a:xfrm>
            <a:prstGeom prst="rect">
              <a:avLst/>
            </a:prstGeom>
            <a:solidFill>
              <a:srgbClr val="A2D7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7337943" y="2734503"/>
              <a:ext cx="127000" cy="19049"/>
            </a:xfrm>
            <a:prstGeom prst="rect">
              <a:avLst/>
            </a:prstGeom>
            <a:solidFill>
              <a:srgbClr val="A7D9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7337943" y="2715453"/>
              <a:ext cx="127000" cy="19049"/>
            </a:xfrm>
            <a:prstGeom prst="rect">
              <a:avLst/>
            </a:prstGeom>
            <a:solidFill>
              <a:srgbClr val="ABDBF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7337943" y="2696403"/>
              <a:ext cx="127000" cy="19050"/>
            </a:xfrm>
            <a:prstGeom prst="rect">
              <a:avLst/>
            </a:prstGeom>
            <a:solidFill>
              <a:srgbClr val="B0DDF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7337943" y="2677353"/>
              <a:ext cx="127000" cy="19049"/>
            </a:xfrm>
            <a:prstGeom prst="rect">
              <a:avLst/>
            </a:prstGeom>
            <a:solidFill>
              <a:srgbClr val="B4DF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7337943" y="2658303"/>
              <a:ext cx="127000" cy="19049"/>
            </a:xfrm>
            <a:prstGeom prst="rect">
              <a:avLst/>
            </a:prstGeom>
            <a:solidFill>
              <a:srgbClr val="B9E1F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7337943" y="2639253"/>
              <a:ext cx="127000" cy="19050"/>
            </a:xfrm>
            <a:prstGeom prst="rect">
              <a:avLst/>
            </a:prstGeom>
            <a:solidFill>
              <a:srgbClr val="BDE3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7337943" y="2620203"/>
              <a:ext cx="127000" cy="19049"/>
            </a:xfrm>
            <a:prstGeom prst="rect">
              <a:avLst/>
            </a:prstGeom>
            <a:solidFill>
              <a:srgbClr val="C2E5F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7337943" y="2601153"/>
              <a:ext cx="127000" cy="19049"/>
            </a:xfrm>
            <a:prstGeom prst="rect">
              <a:avLst/>
            </a:prstGeom>
            <a:solidFill>
              <a:srgbClr val="C6E7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7337943" y="2582103"/>
              <a:ext cx="127000" cy="19050"/>
            </a:xfrm>
            <a:prstGeom prst="rect">
              <a:avLst/>
            </a:prstGeom>
            <a:solidFill>
              <a:srgbClr val="CBE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337943" y="2563053"/>
              <a:ext cx="127000" cy="19049"/>
            </a:xfrm>
            <a:prstGeom prst="rect">
              <a:avLst/>
            </a:prstGeom>
            <a:solidFill>
              <a:srgbClr val="CFEAF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7337943" y="2544003"/>
              <a:ext cx="127000" cy="19049"/>
            </a:xfrm>
            <a:prstGeom prst="rect">
              <a:avLst/>
            </a:prstGeom>
            <a:solidFill>
              <a:srgbClr val="D4ECF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7337943" y="2524953"/>
              <a:ext cx="127000" cy="19050"/>
            </a:xfrm>
            <a:prstGeom prst="rect">
              <a:avLst/>
            </a:prstGeom>
            <a:solidFill>
              <a:srgbClr val="D8EEF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337943" y="2505903"/>
              <a:ext cx="127000" cy="19049"/>
            </a:xfrm>
            <a:prstGeom prst="rect">
              <a:avLst/>
            </a:prstGeom>
            <a:solidFill>
              <a:srgbClr val="DDF0F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7337943" y="2486853"/>
              <a:ext cx="127000" cy="19049"/>
            </a:xfrm>
            <a:prstGeom prst="rect">
              <a:avLst/>
            </a:prstGeom>
            <a:solidFill>
              <a:srgbClr val="E1F2F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7337943" y="2467803"/>
              <a:ext cx="127000" cy="19050"/>
            </a:xfrm>
            <a:prstGeom prst="rect">
              <a:avLst/>
            </a:prstGeom>
            <a:solidFill>
              <a:srgbClr val="E6F4F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7337943" y="2448753"/>
              <a:ext cx="127000" cy="19049"/>
            </a:xfrm>
            <a:prstGeom prst="rect">
              <a:avLst/>
            </a:prstGeom>
            <a:solidFill>
              <a:srgbClr val="EAF6F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7337943" y="2429703"/>
              <a:ext cx="127000" cy="19049"/>
            </a:xfrm>
            <a:prstGeom prst="rect">
              <a:avLst/>
            </a:prstGeom>
            <a:solidFill>
              <a:srgbClr val="EFF8F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7337943" y="2410653"/>
              <a:ext cx="127000" cy="19050"/>
            </a:xfrm>
            <a:prstGeom prst="rect">
              <a:avLst/>
            </a:prstGeom>
            <a:solidFill>
              <a:srgbClr val="F3FAF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7337943" y="2391603"/>
              <a:ext cx="127000" cy="19049"/>
            </a:xfrm>
            <a:prstGeom prst="rect">
              <a:avLst/>
            </a:prstGeom>
            <a:solidFill>
              <a:srgbClr val="F8FC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7337943" y="2372553"/>
              <a:ext cx="127000" cy="19049"/>
            </a:xfrm>
            <a:prstGeom prst="rect">
              <a:avLst/>
            </a:prstGeom>
            <a:solidFill>
              <a:srgbClr val="FCFEF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7337943" y="2353503"/>
              <a:ext cx="127000" cy="19050"/>
            </a:xfrm>
            <a:prstGeom prst="rect">
              <a:avLst/>
            </a:prstGeom>
            <a:solidFill>
              <a:srgbClr val="FEFCF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7337943" y="2334453"/>
              <a:ext cx="127000" cy="19049"/>
            </a:xfrm>
            <a:prstGeom prst="rect">
              <a:avLst/>
            </a:prstGeom>
            <a:solidFill>
              <a:srgbClr val="FEF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7337943" y="2315403"/>
              <a:ext cx="127000" cy="19049"/>
            </a:xfrm>
            <a:prstGeom prst="rect">
              <a:avLst/>
            </a:prstGeom>
            <a:solidFill>
              <a:srgbClr val="FDF4F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7337943" y="2296353"/>
              <a:ext cx="127000" cy="19050"/>
            </a:xfrm>
            <a:prstGeom prst="rect">
              <a:avLst/>
            </a:prstGeom>
            <a:solidFill>
              <a:srgbClr val="FDF0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7337943" y="2277303"/>
              <a:ext cx="127000" cy="19049"/>
            </a:xfrm>
            <a:prstGeom prst="rect">
              <a:avLst/>
            </a:prstGeom>
            <a:solidFill>
              <a:srgbClr val="FCECE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7337943" y="2258253"/>
              <a:ext cx="127000" cy="19049"/>
            </a:xfrm>
            <a:prstGeom prst="rect">
              <a:avLst/>
            </a:prstGeom>
            <a:solidFill>
              <a:srgbClr val="FC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7337943" y="2239203"/>
              <a:ext cx="127000" cy="19050"/>
            </a:xfrm>
            <a:prstGeom prst="rect">
              <a:avLst/>
            </a:prstGeom>
            <a:solidFill>
              <a:srgbClr val="FBE4E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7337943" y="2220153"/>
              <a:ext cx="127000" cy="19049"/>
            </a:xfrm>
            <a:prstGeom prst="rect">
              <a:avLst/>
            </a:prstGeom>
            <a:solidFill>
              <a:srgbClr val="FBE0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7337943" y="2201103"/>
              <a:ext cx="127000" cy="19050"/>
            </a:xfrm>
            <a:prstGeom prst="rect">
              <a:avLst/>
            </a:prstGeom>
            <a:solidFill>
              <a:srgbClr val="FADCD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7337943" y="2182053"/>
              <a:ext cx="127000" cy="19050"/>
            </a:xfrm>
            <a:prstGeom prst="rect">
              <a:avLst/>
            </a:prstGeom>
            <a:solidFill>
              <a:srgbClr val="FAD8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7337943" y="2163003"/>
              <a:ext cx="127000" cy="19049"/>
            </a:xfrm>
            <a:prstGeom prst="rect">
              <a:avLst/>
            </a:prstGeom>
            <a:solidFill>
              <a:srgbClr val="F9D4D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7337943" y="2143953"/>
              <a:ext cx="127000" cy="19049"/>
            </a:xfrm>
            <a:prstGeom prst="rect">
              <a:avLst/>
            </a:prstGeom>
            <a:solidFill>
              <a:srgbClr val="F9D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7337943" y="2124903"/>
              <a:ext cx="127000" cy="19050"/>
            </a:xfrm>
            <a:prstGeom prst="rect">
              <a:avLst/>
            </a:prstGeom>
            <a:solidFill>
              <a:srgbClr val="F8CCC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7337943" y="2105853"/>
              <a:ext cx="127000" cy="19049"/>
            </a:xfrm>
            <a:prstGeom prst="rect">
              <a:avLst/>
            </a:prstGeom>
            <a:solidFill>
              <a:srgbClr val="F8C8C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7337943" y="2086803"/>
              <a:ext cx="127000" cy="19049"/>
            </a:xfrm>
            <a:prstGeom prst="rect">
              <a:avLst/>
            </a:prstGeom>
            <a:solidFill>
              <a:srgbClr val="F7C4C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7337943" y="2067753"/>
              <a:ext cx="127000" cy="19050"/>
            </a:xfrm>
            <a:prstGeom prst="rect">
              <a:avLst/>
            </a:prstGeom>
            <a:solidFill>
              <a:srgbClr val="F7C0C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7337943" y="2048703"/>
              <a:ext cx="127000" cy="19049"/>
            </a:xfrm>
            <a:prstGeom prst="rect">
              <a:avLst/>
            </a:prstGeom>
            <a:solidFill>
              <a:srgbClr val="F7BCB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7337943" y="2029653"/>
              <a:ext cx="127000" cy="19049"/>
            </a:xfrm>
            <a:prstGeom prst="rect">
              <a:avLst/>
            </a:prstGeom>
            <a:solidFill>
              <a:srgbClr val="F6B8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7337943" y="2010603"/>
              <a:ext cx="127000" cy="19050"/>
            </a:xfrm>
            <a:prstGeom prst="rect">
              <a:avLst/>
            </a:prstGeom>
            <a:solidFill>
              <a:srgbClr val="F6B4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7337943" y="1991553"/>
              <a:ext cx="127000" cy="19049"/>
            </a:xfrm>
            <a:prstGeom prst="rect">
              <a:avLst/>
            </a:prstGeom>
            <a:solidFill>
              <a:srgbClr val="F5B0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7337943" y="1972503"/>
              <a:ext cx="127000" cy="19049"/>
            </a:xfrm>
            <a:prstGeom prst="rect">
              <a:avLst/>
            </a:prstGeom>
            <a:solidFill>
              <a:srgbClr val="F5ACA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7337943" y="1953453"/>
              <a:ext cx="127000" cy="19050"/>
            </a:xfrm>
            <a:prstGeom prst="rect">
              <a:avLst/>
            </a:prstGeom>
            <a:solidFill>
              <a:srgbClr val="F4A8A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7337943" y="1934403"/>
              <a:ext cx="127000" cy="19049"/>
            </a:xfrm>
            <a:prstGeom prst="rect">
              <a:avLst/>
            </a:prstGeom>
            <a:solidFill>
              <a:srgbClr val="F4A4A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7337943" y="1915353"/>
              <a:ext cx="127000" cy="19049"/>
            </a:xfrm>
            <a:prstGeom prst="rect">
              <a:avLst/>
            </a:prstGeom>
            <a:solidFill>
              <a:srgbClr val="F3A0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7337943" y="1896303"/>
              <a:ext cx="127000" cy="19050"/>
            </a:xfrm>
            <a:prstGeom prst="rect">
              <a:avLst/>
            </a:prstGeom>
            <a:solidFill>
              <a:srgbClr val="F39C9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7337943" y="1877253"/>
              <a:ext cx="127000" cy="19049"/>
            </a:xfrm>
            <a:prstGeom prst="rect">
              <a:avLst/>
            </a:prstGeom>
            <a:solidFill>
              <a:srgbClr val="F298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7337943" y="1858203"/>
              <a:ext cx="127000" cy="19049"/>
            </a:xfrm>
            <a:prstGeom prst="rect">
              <a:avLst/>
            </a:prstGeom>
            <a:solidFill>
              <a:srgbClr val="F2949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7337943" y="1839153"/>
              <a:ext cx="127000" cy="19050"/>
            </a:xfrm>
            <a:prstGeom prst="rect">
              <a:avLst/>
            </a:prstGeom>
            <a:solidFill>
              <a:srgbClr val="F1909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7337943" y="1820103"/>
              <a:ext cx="127000" cy="19049"/>
            </a:xfrm>
            <a:prstGeom prst="rect">
              <a:avLst/>
            </a:prstGeom>
            <a:solidFill>
              <a:srgbClr val="F18C8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7337943" y="1801053"/>
              <a:ext cx="127000" cy="19049"/>
            </a:xfrm>
            <a:prstGeom prst="rect">
              <a:avLst/>
            </a:prstGeom>
            <a:solidFill>
              <a:srgbClr val="F0888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7337943" y="1782003"/>
              <a:ext cx="127000" cy="19050"/>
            </a:xfrm>
            <a:prstGeom prst="rect">
              <a:avLst/>
            </a:prstGeom>
            <a:solidFill>
              <a:srgbClr val="F0848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7337943" y="1762953"/>
              <a:ext cx="127000" cy="19049"/>
            </a:xfrm>
            <a:prstGeom prst="rect">
              <a:avLst/>
            </a:prstGeom>
            <a:solidFill>
              <a:srgbClr val="EF808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7337943" y="1743903"/>
              <a:ext cx="127000" cy="19049"/>
            </a:xfrm>
            <a:prstGeom prst="rect">
              <a:avLst/>
            </a:prstGeom>
            <a:solidFill>
              <a:srgbClr val="EF7C7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7337943" y="1724853"/>
              <a:ext cx="127000" cy="19050"/>
            </a:xfrm>
            <a:prstGeom prst="rect">
              <a:avLst/>
            </a:prstGeom>
            <a:solidFill>
              <a:srgbClr val="EE787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7337943" y="1705803"/>
              <a:ext cx="127000" cy="19049"/>
            </a:xfrm>
            <a:prstGeom prst="rect">
              <a:avLst/>
            </a:prstGeom>
            <a:solidFill>
              <a:srgbClr val="EE74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7337943" y="1686753"/>
              <a:ext cx="127000" cy="19049"/>
            </a:xfrm>
            <a:prstGeom prst="rect">
              <a:avLst/>
            </a:prstGeom>
            <a:solidFill>
              <a:srgbClr val="ED707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7337943" y="1667703"/>
              <a:ext cx="127000" cy="19050"/>
            </a:xfrm>
            <a:prstGeom prst="rect">
              <a:avLst/>
            </a:prstGeom>
            <a:solidFill>
              <a:srgbClr val="ED6C6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7337943" y="1648653"/>
              <a:ext cx="127000" cy="19049"/>
            </a:xfrm>
            <a:prstGeom prst="rect">
              <a:avLst/>
            </a:prstGeom>
            <a:solidFill>
              <a:srgbClr val="EC686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7337943" y="1629603"/>
              <a:ext cx="127000" cy="19049"/>
            </a:xfrm>
            <a:prstGeom prst="rect">
              <a:avLst/>
            </a:prstGeom>
            <a:solidFill>
              <a:srgbClr val="EC646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7337943" y="1610553"/>
              <a:ext cx="127000" cy="19050"/>
            </a:xfrm>
            <a:prstGeom prst="rect">
              <a:avLst/>
            </a:prstGeom>
            <a:solidFill>
              <a:srgbClr val="EB606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7337943" y="1591503"/>
              <a:ext cx="127000" cy="19049"/>
            </a:xfrm>
            <a:prstGeom prst="rect">
              <a:avLst/>
            </a:prstGeom>
            <a:solidFill>
              <a:srgbClr val="EB5C5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7337943" y="1572453"/>
              <a:ext cx="127000" cy="19049"/>
            </a:xfrm>
            <a:prstGeom prst="rect">
              <a:avLst/>
            </a:prstGeom>
            <a:solidFill>
              <a:srgbClr val="EA585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7337943" y="1553403"/>
              <a:ext cx="127000" cy="19050"/>
            </a:xfrm>
            <a:prstGeom prst="rect">
              <a:avLst/>
            </a:prstGeom>
            <a:solidFill>
              <a:srgbClr val="EA545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7337943" y="1534353"/>
              <a:ext cx="127000" cy="19050"/>
            </a:xfrm>
            <a:prstGeom prst="rect">
              <a:avLst/>
            </a:prstGeom>
            <a:solidFill>
              <a:srgbClr val="E950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7337943" y="1515303"/>
              <a:ext cx="127000" cy="19049"/>
            </a:xfrm>
            <a:prstGeom prst="rect">
              <a:avLst/>
            </a:prstGeom>
            <a:solidFill>
              <a:srgbClr val="E94C4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7337943" y="1496253"/>
              <a:ext cx="127000" cy="19050"/>
            </a:xfrm>
            <a:prstGeom prst="rect">
              <a:avLst/>
            </a:prstGeom>
            <a:solidFill>
              <a:srgbClr val="E848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7337943" y="1477203"/>
              <a:ext cx="127000" cy="19049"/>
            </a:xfrm>
            <a:prstGeom prst="rect">
              <a:avLst/>
            </a:prstGeom>
            <a:solidFill>
              <a:srgbClr val="E8444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7337943" y="1458153"/>
              <a:ext cx="127000" cy="19049"/>
            </a:xfrm>
            <a:prstGeom prst="rect">
              <a:avLst/>
            </a:prstGeom>
            <a:solidFill>
              <a:srgbClr val="E7404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7337943" y="1439103"/>
              <a:ext cx="127000" cy="19050"/>
            </a:xfrm>
            <a:prstGeom prst="rect">
              <a:avLst/>
            </a:prstGeom>
            <a:solidFill>
              <a:srgbClr val="E73C3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7337943" y="1420053"/>
              <a:ext cx="127000" cy="19049"/>
            </a:xfrm>
            <a:prstGeom prst="rect">
              <a:avLst/>
            </a:prstGeom>
            <a:solidFill>
              <a:srgbClr val="E7383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tx230"/>
            <p:cNvSpPr/>
            <p:nvPr/>
          </p:nvSpPr>
          <p:spPr>
            <a:xfrm>
              <a:off x="7515743" y="3275035"/>
              <a:ext cx="12426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7515743" y="2798785"/>
              <a:ext cx="24085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7515743" y="2322535"/>
              <a:ext cx="7772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7515743" y="1846285"/>
              <a:ext cx="19431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7515743" y="1370035"/>
              <a:ext cx="7772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2026-06-09T19:47:46Z</dcterms:modified>
  <cp:category/>
</cp:coreProperties>
</file>