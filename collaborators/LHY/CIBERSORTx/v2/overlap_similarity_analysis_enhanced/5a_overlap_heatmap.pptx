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199082" y="553547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199082" y="210804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199082" y="3273921"/>
              <a:ext cx="903241" cy="388624"/>
            </a:xfrm>
            <a:prstGeom prst="rect">
              <a:avLst/>
            </a:prstGeom>
            <a:solidFill>
              <a:srgbClr val="20A0E5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199082" y="4051171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199082" y="5605670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199082" y="171942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1199082" y="1330796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199082" y="5994295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199082" y="4828420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199082" y="4439796"/>
              <a:ext cx="903241" cy="388624"/>
            </a:xfrm>
            <a:prstGeom prst="rect">
              <a:avLst/>
            </a:prstGeom>
            <a:solidFill>
              <a:srgbClr val="20A0E5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199082" y="942172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199082" y="5217045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199082" y="3662546"/>
              <a:ext cx="903241" cy="388624"/>
            </a:xfrm>
            <a:prstGeom prst="rect">
              <a:avLst/>
            </a:prstGeom>
            <a:solidFill>
              <a:srgbClr val="20A0E5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199082" y="249667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199082" y="28852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2102323" y="553547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102323" y="210804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102323" y="3273921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102323" y="4051171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102323" y="5605670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02323" y="171942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102323" y="13307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102323" y="5994295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102323" y="4828420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102323" y="44397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102323" y="942172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102323" y="5217045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102323" y="3662546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2102323" y="249667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102323" y="28852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005565" y="553547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005565" y="210804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005565" y="327392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005565" y="4051171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005565" y="5605670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005565" y="171942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005565" y="13307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005565" y="5994295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005565" y="4828420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005565" y="44397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3005565" y="942172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3005565" y="5217045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3005565" y="366254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3005565" y="249667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3005565" y="28852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908806" y="553547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908806" y="210804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3908806" y="327392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3908806" y="4051171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3908806" y="5605670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3908806" y="171942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3908806" y="13307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3908806" y="5994295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3908806" y="4828420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3908806" y="44397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3908806" y="942172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3908806" y="5217045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3908806" y="3662546"/>
              <a:ext cx="903241" cy="388624"/>
            </a:xfrm>
            <a:prstGeom prst="rect">
              <a:avLst/>
            </a:prstGeom>
            <a:solidFill>
              <a:srgbClr val="20A0E5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3908806" y="249667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3908806" y="28852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4812048" y="553547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4812048" y="210804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4812048" y="327392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4812048" y="4051171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4812048" y="5605670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4812048" y="171942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4812048" y="13307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4812048" y="5994295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4812048" y="4828420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4812048" y="44397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4812048" y="942172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4812048" y="5217045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4812048" y="366254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4812048" y="249667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812048" y="28852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5715289" y="553547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5715289" y="2108046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5715289" y="3273921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5715289" y="4051171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5715289" y="5605670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5715289" y="171942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5715289" y="13307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5715289" y="5994295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5715289" y="4828420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5715289" y="4439796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5715289" y="942172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5715289" y="5217045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5715289" y="3662546"/>
              <a:ext cx="903241" cy="388624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5715289" y="249667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5715289" y="28852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618530" y="553547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618530" y="210804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6618530" y="327392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6618530" y="4051171"/>
              <a:ext cx="903241" cy="388624"/>
            </a:xfrm>
            <a:prstGeom prst="rect">
              <a:avLst/>
            </a:prstGeom>
            <a:solidFill>
              <a:srgbClr val="20A0E5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6618530" y="5605670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6618530" y="171942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6618530" y="13307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6618530" y="5994295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6618530" y="4828420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6618530" y="44397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6618530" y="942172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6618530" y="5217045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6618530" y="3662546"/>
              <a:ext cx="903241" cy="388624"/>
            </a:xfrm>
            <a:prstGeom prst="rect">
              <a:avLst/>
            </a:prstGeom>
            <a:solidFill>
              <a:srgbClr val="20A0E5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6618530" y="2496671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6618530" y="2885296"/>
              <a:ext cx="903241" cy="388624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2102323" y="514684"/>
              <a:ext cx="0" cy="5907098"/>
            </a:xfrm>
            <a:custGeom>
              <a:avLst/>
              <a:pathLst>
                <a:path w="0" h="5907098">
                  <a:moveTo>
                    <a:pt x="0" y="590709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3252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tx111"/>
            <p:cNvSpPr/>
            <p:nvPr/>
          </p:nvSpPr>
          <p:spPr>
            <a:xfrm>
              <a:off x="647791" y="6144991"/>
              <a:ext cx="39264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B_cells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339729" y="5756366"/>
              <a:ext cx="70070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CD4+T_cells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339729" y="5367741"/>
              <a:ext cx="70070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CD8+T_cells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803604" y="4979116"/>
              <a:ext cx="236829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DCs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437662" y="4590491"/>
              <a:ext cx="602772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Endothelial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546109" y="4201866"/>
              <a:ext cx="49432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Epithelial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444611" y="3813241"/>
              <a:ext cx="59582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Fibroblasts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02239" y="3424616"/>
              <a:ext cx="73819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Macrophages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776447" y="3035992"/>
              <a:ext cx="26398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Mast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451378" y="2647367"/>
              <a:ext cx="58905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Monocytes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255056" y="2258742"/>
              <a:ext cx="78537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Myofibroblasts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871270" y="1870117"/>
              <a:ext cx="16916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NK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634258" y="1481492"/>
              <a:ext cx="40617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Plasma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01923" y="1092867"/>
              <a:ext cx="33851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Tprolif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794369" y="704242"/>
              <a:ext cx="246065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Treg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1525521" y="6490106"/>
              <a:ext cx="250362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OSF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2472745" y="6490106"/>
              <a:ext cx="16239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403053" y="6490106"/>
              <a:ext cx="10826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4269078" y="6490106"/>
              <a:ext cx="18269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193717" y="6490106"/>
              <a:ext cx="1399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6126310" y="6490106"/>
              <a:ext cx="8119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978803" y="6490106"/>
              <a:ext cx="18269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4148606" y="6640901"/>
              <a:ext cx="423641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134" name="tx134"/>
            <p:cNvSpPr/>
            <p:nvPr/>
          </p:nvSpPr>
          <p:spPr>
            <a:xfrm rot="-5400000">
              <a:off x="-165989" y="3413644"/>
              <a:ext cx="59298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Cell type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7839842" y="3046502"/>
              <a:ext cx="115232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 direction</a:t>
              </a:r>
            </a:p>
          </p:txBody>
        </p:sp>
        <p:sp>
          <p:nvSpPr>
            <p:cNvPr id="136" name="rc136"/>
            <p:cNvSpPr/>
            <p:nvPr/>
          </p:nvSpPr>
          <p:spPr>
            <a:xfrm>
              <a:off x="7850642" y="3258399"/>
              <a:ext cx="197856" cy="197856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7850642" y="3477855"/>
              <a:ext cx="197856" cy="197856"/>
            </a:xfrm>
            <a:prstGeom prst="rect">
              <a:avLst/>
            </a:prstGeom>
            <a:solidFill>
              <a:srgbClr val="EEEEEE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7850642" y="3697311"/>
              <a:ext cx="197856" cy="197856"/>
            </a:xfrm>
            <a:prstGeom prst="rect">
              <a:avLst/>
            </a:prstGeom>
            <a:solidFill>
              <a:srgbClr val="20A0E5">
                <a:alpha val="100000"/>
              </a:srgbClr>
            </a:solidFill>
            <a:ln w="1626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tx139"/>
            <p:cNvSpPr/>
            <p:nvPr/>
          </p:nvSpPr>
          <p:spPr>
            <a:xfrm>
              <a:off x="8135213" y="3313710"/>
              <a:ext cx="155722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Up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8135213" y="3533166"/>
              <a:ext cx="19632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n.s.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8135213" y="3752622"/>
              <a:ext cx="31144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Down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2233853" y="321086"/>
              <a:ext cx="425314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666666">
                      <a:alpha val="100000"/>
                    </a:srgbClr>
                  </a:solidFill>
                  <a:latin typeface="Arial"/>
                  <a:cs typeface="Arial"/>
                </a:rPr>
                <a:t>Threshold: |Δ| &gt; 0.01   |   OSF = human disease   |   others = animal models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2557459" y="75915"/>
              <a:ext cx="3605936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Cell Type Change Profiles Across Groups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2026-06-09T19:47:48Z</dcterms:modified>
  <cp:category/>
</cp:coreProperties>
</file>