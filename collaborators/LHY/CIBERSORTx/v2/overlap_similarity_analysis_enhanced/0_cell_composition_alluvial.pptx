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18958" y="367124"/>
              <a:ext cx="7019637" cy="59639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949593" y="367124"/>
              <a:ext cx="6358367" cy="47320"/>
            </a:xfrm>
            <a:custGeom>
              <a:avLst/>
              <a:pathLst>
                <a:path w="6358367" h="47320">
                  <a:moveTo>
                    <a:pt x="0" y="14885"/>
                  </a:moveTo>
                  <a:lnTo>
                    <a:pt x="254334" y="14885"/>
                  </a:lnTo>
                  <a:lnTo>
                    <a:pt x="257104" y="14903"/>
                  </a:lnTo>
                  <a:lnTo>
                    <a:pt x="272169" y="15027"/>
                  </a:lnTo>
                  <a:lnTo>
                    <a:pt x="298858" y="15328"/>
                  </a:lnTo>
                  <a:lnTo>
                    <a:pt x="328291" y="15813"/>
                  </a:lnTo>
                  <a:lnTo>
                    <a:pt x="354963" y="16492"/>
                  </a:lnTo>
                  <a:lnTo>
                    <a:pt x="379059" y="17430"/>
                  </a:lnTo>
                  <a:lnTo>
                    <a:pt x="402696" y="18699"/>
                  </a:lnTo>
                  <a:lnTo>
                    <a:pt x="424618" y="20106"/>
                  </a:lnTo>
                  <a:lnTo>
                    <a:pt x="448897" y="21818"/>
                  </a:lnTo>
                  <a:lnTo>
                    <a:pt x="475511" y="23796"/>
                  </a:lnTo>
                  <a:lnTo>
                    <a:pt x="503678" y="25944"/>
                  </a:lnTo>
                  <a:lnTo>
                    <a:pt x="532097" y="28119"/>
                  </a:lnTo>
                  <a:lnTo>
                    <a:pt x="559377" y="30171"/>
                  </a:lnTo>
                  <a:lnTo>
                    <a:pt x="584516" y="31983"/>
                  </a:lnTo>
                  <a:lnTo>
                    <a:pt x="607213" y="33497"/>
                  </a:lnTo>
                  <a:lnTo>
                    <a:pt x="614642" y="33955"/>
                  </a:lnTo>
                  <a:lnTo>
                    <a:pt x="638801" y="35248"/>
                  </a:lnTo>
                  <a:lnTo>
                    <a:pt x="662928" y="36179"/>
                  </a:lnTo>
                  <a:lnTo>
                    <a:pt x="689675" y="36853"/>
                  </a:lnTo>
                  <a:lnTo>
                    <a:pt x="719132" y="37335"/>
                  </a:lnTo>
                  <a:lnTo>
                    <a:pt x="745654" y="37631"/>
                  </a:lnTo>
                  <a:lnTo>
                    <a:pt x="760404" y="37752"/>
                  </a:lnTo>
                  <a:lnTo>
                    <a:pt x="763004" y="37768"/>
                  </a:lnTo>
                  <a:lnTo>
                    <a:pt x="1017338" y="37768"/>
                  </a:lnTo>
                  <a:lnTo>
                    <a:pt x="1020109" y="37776"/>
                  </a:lnTo>
                  <a:lnTo>
                    <a:pt x="1035180" y="37827"/>
                  </a:lnTo>
                  <a:lnTo>
                    <a:pt x="1061874" y="37953"/>
                  </a:lnTo>
                  <a:lnTo>
                    <a:pt x="1091311" y="38156"/>
                  </a:lnTo>
                  <a:lnTo>
                    <a:pt x="1117984" y="38439"/>
                  </a:lnTo>
                  <a:lnTo>
                    <a:pt x="1142082" y="38831"/>
                  </a:lnTo>
                  <a:lnTo>
                    <a:pt x="1165700" y="39360"/>
                  </a:lnTo>
                  <a:lnTo>
                    <a:pt x="1187647" y="39948"/>
                  </a:lnTo>
                  <a:lnTo>
                    <a:pt x="1211955" y="40664"/>
                  </a:lnTo>
                  <a:lnTo>
                    <a:pt x="1238603" y="41491"/>
                  </a:lnTo>
                  <a:lnTo>
                    <a:pt x="1266804" y="42388"/>
                  </a:lnTo>
                  <a:lnTo>
                    <a:pt x="1295251" y="43297"/>
                  </a:lnTo>
                  <a:lnTo>
                    <a:pt x="1322549" y="44154"/>
                  </a:lnTo>
                  <a:lnTo>
                    <a:pt x="1347698" y="44911"/>
                  </a:lnTo>
                  <a:lnTo>
                    <a:pt x="1370401" y="45542"/>
                  </a:lnTo>
                  <a:lnTo>
                    <a:pt x="1377646" y="45728"/>
                  </a:lnTo>
                  <a:lnTo>
                    <a:pt x="1401808" y="46268"/>
                  </a:lnTo>
                  <a:lnTo>
                    <a:pt x="1425939" y="46657"/>
                  </a:lnTo>
                  <a:lnTo>
                    <a:pt x="1452690" y="46938"/>
                  </a:lnTo>
                  <a:lnTo>
                    <a:pt x="1482152" y="47139"/>
                  </a:lnTo>
                  <a:lnTo>
                    <a:pt x="1508673" y="47263"/>
                  </a:lnTo>
                  <a:lnTo>
                    <a:pt x="1523414" y="47313"/>
                  </a:lnTo>
                  <a:lnTo>
                    <a:pt x="1526008" y="47320"/>
                  </a:lnTo>
                  <a:lnTo>
                    <a:pt x="1780342" y="47320"/>
                  </a:lnTo>
                  <a:lnTo>
                    <a:pt x="1783107" y="47284"/>
                  </a:lnTo>
                  <a:lnTo>
                    <a:pt x="1798154" y="47028"/>
                  </a:lnTo>
                  <a:lnTo>
                    <a:pt x="1824818" y="46407"/>
                  </a:lnTo>
                  <a:lnTo>
                    <a:pt x="1854238" y="45404"/>
                  </a:lnTo>
                  <a:lnTo>
                    <a:pt x="1880904" y="44001"/>
                  </a:lnTo>
                  <a:lnTo>
                    <a:pt x="1904991" y="42066"/>
                  </a:lnTo>
                  <a:lnTo>
                    <a:pt x="1928704" y="39433"/>
                  </a:lnTo>
                  <a:lnTo>
                    <a:pt x="1950530" y="36538"/>
                  </a:lnTo>
                  <a:lnTo>
                    <a:pt x="1974692" y="33017"/>
                  </a:lnTo>
                  <a:lnTo>
                    <a:pt x="2001173" y="28947"/>
                  </a:lnTo>
                  <a:lnTo>
                    <a:pt x="2029210" y="24527"/>
                  </a:lnTo>
                  <a:lnTo>
                    <a:pt x="2057519" y="20046"/>
                  </a:lnTo>
                  <a:lnTo>
                    <a:pt x="2084724" y="15812"/>
                  </a:lnTo>
                  <a:lnTo>
                    <a:pt x="2109824" y="12064"/>
                  </a:lnTo>
                  <a:lnTo>
                    <a:pt x="2132499" y="8926"/>
                  </a:lnTo>
                  <a:lnTo>
                    <a:pt x="2140650" y="7886"/>
                  </a:lnTo>
                  <a:lnTo>
                    <a:pt x="2164796" y="5212"/>
                  </a:lnTo>
                  <a:lnTo>
                    <a:pt x="2188909" y="3289"/>
                  </a:lnTo>
                  <a:lnTo>
                    <a:pt x="2215637" y="1894"/>
                  </a:lnTo>
                  <a:lnTo>
                    <a:pt x="2245076" y="898"/>
                  </a:lnTo>
                  <a:lnTo>
                    <a:pt x="2271603" y="284"/>
                  </a:lnTo>
                  <a:lnTo>
                    <a:pt x="2286387" y="34"/>
                  </a:lnTo>
                  <a:lnTo>
                    <a:pt x="2289012" y="0"/>
                  </a:lnTo>
                  <a:lnTo>
                    <a:pt x="2543346" y="0"/>
                  </a:lnTo>
                  <a:lnTo>
                    <a:pt x="2546117" y="0"/>
                  </a:lnTo>
                  <a:lnTo>
                    <a:pt x="2555160" y="0"/>
                  </a:lnTo>
                  <a:lnTo>
                    <a:pt x="2587885" y="0"/>
                  </a:lnTo>
                  <a:lnTo>
                    <a:pt x="2617322" y="0"/>
                  </a:lnTo>
                  <a:lnTo>
                    <a:pt x="2643996" y="0"/>
                  </a:lnTo>
                  <a:lnTo>
                    <a:pt x="2668095" y="0"/>
                  </a:lnTo>
                  <a:lnTo>
                    <a:pt x="2691708" y="0"/>
                  </a:lnTo>
                  <a:lnTo>
                    <a:pt x="2713660" y="0"/>
                  </a:lnTo>
                  <a:lnTo>
                    <a:pt x="2737975" y="0"/>
                  </a:lnTo>
                  <a:lnTo>
                    <a:pt x="2764630" y="0"/>
                  </a:lnTo>
                  <a:lnTo>
                    <a:pt x="2792838" y="0"/>
                  </a:lnTo>
                  <a:lnTo>
                    <a:pt x="2821291" y="0"/>
                  </a:lnTo>
                  <a:lnTo>
                    <a:pt x="2837672" y="0"/>
                  </a:lnTo>
                  <a:lnTo>
                    <a:pt x="2873744" y="0"/>
                  </a:lnTo>
                  <a:lnTo>
                    <a:pt x="2896448" y="0"/>
                  </a:lnTo>
                  <a:lnTo>
                    <a:pt x="2903654" y="0"/>
                  </a:lnTo>
                  <a:lnTo>
                    <a:pt x="2951949" y="0"/>
                  </a:lnTo>
                  <a:lnTo>
                    <a:pt x="2978701" y="0"/>
                  </a:lnTo>
                  <a:lnTo>
                    <a:pt x="3008163" y="0"/>
                  </a:lnTo>
                  <a:lnTo>
                    <a:pt x="3049423" y="0"/>
                  </a:lnTo>
                  <a:lnTo>
                    <a:pt x="3052016" y="0"/>
                  </a:lnTo>
                  <a:lnTo>
                    <a:pt x="3306350" y="0"/>
                  </a:lnTo>
                  <a:lnTo>
                    <a:pt x="3309121" y="0"/>
                  </a:lnTo>
                  <a:lnTo>
                    <a:pt x="3324193" y="0"/>
                  </a:lnTo>
                  <a:lnTo>
                    <a:pt x="3350889" y="0"/>
                  </a:lnTo>
                  <a:lnTo>
                    <a:pt x="3380326" y="0"/>
                  </a:lnTo>
                  <a:lnTo>
                    <a:pt x="3407000" y="0"/>
                  </a:lnTo>
                  <a:lnTo>
                    <a:pt x="3431099" y="0"/>
                  </a:lnTo>
                  <a:lnTo>
                    <a:pt x="3454712" y="0"/>
                  </a:lnTo>
                  <a:lnTo>
                    <a:pt x="3476664" y="0"/>
                  </a:lnTo>
                  <a:lnTo>
                    <a:pt x="3500979" y="0"/>
                  </a:lnTo>
                  <a:lnTo>
                    <a:pt x="3527634" y="0"/>
                  </a:lnTo>
                  <a:lnTo>
                    <a:pt x="3555842" y="0"/>
                  </a:lnTo>
                  <a:lnTo>
                    <a:pt x="3584295" y="0"/>
                  </a:lnTo>
                  <a:lnTo>
                    <a:pt x="3611597" y="0"/>
                  </a:lnTo>
                  <a:lnTo>
                    <a:pt x="3636748" y="0"/>
                  </a:lnTo>
                  <a:lnTo>
                    <a:pt x="3659452" y="0"/>
                  </a:lnTo>
                  <a:lnTo>
                    <a:pt x="3666658" y="0"/>
                  </a:lnTo>
                  <a:lnTo>
                    <a:pt x="3690821" y="0"/>
                  </a:lnTo>
                  <a:lnTo>
                    <a:pt x="3714953" y="0"/>
                  </a:lnTo>
                  <a:lnTo>
                    <a:pt x="3741705" y="0"/>
                  </a:lnTo>
                  <a:lnTo>
                    <a:pt x="3771167" y="0"/>
                  </a:lnTo>
                  <a:lnTo>
                    <a:pt x="3797688" y="0"/>
                  </a:lnTo>
                  <a:lnTo>
                    <a:pt x="3812427" y="0"/>
                  </a:lnTo>
                  <a:lnTo>
                    <a:pt x="3815020" y="0"/>
                  </a:lnTo>
                  <a:lnTo>
                    <a:pt x="4069355" y="0"/>
                  </a:lnTo>
                  <a:lnTo>
                    <a:pt x="4072125" y="0"/>
                  </a:lnTo>
                  <a:lnTo>
                    <a:pt x="4087197" y="0"/>
                  </a:lnTo>
                  <a:lnTo>
                    <a:pt x="4113893" y="0"/>
                  </a:lnTo>
                  <a:lnTo>
                    <a:pt x="4143330" y="0"/>
                  </a:lnTo>
                  <a:lnTo>
                    <a:pt x="4170004" y="0"/>
                  </a:lnTo>
                  <a:lnTo>
                    <a:pt x="4194103" y="0"/>
                  </a:lnTo>
                  <a:lnTo>
                    <a:pt x="4217716" y="0"/>
                  </a:lnTo>
                  <a:lnTo>
                    <a:pt x="4239668" y="0"/>
                  </a:lnTo>
                  <a:lnTo>
                    <a:pt x="4263983" y="0"/>
                  </a:lnTo>
                  <a:lnTo>
                    <a:pt x="4290638" y="0"/>
                  </a:lnTo>
                  <a:lnTo>
                    <a:pt x="4318846" y="0"/>
                  </a:lnTo>
                  <a:lnTo>
                    <a:pt x="4347299" y="0"/>
                  </a:lnTo>
                  <a:lnTo>
                    <a:pt x="4374601" y="0"/>
                  </a:lnTo>
                  <a:lnTo>
                    <a:pt x="4399752" y="0"/>
                  </a:lnTo>
                  <a:lnTo>
                    <a:pt x="4422456" y="0"/>
                  </a:lnTo>
                  <a:lnTo>
                    <a:pt x="4429662" y="0"/>
                  </a:lnTo>
                  <a:lnTo>
                    <a:pt x="4453825" y="0"/>
                  </a:lnTo>
                  <a:lnTo>
                    <a:pt x="4477957" y="0"/>
                  </a:lnTo>
                  <a:lnTo>
                    <a:pt x="4504709" y="0"/>
                  </a:lnTo>
                  <a:lnTo>
                    <a:pt x="4575431" y="0"/>
                  </a:lnTo>
                  <a:lnTo>
                    <a:pt x="4578024" y="0"/>
                  </a:lnTo>
                  <a:lnTo>
                    <a:pt x="4832359" y="0"/>
                  </a:lnTo>
                  <a:lnTo>
                    <a:pt x="4835129" y="0"/>
                  </a:lnTo>
                  <a:lnTo>
                    <a:pt x="4844172" y="0"/>
                  </a:lnTo>
                  <a:lnTo>
                    <a:pt x="4876897" y="0"/>
                  </a:lnTo>
                  <a:lnTo>
                    <a:pt x="4906334" y="0"/>
                  </a:lnTo>
                  <a:lnTo>
                    <a:pt x="4933008" y="0"/>
                  </a:lnTo>
                  <a:lnTo>
                    <a:pt x="4957107" y="0"/>
                  </a:lnTo>
                  <a:lnTo>
                    <a:pt x="4980720" y="0"/>
                  </a:lnTo>
                  <a:lnTo>
                    <a:pt x="5002672" y="0"/>
                  </a:lnTo>
                  <a:lnTo>
                    <a:pt x="5026987" y="0"/>
                  </a:lnTo>
                  <a:lnTo>
                    <a:pt x="5053642" y="0"/>
                  </a:lnTo>
                  <a:lnTo>
                    <a:pt x="5081850" y="0"/>
                  </a:lnTo>
                  <a:lnTo>
                    <a:pt x="5110303" y="0"/>
                  </a:lnTo>
                  <a:lnTo>
                    <a:pt x="5126684" y="0"/>
                  </a:lnTo>
                  <a:lnTo>
                    <a:pt x="5162756" y="0"/>
                  </a:lnTo>
                  <a:lnTo>
                    <a:pt x="5185460" y="0"/>
                  </a:lnTo>
                  <a:lnTo>
                    <a:pt x="5192666" y="0"/>
                  </a:lnTo>
                  <a:lnTo>
                    <a:pt x="5240961" y="0"/>
                  </a:lnTo>
                  <a:lnTo>
                    <a:pt x="5267713" y="0"/>
                  </a:lnTo>
                  <a:lnTo>
                    <a:pt x="5338435" y="0"/>
                  </a:lnTo>
                  <a:lnTo>
                    <a:pt x="5341028" y="0"/>
                  </a:lnTo>
                  <a:lnTo>
                    <a:pt x="5595363" y="0"/>
                  </a:lnTo>
                  <a:lnTo>
                    <a:pt x="5598133" y="0"/>
                  </a:lnTo>
                  <a:lnTo>
                    <a:pt x="5607176" y="0"/>
                  </a:lnTo>
                  <a:lnTo>
                    <a:pt x="5669339" y="0"/>
                  </a:lnTo>
                  <a:lnTo>
                    <a:pt x="5696012" y="0"/>
                  </a:lnTo>
                  <a:lnTo>
                    <a:pt x="5720111" y="0"/>
                  </a:lnTo>
                  <a:lnTo>
                    <a:pt x="5743725" y="0"/>
                  </a:lnTo>
                  <a:lnTo>
                    <a:pt x="5765676" y="0"/>
                  </a:lnTo>
                  <a:lnTo>
                    <a:pt x="5789991" y="0"/>
                  </a:lnTo>
                  <a:lnTo>
                    <a:pt x="5816646" y="0"/>
                  </a:lnTo>
                  <a:lnTo>
                    <a:pt x="5844854" y="0"/>
                  </a:lnTo>
                  <a:lnTo>
                    <a:pt x="5873307" y="0"/>
                  </a:lnTo>
                  <a:lnTo>
                    <a:pt x="5900609" y="0"/>
                  </a:lnTo>
                  <a:lnTo>
                    <a:pt x="5925760" y="0"/>
                  </a:lnTo>
                  <a:lnTo>
                    <a:pt x="5948465" y="0"/>
                  </a:lnTo>
                  <a:lnTo>
                    <a:pt x="5955670" y="0"/>
                  </a:lnTo>
                  <a:lnTo>
                    <a:pt x="6003965" y="0"/>
                  </a:lnTo>
                  <a:lnTo>
                    <a:pt x="6030717" y="0"/>
                  </a:lnTo>
                  <a:lnTo>
                    <a:pt x="6060180" y="0"/>
                  </a:lnTo>
                  <a:lnTo>
                    <a:pt x="6101439" y="0"/>
                  </a:lnTo>
                  <a:lnTo>
                    <a:pt x="6104032" y="0"/>
                  </a:lnTo>
                  <a:lnTo>
                    <a:pt x="6358367" y="0"/>
                  </a:lnTo>
                  <a:lnTo>
                    <a:pt x="6104032" y="0"/>
                  </a:lnTo>
                  <a:lnTo>
                    <a:pt x="6101261" y="0"/>
                  </a:lnTo>
                  <a:lnTo>
                    <a:pt x="6092218" y="0"/>
                  </a:lnTo>
                  <a:lnTo>
                    <a:pt x="6059494" y="0"/>
                  </a:lnTo>
                  <a:lnTo>
                    <a:pt x="6030056" y="0"/>
                  </a:lnTo>
                  <a:lnTo>
                    <a:pt x="6003383" y="0"/>
                  </a:lnTo>
                  <a:lnTo>
                    <a:pt x="5979284" y="0"/>
                  </a:lnTo>
                  <a:lnTo>
                    <a:pt x="5955670" y="0"/>
                  </a:lnTo>
                  <a:lnTo>
                    <a:pt x="5933718" y="0"/>
                  </a:lnTo>
                  <a:lnTo>
                    <a:pt x="5909403" y="0"/>
                  </a:lnTo>
                  <a:lnTo>
                    <a:pt x="5882749" y="0"/>
                  </a:lnTo>
                  <a:lnTo>
                    <a:pt x="5854540" y="0"/>
                  </a:lnTo>
                  <a:lnTo>
                    <a:pt x="5826088" y="0"/>
                  </a:lnTo>
                  <a:lnTo>
                    <a:pt x="5798785" y="0"/>
                  </a:lnTo>
                  <a:lnTo>
                    <a:pt x="5750930" y="0"/>
                  </a:lnTo>
                  <a:lnTo>
                    <a:pt x="5743725" y="0"/>
                  </a:lnTo>
                  <a:lnTo>
                    <a:pt x="5695430" y="0"/>
                  </a:lnTo>
                  <a:lnTo>
                    <a:pt x="5668677" y="0"/>
                  </a:lnTo>
                  <a:lnTo>
                    <a:pt x="5639215" y="0"/>
                  </a:lnTo>
                  <a:lnTo>
                    <a:pt x="5597955" y="0"/>
                  </a:lnTo>
                  <a:lnTo>
                    <a:pt x="5595363" y="0"/>
                  </a:lnTo>
                  <a:lnTo>
                    <a:pt x="5341028" y="0"/>
                  </a:lnTo>
                  <a:lnTo>
                    <a:pt x="5338257" y="0"/>
                  </a:lnTo>
                  <a:lnTo>
                    <a:pt x="5329214" y="0"/>
                  </a:lnTo>
                  <a:lnTo>
                    <a:pt x="5267052" y="0"/>
                  </a:lnTo>
                  <a:lnTo>
                    <a:pt x="5240378" y="0"/>
                  </a:lnTo>
                  <a:lnTo>
                    <a:pt x="5216280" y="0"/>
                  </a:lnTo>
                  <a:lnTo>
                    <a:pt x="5192666" y="0"/>
                  </a:lnTo>
                  <a:lnTo>
                    <a:pt x="5170714" y="0"/>
                  </a:lnTo>
                  <a:lnTo>
                    <a:pt x="5146399" y="0"/>
                  </a:lnTo>
                  <a:lnTo>
                    <a:pt x="5119744" y="0"/>
                  </a:lnTo>
                  <a:lnTo>
                    <a:pt x="5091536" y="0"/>
                  </a:lnTo>
                  <a:lnTo>
                    <a:pt x="5063084" y="0"/>
                  </a:lnTo>
                  <a:lnTo>
                    <a:pt x="5035781" y="0"/>
                  </a:lnTo>
                  <a:lnTo>
                    <a:pt x="5010630" y="0"/>
                  </a:lnTo>
                  <a:lnTo>
                    <a:pt x="4987926" y="0"/>
                  </a:lnTo>
                  <a:lnTo>
                    <a:pt x="4980720" y="0"/>
                  </a:lnTo>
                  <a:lnTo>
                    <a:pt x="4932425" y="0"/>
                  </a:lnTo>
                  <a:lnTo>
                    <a:pt x="4905673" y="0"/>
                  </a:lnTo>
                  <a:lnTo>
                    <a:pt x="4876211" y="0"/>
                  </a:lnTo>
                  <a:lnTo>
                    <a:pt x="4849690" y="0"/>
                  </a:lnTo>
                  <a:lnTo>
                    <a:pt x="4834951" y="0"/>
                  </a:lnTo>
                  <a:lnTo>
                    <a:pt x="4832359" y="0"/>
                  </a:lnTo>
                  <a:lnTo>
                    <a:pt x="4578024" y="0"/>
                  </a:lnTo>
                  <a:lnTo>
                    <a:pt x="4575253" y="0"/>
                  </a:lnTo>
                  <a:lnTo>
                    <a:pt x="4566210" y="0"/>
                  </a:lnTo>
                  <a:lnTo>
                    <a:pt x="4504048" y="0"/>
                  </a:lnTo>
                  <a:lnTo>
                    <a:pt x="4477374" y="0"/>
                  </a:lnTo>
                  <a:lnTo>
                    <a:pt x="4453276" y="0"/>
                  </a:lnTo>
                  <a:lnTo>
                    <a:pt x="4429662" y="0"/>
                  </a:lnTo>
                  <a:lnTo>
                    <a:pt x="4407710" y="0"/>
                  </a:lnTo>
                  <a:lnTo>
                    <a:pt x="4383395" y="0"/>
                  </a:lnTo>
                  <a:lnTo>
                    <a:pt x="4356740" y="0"/>
                  </a:lnTo>
                  <a:lnTo>
                    <a:pt x="4328532" y="0"/>
                  </a:lnTo>
                  <a:lnTo>
                    <a:pt x="4300080" y="0"/>
                  </a:lnTo>
                  <a:lnTo>
                    <a:pt x="4272777" y="0"/>
                  </a:lnTo>
                  <a:lnTo>
                    <a:pt x="4247626" y="0"/>
                  </a:lnTo>
                  <a:lnTo>
                    <a:pt x="4224922" y="0"/>
                  </a:lnTo>
                  <a:lnTo>
                    <a:pt x="4217716" y="0"/>
                  </a:lnTo>
                  <a:lnTo>
                    <a:pt x="4193553" y="0"/>
                  </a:lnTo>
                  <a:lnTo>
                    <a:pt x="4169421" y="0"/>
                  </a:lnTo>
                  <a:lnTo>
                    <a:pt x="4142669" y="0"/>
                  </a:lnTo>
                  <a:lnTo>
                    <a:pt x="4113207" y="0"/>
                  </a:lnTo>
                  <a:lnTo>
                    <a:pt x="4086686" y="0"/>
                  </a:lnTo>
                  <a:lnTo>
                    <a:pt x="4071947" y="0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249" y="0"/>
                  </a:lnTo>
                  <a:lnTo>
                    <a:pt x="3797177" y="0"/>
                  </a:lnTo>
                  <a:lnTo>
                    <a:pt x="3770482" y="0"/>
                  </a:lnTo>
                  <a:lnTo>
                    <a:pt x="3741044" y="0"/>
                  </a:lnTo>
                  <a:lnTo>
                    <a:pt x="3714370" y="0"/>
                  </a:lnTo>
                  <a:lnTo>
                    <a:pt x="3690272" y="0"/>
                  </a:lnTo>
                  <a:lnTo>
                    <a:pt x="3666658" y="0"/>
                  </a:lnTo>
                  <a:lnTo>
                    <a:pt x="3644706" y="0"/>
                  </a:lnTo>
                  <a:lnTo>
                    <a:pt x="3620391" y="0"/>
                  </a:lnTo>
                  <a:lnTo>
                    <a:pt x="3593736" y="0"/>
                  </a:lnTo>
                  <a:lnTo>
                    <a:pt x="3565528" y="0"/>
                  </a:lnTo>
                  <a:lnTo>
                    <a:pt x="3537076" y="0"/>
                  </a:lnTo>
                  <a:lnTo>
                    <a:pt x="3509773" y="0"/>
                  </a:lnTo>
                  <a:lnTo>
                    <a:pt x="3484622" y="0"/>
                  </a:lnTo>
                  <a:lnTo>
                    <a:pt x="3461918" y="0"/>
                  </a:lnTo>
                  <a:lnTo>
                    <a:pt x="3454712" y="0"/>
                  </a:lnTo>
                  <a:lnTo>
                    <a:pt x="3430549" y="0"/>
                  </a:lnTo>
                  <a:lnTo>
                    <a:pt x="3406417" y="0"/>
                  </a:lnTo>
                  <a:lnTo>
                    <a:pt x="3379665" y="0"/>
                  </a:lnTo>
                  <a:lnTo>
                    <a:pt x="3350203" y="0"/>
                  </a:lnTo>
                  <a:lnTo>
                    <a:pt x="3334291" y="0"/>
                  </a:lnTo>
                  <a:lnTo>
                    <a:pt x="3308943" y="0"/>
                  </a:lnTo>
                  <a:lnTo>
                    <a:pt x="3306350" y="0"/>
                  </a:lnTo>
                  <a:lnTo>
                    <a:pt x="3052016" y="0"/>
                  </a:lnTo>
                  <a:lnTo>
                    <a:pt x="3049245" y="0"/>
                  </a:lnTo>
                  <a:lnTo>
                    <a:pt x="3040202" y="0"/>
                  </a:lnTo>
                  <a:lnTo>
                    <a:pt x="3007477" y="0"/>
                  </a:lnTo>
                  <a:lnTo>
                    <a:pt x="2978040" y="0"/>
                  </a:lnTo>
                  <a:lnTo>
                    <a:pt x="2951366" y="0"/>
                  </a:lnTo>
                  <a:lnTo>
                    <a:pt x="2927267" y="0"/>
                  </a:lnTo>
                  <a:lnTo>
                    <a:pt x="2903654" y="0"/>
                  </a:lnTo>
                  <a:lnTo>
                    <a:pt x="2881702" y="0"/>
                  </a:lnTo>
                  <a:lnTo>
                    <a:pt x="2857387" y="0"/>
                  </a:lnTo>
                  <a:lnTo>
                    <a:pt x="2830732" y="0"/>
                  </a:lnTo>
                  <a:lnTo>
                    <a:pt x="2802524" y="0"/>
                  </a:lnTo>
                  <a:lnTo>
                    <a:pt x="2774072" y="0"/>
                  </a:lnTo>
                  <a:lnTo>
                    <a:pt x="2746769" y="0"/>
                  </a:lnTo>
                  <a:lnTo>
                    <a:pt x="2721618" y="0"/>
                  </a:lnTo>
                  <a:lnTo>
                    <a:pt x="2698914" y="0"/>
                  </a:lnTo>
                  <a:lnTo>
                    <a:pt x="2691708" y="0"/>
                  </a:lnTo>
                  <a:lnTo>
                    <a:pt x="2643413" y="0"/>
                  </a:lnTo>
                  <a:lnTo>
                    <a:pt x="2616661" y="0"/>
                  </a:lnTo>
                  <a:lnTo>
                    <a:pt x="2587199" y="0"/>
                  </a:lnTo>
                  <a:lnTo>
                    <a:pt x="2545939" y="0"/>
                  </a:lnTo>
                  <a:lnTo>
                    <a:pt x="2543346" y="0"/>
                  </a:lnTo>
                  <a:lnTo>
                    <a:pt x="2289012" y="0"/>
                  </a:lnTo>
                  <a:lnTo>
                    <a:pt x="2286241" y="0"/>
                  </a:lnTo>
                  <a:lnTo>
                    <a:pt x="2277198" y="0"/>
                  </a:lnTo>
                  <a:lnTo>
                    <a:pt x="2215036" y="0"/>
                  </a:lnTo>
                  <a:lnTo>
                    <a:pt x="2188362" y="0"/>
                  </a:lnTo>
                  <a:lnTo>
                    <a:pt x="2164263" y="0"/>
                  </a:lnTo>
                  <a:lnTo>
                    <a:pt x="2140650" y="0"/>
                  </a:lnTo>
                  <a:lnTo>
                    <a:pt x="2118698" y="0"/>
                  </a:lnTo>
                  <a:lnTo>
                    <a:pt x="2094383" y="0"/>
                  </a:lnTo>
                  <a:lnTo>
                    <a:pt x="2067728" y="0"/>
                  </a:lnTo>
                  <a:lnTo>
                    <a:pt x="2039520" y="0"/>
                  </a:lnTo>
                  <a:lnTo>
                    <a:pt x="2011068" y="0"/>
                  </a:lnTo>
                  <a:lnTo>
                    <a:pt x="1983765" y="0"/>
                  </a:lnTo>
                  <a:lnTo>
                    <a:pt x="1958614" y="0"/>
                  </a:lnTo>
                  <a:lnTo>
                    <a:pt x="1935910" y="0"/>
                  </a:lnTo>
                  <a:lnTo>
                    <a:pt x="1928704" y="0"/>
                  </a:lnTo>
                  <a:lnTo>
                    <a:pt x="1880409" y="0"/>
                  </a:lnTo>
                  <a:lnTo>
                    <a:pt x="1853657" y="0"/>
                  </a:lnTo>
                  <a:lnTo>
                    <a:pt x="1824195" y="0"/>
                  </a:lnTo>
                  <a:lnTo>
                    <a:pt x="1782935" y="0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3237" y="0"/>
                  </a:lnTo>
                  <a:lnTo>
                    <a:pt x="1514194" y="0"/>
                  </a:lnTo>
                  <a:lnTo>
                    <a:pt x="1481469" y="0"/>
                  </a:lnTo>
                  <a:lnTo>
                    <a:pt x="1452032" y="0"/>
                  </a:lnTo>
                  <a:lnTo>
                    <a:pt x="1425358" y="0"/>
                  </a:lnTo>
                  <a:lnTo>
                    <a:pt x="1401259" y="0"/>
                  </a:lnTo>
                  <a:lnTo>
                    <a:pt x="1377646" y="0"/>
                  </a:lnTo>
                  <a:lnTo>
                    <a:pt x="1355694" y="0"/>
                  </a:lnTo>
                  <a:lnTo>
                    <a:pt x="1331379" y="0"/>
                  </a:lnTo>
                  <a:lnTo>
                    <a:pt x="1304724" y="0"/>
                  </a:lnTo>
                  <a:lnTo>
                    <a:pt x="1276516" y="0"/>
                  </a:lnTo>
                  <a:lnTo>
                    <a:pt x="1248064" y="0"/>
                  </a:lnTo>
                  <a:lnTo>
                    <a:pt x="1220761" y="0"/>
                  </a:lnTo>
                  <a:lnTo>
                    <a:pt x="1195610" y="0"/>
                  </a:lnTo>
                  <a:lnTo>
                    <a:pt x="1172906" y="0"/>
                  </a:lnTo>
                  <a:lnTo>
                    <a:pt x="1165700" y="0"/>
                  </a:lnTo>
                  <a:lnTo>
                    <a:pt x="1117405" y="0"/>
                  </a:lnTo>
                  <a:lnTo>
                    <a:pt x="1090653" y="0"/>
                  </a:lnTo>
                  <a:lnTo>
                    <a:pt x="1061191" y="0"/>
                  </a:lnTo>
                  <a:lnTo>
                    <a:pt x="1019931" y="0"/>
                  </a:lnTo>
                  <a:lnTo>
                    <a:pt x="1017338" y="0"/>
                  </a:lnTo>
                  <a:lnTo>
                    <a:pt x="763004" y="0"/>
                  </a:lnTo>
                  <a:lnTo>
                    <a:pt x="760233" y="0"/>
                  </a:lnTo>
                  <a:lnTo>
                    <a:pt x="689028" y="0"/>
                  </a:lnTo>
                  <a:lnTo>
                    <a:pt x="662354" y="0"/>
                  </a:lnTo>
                  <a:lnTo>
                    <a:pt x="638255" y="0"/>
                  </a:lnTo>
                  <a:lnTo>
                    <a:pt x="614642" y="0"/>
                  </a:lnTo>
                  <a:lnTo>
                    <a:pt x="592690" y="0"/>
                  </a:lnTo>
                  <a:lnTo>
                    <a:pt x="568375" y="0"/>
                  </a:lnTo>
                  <a:lnTo>
                    <a:pt x="541720" y="0"/>
                  </a:lnTo>
                  <a:lnTo>
                    <a:pt x="513512" y="0"/>
                  </a:lnTo>
                  <a:lnTo>
                    <a:pt x="485059" y="0"/>
                  </a:lnTo>
                  <a:lnTo>
                    <a:pt x="457757" y="0"/>
                  </a:lnTo>
                  <a:lnTo>
                    <a:pt x="432606" y="0"/>
                  </a:lnTo>
                  <a:lnTo>
                    <a:pt x="409902" y="0"/>
                  </a:lnTo>
                  <a:lnTo>
                    <a:pt x="402696" y="0"/>
                  </a:lnTo>
                  <a:lnTo>
                    <a:pt x="378533" y="0"/>
                  </a:lnTo>
                  <a:lnTo>
                    <a:pt x="354401" y="0"/>
                  </a:lnTo>
                  <a:lnTo>
                    <a:pt x="327649" y="0"/>
                  </a:lnTo>
                  <a:lnTo>
                    <a:pt x="298187" y="0"/>
                  </a:lnTo>
                  <a:lnTo>
                    <a:pt x="256927" y="0"/>
                  </a:lnTo>
                  <a:lnTo>
                    <a:pt x="2543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852C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949593" y="367124"/>
              <a:ext cx="6358367" cy="256187"/>
            </a:xfrm>
            <a:custGeom>
              <a:avLst/>
              <a:pathLst>
                <a:path w="6358367" h="256187">
                  <a:moveTo>
                    <a:pt x="0" y="256187"/>
                  </a:moveTo>
                  <a:lnTo>
                    <a:pt x="254334" y="256187"/>
                  </a:lnTo>
                  <a:lnTo>
                    <a:pt x="257065" y="256090"/>
                  </a:lnTo>
                  <a:lnTo>
                    <a:pt x="271953" y="255410"/>
                  </a:lnTo>
                  <a:lnTo>
                    <a:pt x="298424" y="253755"/>
                  </a:lnTo>
                  <a:lnTo>
                    <a:pt x="327734" y="251080"/>
                  </a:lnTo>
                  <a:lnTo>
                    <a:pt x="354349" y="247340"/>
                  </a:lnTo>
                  <a:lnTo>
                    <a:pt x="378364" y="242190"/>
                  </a:lnTo>
                  <a:lnTo>
                    <a:pt x="402390" y="235039"/>
                  </a:lnTo>
                  <a:lnTo>
                    <a:pt x="402696" y="234937"/>
                  </a:lnTo>
                  <a:lnTo>
                    <a:pt x="423805" y="227405"/>
                  </a:lnTo>
                  <a:lnTo>
                    <a:pt x="447099" y="218289"/>
                  </a:lnTo>
                  <a:lnTo>
                    <a:pt x="472595" y="207763"/>
                  </a:lnTo>
                  <a:lnTo>
                    <a:pt x="499647" y="196291"/>
                  </a:lnTo>
                  <a:lnTo>
                    <a:pt x="527119" y="184567"/>
                  </a:lnTo>
                  <a:lnTo>
                    <a:pt x="553745" y="173351"/>
                  </a:lnTo>
                  <a:lnTo>
                    <a:pt x="578524" y="163272"/>
                  </a:lnTo>
                  <a:lnTo>
                    <a:pt x="601027" y="154697"/>
                  </a:lnTo>
                  <a:lnTo>
                    <a:pt x="614642" y="149938"/>
                  </a:lnTo>
                  <a:lnTo>
                    <a:pt x="638685" y="142760"/>
                  </a:lnTo>
                  <a:lnTo>
                    <a:pt x="662683" y="137588"/>
                  </a:lnTo>
                  <a:lnTo>
                    <a:pt x="689256" y="133835"/>
                  </a:lnTo>
                  <a:lnTo>
                    <a:pt x="718553" y="131147"/>
                  </a:lnTo>
                  <a:lnTo>
                    <a:pt x="745115" y="129479"/>
                  </a:lnTo>
                  <a:lnTo>
                    <a:pt x="760177" y="128789"/>
                  </a:lnTo>
                  <a:lnTo>
                    <a:pt x="763004" y="128688"/>
                  </a:lnTo>
                  <a:lnTo>
                    <a:pt x="1017338" y="128688"/>
                  </a:lnTo>
                  <a:lnTo>
                    <a:pt x="1020093" y="128626"/>
                  </a:lnTo>
                  <a:lnTo>
                    <a:pt x="1035089" y="128188"/>
                  </a:lnTo>
                  <a:lnTo>
                    <a:pt x="1061692" y="127123"/>
                  </a:lnTo>
                  <a:lnTo>
                    <a:pt x="1091078" y="125404"/>
                  </a:lnTo>
                  <a:lnTo>
                    <a:pt x="1117727" y="123000"/>
                  </a:lnTo>
                  <a:lnTo>
                    <a:pt x="1141792" y="119685"/>
                  </a:lnTo>
                  <a:lnTo>
                    <a:pt x="1165700" y="115127"/>
                  </a:lnTo>
                  <a:lnTo>
                    <a:pt x="1187289" y="110204"/>
                  </a:lnTo>
                  <a:lnTo>
                    <a:pt x="1211164" y="104228"/>
                  </a:lnTo>
                  <a:lnTo>
                    <a:pt x="1237320" y="97323"/>
                  </a:lnTo>
                  <a:lnTo>
                    <a:pt x="1265032" y="89814"/>
                  </a:lnTo>
                  <a:lnTo>
                    <a:pt x="1293068" y="82182"/>
                  </a:lnTo>
                  <a:lnTo>
                    <a:pt x="1320088" y="74940"/>
                  </a:lnTo>
                  <a:lnTo>
                    <a:pt x="1345087" y="68497"/>
                  </a:lnTo>
                  <a:lnTo>
                    <a:pt x="1367707" y="63074"/>
                  </a:lnTo>
                  <a:lnTo>
                    <a:pt x="1377646" y="60881"/>
                  </a:lnTo>
                  <a:lnTo>
                    <a:pt x="1401760" y="56289"/>
                  </a:lnTo>
                  <a:lnTo>
                    <a:pt x="1425836" y="52983"/>
                  </a:lnTo>
                  <a:lnTo>
                    <a:pt x="1452515" y="50586"/>
                  </a:lnTo>
                  <a:lnTo>
                    <a:pt x="1481910" y="48873"/>
                  </a:lnTo>
                  <a:lnTo>
                    <a:pt x="1508448" y="47814"/>
                  </a:lnTo>
                  <a:lnTo>
                    <a:pt x="1523320" y="47381"/>
                  </a:lnTo>
                  <a:lnTo>
                    <a:pt x="1526008" y="47320"/>
                  </a:lnTo>
                  <a:lnTo>
                    <a:pt x="1780342" y="47320"/>
                  </a:lnTo>
                  <a:lnTo>
                    <a:pt x="1783107" y="47284"/>
                  </a:lnTo>
                  <a:lnTo>
                    <a:pt x="1798154" y="47028"/>
                  </a:lnTo>
                  <a:lnTo>
                    <a:pt x="1824818" y="46407"/>
                  </a:lnTo>
                  <a:lnTo>
                    <a:pt x="1854238" y="45404"/>
                  </a:lnTo>
                  <a:lnTo>
                    <a:pt x="1880904" y="44001"/>
                  </a:lnTo>
                  <a:lnTo>
                    <a:pt x="1904991" y="42066"/>
                  </a:lnTo>
                  <a:lnTo>
                    <a:pt x="1928704" y="39433"/>
                  </a:lnTo>
                  <a:lnTo>
                    <a:pt x="1950530" y="36538"/>
                  </a:lnTo>
                  <a:lnTo>
                    <a:pt x="1974692" y="33017"/>
                  </a:lnTo>
                  <a:lnTo>
                    <a:pt x="2001173" y="28947"/>
                  </a:lnTo>
                  <a:lnTo>
                    <a:pt x="2029210" y="24527"/>
                  </a:lnTo>
                  <a:lnTo>
                    <a:pt x="2057519" y="20046"/>
                  </a:lnTo>
                  <a:lnTo>
                    <a:pt x="2084724" y="15812"/>
                  </a:lnTo>
                  <a:lnTo>
                    <a:pt x="2109824" y="12064"/>
                  </a:lnTo>
                  <a:lnTo>
                    <a:pt x="2132499" y="8926"/>
                  </a:lnTo>
                  <a:lnTo>
                    <a:pt x="2140650" y="7886"/>
                  </a:lnTo>
                  <a:lnTo>
                    <a:pt x="2164796" y="5212"/>
                  </a:lnTo>
                  <a:lnTo>
                    <a:pt x="2188909" y="3289"/>
                  </a:lnTo>
                  <a:lnTo>
                    <a:pt x="2215637" y="1894"/>
                  </a:lnTo>
                  <a:lnTo>
                    <a:pt x="2245076" y="898"/>
                  </a:lnTo>
                  <a:lnTo>
                    <a:pt x="2271603" y="284"/>
                  </a:lnTo>
                  <a:lnTo>
                    <a:pt x="2286387" y="34"/>
                  </a:lnTo>
                  <a:lnTo>
                    <a:pt x="2289012" y="0"/>
                  </a:lnTo>
                  <a:lnTo>
                    <a:pt x="2543346" y="0"/>
                  </a:lnTo>
                  <a:lnTo>
                    <a:pt x="2546117" y="0"/>
                  </a:lnTo>
                  <a:lnTo>
                    <a:pt x="2555160" y="0"/>
                  </a:lnTo>
                  <a:lnTo>
                    <a:pt x="2587885" y="0"/>
                  </a:lnTo>
                  <a:lnTo>
                    <a:pt x="2617322" y="0"/>
                  </a:lnTo>
                  <a:lnTo>
                    <a:pt x="2643996" y="0"/>
                  </a:lnTo>
                  <a:lnTo>
                    <a:pt x="2668095" y="0"/>
                  </a:lnTo>
                  <a:lnTo>
                    <a:pt x="2691708" y="0"/>
                  </a:lnTo>
                  <a:lnTo>
                    <a:pt x="2713660" y="0"/>
                  </a:lnTo>
                  <a:lnTo>
                    <a:pt x="2737975" y="0"/>
                  </a:lnTo>
                  <a:lnTo>
                    <a:pt x="2764630" y="0"/>
                  </a:lnTo>
                  <a:lnTo>
                    <a:pt x="2792838" y="0"/>
                  </a:lnTo>
                  <a:lnTo>
                    <a:pt x="2821291" y="0"/>
                  </a:lnTo>
                  <a:lnTo>
                    <a:pt x="2837672" y="0"/>
                  </a:lnTo>
                  <a:lnTo>
                    <a:pt x="2873744" y="0"/>
                  </a:lnTo>
                  <a:lnTo>
                    <a:pt x="2896448" y="0"/>
                  </a:lnTo>
                  <a:lnTo>
                    <a:pt x="2903654" y="0"/>
                  </a:lnTo>
                  <a:lnTo>
                    <a:pt x="2951949" y="0"/>
                  </a:lnTo>
                  <a:lnTo>
                    <a:pt x="2978701" y="0"/>
                  </a:lnTo>
                  <a:lnTo>
                    <a:pt x="3008163" y="0"/>
                  </a:lnTo>
                  <a:lnTo>
                    <a:pt x="3049423" y="0"/>
                  </a:lnTo>
                  <a:lnTo>
                    <a:pt x="3052016" y="0"/>
                  </a:lnTo>
                  <a:lnTo>
                    <a:pt x="3306350" y="0"/>
                  </a:lnTo>
                  <a:lnTo>
                    <a:pt x="3309121" y="0"/>
                  </a:lnTo>
                  <a:lnTo>
                    <a:pt x="3324193" y="0"/>
                  </a:lnTo>
                  <a:lnTo>
                    <a:pt x="3350889" y="0"/>
                  </a:lnTo>
                  <a:lnTo>
                    <a:pt x="3380326" y="0"/>
                  </a:lnTo>
                  <a:lnTo>
                    <a:pt x="3407000" y="0"/>
                  </a:lnTo>
                  <a:lnTo>
                    <a:pt x="3431099" y="0"/>
                  </a:lnTo>
                  <a:lnTo>
                    <a:pt x="3454712" y="0"/>
                  </a:lnTo>
                  <a:lnTo>
                    <a:pt x="3476664" y="0"/>
                  </a:lnTo>
                  <a:lnTo>
                    <a:pt x="3500979" y="0"/>
                  </a:lnTo>
                  <a:lnTo>
                    <a:pt x="3527634" y="0"/>
                  </a:lnTo>
                  <a:lnTo>
                    <a:pt x="3555842" y="0"/>
                  </a:lnTo>
                  <a:lnTo>
                    <a:pt x="3584295" y="0"/>
                  </a:lnTo>
                  <a:lnTo>
                    <a:pt x="3611597" y="0"/>
                  </a:lnTo>
                  <a:lnTo>
                    <a:pt x="3636748" y="0"/>
                  </a:lnTo>
                  <a:lnTo>
                    <a:pt x="3659452" y="0"/>
                  </a:lnTo>
                  <a:lnTo>
                    <a:pt x="3666658" y="0"/>
                  </a:lnTo>
                  <a:lnTo>
                    <a:pt x="3690821" y="0"/>
                  </a:lnTo>
                  <a:lnTo>
                    <a:pt x="3714953" y="0"/>
                  </a:lnTo>
                  <a:lnTo>
                    <a:pt x="3741705" y="0"/>
                  </a:lnTo>
                  <a:lnTo>
                    <a:pt x="3771167" y="0"/>
                  </a:lnTo>
                  <a:lnTo>
                    <a:pt x="3797688" y="0"/>
                  </a:lnTo>
                  <a:lnTo>
                    <a:pt x="3812427" y="0"/>
                  </a:lnTo>
                  <a:lnTo>
                    <a:pt x="3815020" y="0"/>
                  </a:lnTo>
                  <a:lnTo>
                    <a:pt x="4069355" y="0"/>
                  </a:lnTo>
                  <a:lnTo>
                    <a:pt x="4072125" y="0"/>
                  </a:lnTo>
                  <a:lnTo>
                    <a:pt x="4087197" y="0"/>
                  </a:lnTo>
                  <a:lnTo>
                    <a:pt x="4113893" y="0"/>
                  </a:lnTo>
                  <a:lnTo>
                    <a:pt x="4143330" y="0"/>
                  </a:lnTo>
                  <a:lnTo>
                    <a:pt x="4170004" y="0"/>
                  </a:lnTo>
                  <a:lnTo>
                    <a:pt x="4194103" y="0"/>
                  </a:lnTo>
                  <a:lnTo>
                    <a:pt x="4217716" y="0"/>
                  </a:lnTo>
                  <a:lnTo>
                    <a:pt x="4239668" y="0"/>
                  </a:lnTo>
                  <a:lnTo>
                    <a:pt x="4263983" y="0"/>
                  </a:lnTo>
                  <a:lnTo>
                    <a:pt x="4290638" y="0"/>
                  </a:lnTo>
                  <a:lnTo>
                    <a:pt x="4318846" y="0"/>
                  </a:lnTo>
                  <a:lnTo>
                    <a:pt x="4347299" y="0"/>
                  </a:lnTo>
                  <a:lnTo>
                    <a:pt x="4374601" y="0"/>
                  </a:lnTo>
                  <a:lnTo>
                    <a:pt x="4399752" y="0"/>
                  </a:lnTo>
                  <a:lnTo>
                    <a:pt x="4422456" y="0"/>
                  </a:lnTo>
                  <a:lnTo>
                    <a:pt x="4429662" y="0"/>
                  </a:lnTo>
                  <a:lnTo>
                    <a:pt x="4453825" y="0"/>
                  </a:lnTo>
                  <a:lnTo>
                    <a:pt x="4477957" y="0"/>
                  </a:lnTo>
                  <a:lnTo>
                    <a:pt x="4504709" y="0"/>
                  </a:lnTo>
                  <a:lnTo>
                    <a:pt x="4575431" y="0"/>
                  </a:lnTo>
                  <a:lnTo>
                    <a:pt x="4578024" y="0"/>
                  </a:lnTo>
                  <a:lnTo>
                    <a:pt x="4832359" y="0"/>
                  </a:lnTo>
                  <a:lnTo>
                    <a:pt x="4835129" y="0"/>
                  </a:lnTo>
                  <a:lnTo>
                    <a:pt x="4844172" y="0"/>
                  </a:lnTo>
                  <a:lnTo>
                    <a:pt x="4876897" y="0"/>
                  </a:lnTo>
                  <a:lnTo>
                    <a:pt x="4906334" y="0"/>
                  </a:lnTo>
                  <a:lnTo>
                    <a:pt x="4933008" y="0"/>
                  </a:lnTo>
                  <a:lnTo>
                    <a:pt x="4957107" y="0"/>
                  </a:lnTo>
                  <a:lnTo>
                    <a:pt x="4980720" y="0"/>
                  </a:lnTo>
                  <a:lnTo>
                    <a:pt x="5002672" y="0"/>
                  </a:lnTo>
                  <a:lnTo>
                    <a:pt x="5026987" y="0"/>
                  </a:lnTo>
                  <a:lnTo>
                    <a:pt x="5053642" y="0"/>
                  </a:lnTo>
                  <a:lnTo>
                    <a:pt x="5081850" y="0"/>
                  </a:lnTo>
                  <a:lnTo>
                    <a:pt x="5110303" y="0"/>
                  </a:lnTo>
                  <a:lnTo>
                    <a:pt x="5126684" y="0"/>
                  </a:lnTo>
                  <a:lnTo>
                    <a:pt x="5162756" y="0"/>
                  </a:lnTo>
                  <a:lnTo>
                    <a:pt x="5185460" y="0"/>
                  </a:lnTo>
                  <a:lnTo>
                    <a:pt x="5192666" y="0"/>
                  </a:lnTo>
                  <a:lnTo>
                    <a:pt x="5240961" y="0"/>
                  </a:lnTo>
                  <a:lnTo>
                    <a:pt x="5267713" y="0"/>
                  </a:lnTo>
                  <a:lnTo>
                    <a:pt x="5338435" y="0"/>
                  </a:lnTo>
                  <a:lnTo>
                    <a:pt x="5341028" y="0"/>
                  </a:lnTo>
                  <a:lnTo>
                    <a:pt x="5595363" y="0"/>
                  </a:lnTo>
                  <a:lnTo>
                    <a:pt x="5598133" y="0"/>
                  </a:lnTo>
                  <a:lnTo>
                    <a:pt x="5607176" y="0"/>
                  </a:lnTo>
                  <a:lnTo>
                    <a:pt x="5669339" y="0"/>
                  </a:lnTo>
                  <a:lnTo>
                    <a:pt x="5696012" y="0"/>
                  </a:lnTo>
                  <a:lnTo>
                    <a:pt x="5720111" y="0"/>
                  </a:lnTo>
                  <a:lnTo>
                    <a:pt x="5743725" y="0"/>
                  </a:lnTo>
                  <a:lnTo>
                    <a:pt x="5765676" y="0"/>
                  </a:lnTo>
                  <a:lnTo>
                    <a:pt x="5789991" y="0"/>
                  </a:lnTo>
                  <a:lnTo>
                    <a:pt x="5816646" y="0"/>
                  </a:lnTo>
                  <a:lnTo>
                    <a:pt x="5844854" y="0"/>
                  </a:lnTo>
                  <a:lnTo>
                    <a:pt x="5873307" y="0"/>
                  </a:lnTo>
                  <a:lnTo>
                    <a:pt x="5900609" y="0"/>
                  </a:lnTo>
                  <a:lnTo>
                    <a:pt x="5925760" y="0"/>
                  </a:lnTo>
                  <a:lnTo>
                    <a:pt x="5948465" y="0"/>
                  </a:lnTo>
                  <a:lnTo>
                    <a:pt x="5955670" y="0"/>
                  </a:lnTo>
                  <a:lnTo>
                    <a:pt x="6003965" y="0"/>
                  </a:lnTo>
                  <a:lnTo>
                    <a:pt x="6030717" y="0"/>
                  </a:lnTo>
                  <a:lnTo>
                    <a:pt x="6060180" y="0"/>
                  </a:lnTo>
                  <a:lnTo>
                    <a:pt x="6101439" y="0"/>
                  </a:lnTo>
                  <a:lnTo>
                    <a:pt x="6104032" y="0"/>
                  </a:lnTo>
                  <a:lnTo>
                    <a:pt x="6358367" y="0"/>
                  </a:lnTo>
                  <a:lnTo>
                    <a:pt x="6104032" y="0"/>
                  </a:lnTo>
                  <a:lnTo>
                    <a:pt x="6101261" y="0"/>
                  </a:lnTo>
                  <a:lnTo>
                    <a:pt x="6092218" y="0"/>
                  </a:lnTo>
                  <a:lnTo>
                    <a:pt x="6059494" y="0"/>
                  </a:lnTo>
                  <a:lnTo>
                    <a:pt x="6030056" y="0"/>
                  </a:lnTo>
                  <a:lnTo>
                    <a:pt x="6003383" y="0"/>
                  </a:lnTo>
                  <a:lnTo>
                    <a:pt x="5979284" y="0"/>
                  </a:lnTo>
                  <a:lnTo>
                    <a:pt x="5955670" y="0"/>
                  </a:lnTo>
                  <a:lnTo>
                    <a:pt x="5933718" y="0"/>
                  </a:lnTo>
                  <a:lnTo>
                    <a:pt x="5909403" y="0"/>
                  </a:lnTo>
                  <a:lnTo>
                    <a:pt x="5882749" y="0"/>
                  </a:lnTo>
                  <a:lnTo>
                    <a:pt x="5854540" y="0"/>
                  </a:lnTo>
                  <a:lnTo>
                    <a:pt x="5826088" y="0"/>
                  </a:lnTo>
                  <a:lnTo>
                    <a:pt x="5798785" y="0"/>
                  </a:lnTo>
                  <a:lnTo>
                    <a:pt x="5750930" y="0"/>
                  </a:lnTo>
                  <a:lnTo>
                    <a:pt x="5743725" y="0"/>
                  </a:lnTo>
                  <a:lnTo>
                    <a:pt x="5695430" y="0"/>
                  </a:lnTo>
                  <a:lnTo>
                    <a:pt x="5668677" y="0"/>
                  </a:lnTo>
                  <a:lnTo>
                    <a:pt x="5639215" y="0"/>
                  </a:lnTo>
                  <a:lnTo>
                    <a:pt x="5597955" y="0"/>
                  </a:lnTo>
                  <a:lnTo>
                    <a:pt x="5595363" y="0"/>
                  </a:lnTo>
                  <a:lnTo>
                    <a:pt x="5341028" y="0"/>
                  </a:lnTo>
                  <a:lnTo>
                    <a:pt x="5338257" y="0"/>
                  </a:lnTo>
                  <a:lnTo>
                    <a:pt x="5329214" y="0"/>
                  </a:lnTo>
                  <a:lnTo>
                    <a:pt x="5267052" y="0"/>
                  </a:lnTo>
                  <a:lnTo>
                    <a:pt x="5240378" y="0"/>
                  </a:lnTo>
                  <a:lnTo>
                    <a:pt x="5216280" y="0"/>
                  </a:lnTo>
                  <a:lnTo>
                    <a:pt x="5192666" y="0"/>
                  </a:lnTo>
                  <a:lnTo>
                    <a:pt x="5170714" y="0"/>
                  </a:lnTo>
                  <a:lnTo>
                    <a:pt x="5146399" y="0"/>
                  </a:lnTo>
                  <a:lnTo>
                    <a:pt x="5119744" y="0"/>
                  </a:lnTo>
                  <a:lnTo>
                    <a:pt x="5091536" y="0"/>
                  </a:lnTo>
                  <a:lnTo>
                    <a:pt x="5063084" y="0"/>
                  </a:lnTo>
                  <a:lnTo>
                    <a:pt x="5035781" y="0"/>
                  </a:lnTo>
                  <a:lnTo>
                    <a:pt x="5010630" y="0"/>
                  </a:lnTo>
                  <a:lnTo>
                    <a:pt x="4987926" y="0"/>
                  </a:lnTo>
                  <a:lnTo>
                    <a:pt x="4980720" y="0"/>
                  </a:lnTo>
                  <a:lnTo>
                    <a:pt x="4932425" y="0"/>
                  </a:lnTo>
                  <a:lnTo>
                    <a:pt x="4905673" y="0"/>
                  </a:lnTo>
                  <a:lnTo>
                    <a:pt x="4876211" y="0"/>
                  </a:lnTo>
                  <a:lnTo>
                    <a:pt x="4849690" y="0"/>
                  </a:lnTo>
                  <a:lnTo>
                    <a:pt x="4834951" y="0"/>
                  </a:lnTo>
                  <a:lnTo>
                    <a:pt x="4832359" y="0"/>
                  </a:lnTo>
                  <a:lnTo>
                    <a:pt x="4578024" y="0"/>
                  </a:lnTo>
                  <a:lnTo>
                    <a:pt x="4575253" y="0"/>
                  </a:lnTo>
                  <a:lnTo>
                    <a:pt x="4566210" y="0"/>
                  </a:lnTo>
                  <a:lnTo>
                    <a:pt x="4504048" y="0"/>
                  </a:lnTo>
                  <a:lnTo>
                    <a:pt x="4477374" y="0"/>
                  </a:lnTo>
                  <a:lnTo>
                    <a:pt x="4453276" y="0"/>
                  </a:lnTo>
                  <a:lnTo>
                    <a:pt x="4429662" y="0"/>
                  </a:lnTo>
                  <a:lnTo>
                    <a:pt x="4407710" y="0"/>
                  </a:lnTo>
                  <a:lnTo>
                    <a:pt x="4383395" y="0"/>
                  </a:lnTo>
                  <a:lnTo>
                    <a:pt x="4356740" y="0"/>
                  </a:lnTo>
                  <a:lnTo>
                    <a:pt x="4328532" y="0"/>
                  </a:lnTo>
                  <a:lnTo>
                    <a:pt x="4300080" y="0"/>
                  </a:lnTo>
                  <a:lnTo>
                    <a:pt x="4272777" y="0"/>
                  </a:lnTo>
                  <a:lnTo>
                    <a:pt x="4247626" y="0"/>
                  </a:lnTo>
                  <a:lnTo>
                    <a:pt x="4224922" y="0"/>
                  </a:lnTo>
                  <a:lnTo>
                    <a:pt x="4217716" y="0"/>
                  </a:lnTo>
                  <a:lnTo>
                    <a:pt x="4193553" y="0"/>
                  </a:lnTo>
                  <a:lnTo>
                    <a:pt x="4169421" y="0"/>
                  </a:lnTo>
                  <a:lnTo>
                    <a:pt x="4142669" y="0"/>
                  </a:lnTo>
                  <a:lnTo>
                    <a:pt x="4113207" y="0"/>
                  </a:lnTo>
                  <a:lnTo>
                    <a:pt x="4086686" y="0"/>
                  </a:lnTo>
                  <a:lnTo>
                    <a:pt x="4071947" y="0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249" y="0"/>
                  </a:lnTo>
                  <a:lnTo>
                    <a:pt x="3797177" y="0"/>
                  </a:lnTo>
                  <a:lnTo>
                    <a:pt x="3770482" y="0"/>
                  </a:lnTo>
                  <a:lnTo>
                    <a:pt x="3741044" y="0"/>
                  </a:lnTo>
                  <a:lnTo>
                    <a:pt x="3714370" y="0"/>
                  </a:lnTo>
                  <a:lnTo>
                    <a:pt x="3690272" y="0"/>
                  </a:lnTo>
                  <a:lnTo>
                    <a:pt x="3666658" y="0"/>
                  </a:lnTo>
                  <a:lnTo>
                    <a:pt x="3644706" y="0"/>
                  </a:lnTo>
                  <a:lnTo>
                    <a:pt x="3620391" y="0"/>
                  </a:lnTo>
                  <a:lnTo>
                    <a:pt x="3593736" y="0"/>
                  </a:lnTo>
                  <a:lnTo>
                    <a:pt x="3565528" y="0"/>
                  </a:lnTo>
                  <a:lnTo>
                    <a:pt x="3537076" y="0"/>
                  </a:lnTo>
                  <a:lnTo>
                    <a:pt x="3509773" y="0"/>
                  </a:lnTo>
                  <a:lnTo>
                    <a:pt x="3484622" y="0"/>
                  </a:lnTo>
                  <a:lnTo>
                    <a:pt x="3461918" y="0"/>
                  </a:lnTo>
                  <a:lnTo>
                    <a:pt x="3454712" y="0"/>
                  </a:lnTo>
                  <a:lnTo>
                    <a:pt x="3430549" y="0"/>
                  </a:lnTo>
                  <a:lnTo>
                    <a:pt x="3406417" y="0"/>
                  </a:lnTo>
                  <a:lnTo>
                    <a:pt x="3379665" y="0"/>
                  </a:lnTo>
                  <a:lnTo>
                    <a:pt x="3350203" y="0"/>
                  </a:lnTo>
                  <a:lnTo>
                    <a:pt x="3334291" y="0"/>
                  </a:lnTo>
                  <a:lnTo>
                    <a:pt x="3308943" y="0"/>
                  </a:lnTo>
                  <a:lnTo>
                    <a:pt x="3306350" y="0"/>
                  </a:lnTo>
                  <a:lnTo>
                    <a:pt x="3052016" y="0"/>
                  </a:lnTo>
                  <a:lnTo>
                    <a:pt x="3049245" y="0"/>
                  </a:lnTo>
                  <a:lnTo>
                    <a:pt x="3040202" y="0"/>
                  </a:lnTo>
                  <a:lnTo>
                    <a:pt x="3007477" y="0"/>
                  </a:lnTo>
                  <a:lnTo>
                    <a:pt x="2978040" y="0"/>
                  </a:lnTo>
                  <a:lnTo>
                    <a:pt x="2951366" y="0"/>
                  </a:lnTo>
                  <a:lnTo>
                    <a:pt x="2927267" y="0"/>
                  </a:lnTo>
                  <a:lnTo>
                    <a:pt x="2903654" y="0"/>
                  </a:lnTo>
                  <a:lnTo>
                    <a:pt x="2881702" y="0"/>
                  </a:lnTo>
                  <a:lnTo>
                    <a:pt x="2857387" y="0"/>
                  </a:lnTo>
                  <a:lnTo>
                    <a:pt x="2830732" y="0"/>
                  </a:lnTo>
                  <a:lnTo>
                    <a:pt x="2802524" y="0"/>
                  </a:lnTo>
                  <a:lnTo>
                    <a:pt x="2774072" y="0"/>
                  </a:lnTo>
                  <a:lnTo>
                    <a:pt x="2746769" y="0"/>
                  </a:lnTo>
                  <a:lnTo>
                    <a:pt x="2721618" y="0"/>
                  </a:lnTo>
                  <a:lnTo>
                    <a:pt x="2698914" y="0"/>
                  </a:lnTo>
                  <a:lnTo>
                    <a:pt x="2691708" y="0"/>
                  </a:lnTo>
                  <a:lnTo>
                    <a:pt x="2643413" y="0"/>
                  </a:lnTo>
                  <a:lnTo>
                    <a:pt x="2616661" y="0"/>
                  </a:lnTo>
                  <a:lnTo>
                    <a:pt x="2587199" y="0"/>
                  </a:lnTo>
                  <a:lnTo>
                    <a:pt x="2545939" y="0"/>
                  </a:lnTo>
                  <a:lnTo>
                    <a:pt x="2543346" y="0"/>
                  </a:lnTo>
                  <a:lnTo>
                    <a:pt x="2289012" y="0"/>
                  </a:lnTo>
                  <a:lnTo>
                    <a:pt x="2286247" y="36"/>
                  </a:lnTo>
                  <a:lnTo>
                    <a:pt x="2271200" y="291"/>
                  </a:lnTo>
                  <a:lnTo>
                    <a:pt x="2244536" y="913"/>
                  </a:lnTo>
                  <a:lnTo>
                    <a:pt x="2215116" y="1916"/>
                  </a:lnTo>
                  <a:lnTo>
                    <a:pt x="2188450" y="3318"/>
                  </a:lnTo>
                  <a:lnTo>
                    <a:pt x="2164364" y="5254"/>
                  </a:lnTo>
                  <a:lnTo>
                    <a:pt x="2140650" y="7886"/>
                  </a:lnTo>
                  <a:lnTo>
                    <a:pt x="2118824" y="10782"/>
                  </a:lnTo>
                  <a:lnTo>
                    <a:pt x="2094662" y="14303"/>
                  </a:lnTo>
                  <a:lnTo>
                    <a:pt x="2068181" y="18373"/>
                  </a:lnTo>
                  <a:lnTo>
                    <a:pt x="2040144" y="22793"/>
                  </a:lnTo>
                  <a:lnTo>
                    <a:pt x="2011835" y="27274"/>
                  </a:lnTo>
                  <a:lnTo>
                    <a:pt x="1984630" y="31508"/>
                  </a:lnTo>
                  <a:lnTo>
                    <a:pt x="1959530" y="35256"/>
                  </a:lnTo>
                  <a:lnTo>
                    <a:pt x="1936855" y="38394"/>
                  </a:lnTo>
                  <a:lnTo>
                    <a:pt x="1928704" y="39433"/>
                  </a:lnTo>
                  <a:lnTo>
                    <a:pt x="1904558" y="42107"/>
                  </a:lnTo>
                  <a:lnTo>
                    <a:pt x="1880445" y="44031"/>
                  </a:lnTo>
                  <a:lnTo>
                    <a:pt x="1853717" y="45426"/>
                  </a:lnTo>
                  <a:lnTo>
                    <a:pt x="1824278" y="46422"/>
                  </a:lnTo>
                  <a:lnTo>
                    <a:pt x="1797751" y="47036"/>
                  </a:lnTo>
                  <a:lnTo>
                    <a:pt x="1782967" y="47286"/>
                  </a:lnTo>
                  <a:lnTo>
                    <a:pt x="1780342" y="47320"/>
                  </a:lnTo>
                  <a:lnTo>
                    <a:pt x="1526008" y="47320"/>
                  </a:lnTo>
                  <a:lnTo>
                    <a:pt x="1523237" y="47313"/>
                  </a:lnTo>
                  <a:lnTo>
                    <a:pt x="1508166" y="47261"/>
                  </a:lnTo>
                  <a:lnTo>
                    <a:pt x="1481472" y="47135"/>
                  </a:lnTo>
                  <a:lnTo>
                    <a:pt x="1452035" y="46933"/>
                  </a:lnTo>
                  <a:lnTo>
                    <a:pt x="1425362" y="46649"/>
                  </a:lnTo>
                  <a:lnTo>
                    <a:pt x="1401263" y="46258"/>
                  </a:lnTo>
                  <a:lnTo>
                    <a:pt x="1377646" y="45728"/>
                  </a:lnTo>
                  <a:lnTo>
                    <a:pt x="1355699" y="45140"/>
                  </a:lnTo>
                  <a:lnTo>
                    <a:pt x="1331390" y="44425"/>
                  </a:lnTo>
                  <a:lnTo>
                    <a:pt x="1304743" y="43598"/>
                  </a:lnTo>
                  <a:lnTo>
                    <a:pt x="1276542" y="42700"/>
                  </a:lnTo>
                  <a:lnTo>
                    <a:pt x="1248095" y="41791"/>
                  </a:lnTo>
                  <a:lnTo>
                    <a:pt x="1220797" y="40934"/>
                  </a:lnTo>
                  <a:lnTo>
                    <a:pt x="1195648" y="40178"/>
                  </a:lnTo>
                  <a:lnTo>
                    <a:pt x="1172945" y="39546"/>
                  </a:lnTo>
                  <a:lnTo>
                    <a:pt x="1165700" y="39360"/>
                  </a:lnTo>
                  <a:lnTo>
                    <a:pt x="1141537" y="38820"/>
                  </a:lnTo>
                  <a:lnTo>
                    <a:pt x="1117407" y="38432"/>
                  </a:lnTo>
                  <a:lnTo>
                    <a:pt x="1090655" y="38150"/>
                  </a:lnTo>
                  <a:lnTo>
                    <a:pt x="1061194" y="37949"/>
                  </a:lnTo>
                  <a:lnTo>
                    <a:pt x="1034673" y="37825"/>
                  </a:lnTo>
                  <a:lnTo>
                    <a:pt x="1019932" y="37775"/>
                  </a:lnTo>
                  <a:lnTo>
                    <a:pt x="1017338" y="37768"/>
                  </a:lnTo>
                  <a:lnTo>
                    <a:pt x="763004" y="37768"/>
                  </a:lnTo>
                  <a:lnTo>
                    <a:pt x="760234" y="37751"/>
                  </a:lnTo>
                  <a:lnTo>
                    <a:pt x="745168" y="37627"/>
                  </a:lnTo>
                  <a:lnTo>
                    <a:pt x="718480" y="37326"/>
                  </a:lnTo>
                  <a:lnTo>
                    <a:pt x="689046" y="36840"/>
                  </a:lnTo>
                  <a:lnTo>
                    <a:pt x="662375" y="36161"/>
                  </a:lnTo>
                  <a:lnTo>
                    <a:pt x="638279" y="35224"/>
                  </a:lnTo>
                  <a:lnTo>
                    <a:pt x="614642" y="33955"/>
                  </a:lnTo>
                  <a:lnTo>
                    <a:pt x="592720" y="32548"/>
                  </a:lnTo>
                  <a:lnTo>
                    <a:pt x="568441" y="30836"/>
                  </a:lnTo>
                  <a:lnTo>
                    <a:pt x="541827" y="28857"/>
                  </a:lnTo>
                  <a:lnTo>
                    <a:pt x="513659" y="26709"/>
                  </a:lnTo>
                  <a:lnTo>
                    <a:pt x="485241" y="24535"/>
                  </a:lnTo>
                  <a:lnTo>
                    <a:pt x="457961" y="22483"/>
                  </a:lnTo>
                  <a:lnTo>
                    <a:pt x="432822" y="20670"/>
                  </a:lnTo>
                  <a:lnTo>
                    <a:pt x="410125" y="19156"/>
                  </a:lnTo>
                  <a:lnTo>
                    <a:pt x="402696" y="18699"/>
                  </a:lnTo>
                  <a:lnTo>
                    <a:pt x="378537" y="17406"/>
                  </a:lnTo>
                  <a:lnTo>
                    <a:pt x="354409" y="16475"/>
                  </a:lnTo>
                  <a:lnTo>
                    <a:pt x="327663" y="15801"/>
                  </a:lnTo>
                  <a:lnTo>
                    <a:pt x="298206" y="15319"/>
                  </a:lnTo>
                  <a:lnTo>
                    <a:pt x="271684" y="15022"/>
                  </a:lnTo>
                  <a:lnTo>
                    <a:pt x="256934" y="14902"/>
                  </a:lnTo>
                  <a:lnTo>
                    <a:pt x="254334" y="14885"/>
                  </a:lnTo>
                  <a:lnTo>
                    <a:pt x="0" y="14885"/>
                  </a:lnTo>
                  <a:close/>
                </a:path>
              </a:pathLst>
            </a:custGeom>
            <a:solidFill>
              <a:srgbClr val="2D74B2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949593" y="367124"/>
              <a:ext cx="6358367" cy="517368"/>
            </a:xfrm>
            <a:custGeom>
              <a:avLst/>
              <a:pathLst>
                <a:path w="6358367" h="517368">
                  <a:moveTo>
                    <a:pt x="0" y="517368"/>
                  </a:moveTo>
                  <a:lnTo>
                    <a:pt x="254334" y="517368"/>
                  </a:lnTo>
                  <a:lnTo>
                    <a:pt x="257084" y="517297"/>
                  </a:lnTo>
                  <a:lnTo>
                    <a:pt x="272056" y="516796"/>
                  </a:lnTo>
                  <a:lnTo>
                    <a:pt x="298631" y="515577"/>
                  </a:lnTo>
                  <a:lnTo>
                    <a:pt x="328000" y="513608"/>
                  </a:lnTo>
                  <a:lnTo>
                    <a:pt x="354642" y="510856"/>
                  </a:lnTo>
                  <a:lnTo>
                    <a:pt x="378695" y="507060"/>
                  </a:lnTo>
                  <a:lnTo>
                    <a:pt x="402696" y="501815"/>
                  </a:lnTo>
                  <a:lnTo>
                    <a:pt x="424177" y="496199"/>
                  </a:lnTo>
                  <a:lnTo>
                    <a:pt x="447920" y="489386"/>
                  </a:lnTo>
                  <a:lnTo>
                    <a:pt x="473926" y="481515"/>
                  </a:lnTo>
                  <a:lnTo>
                    <a:pt x="501490" y="472951"/>
                  </a:lnTo>
                  <a:lnTo>
                    <a:pt x="529400" y="464236"/>
                  </a:lnTo>
                  <a:lnTo>
                    <a:pt x="556332" y="455951"/>
                  </a:lnTo>
                  <a:lnTo>
                    <a:pt x="581283" y="448563"/>
                  </a:lnTo>
                  <a:lnTo>
                    <a:pt x="603877" y="442330"/>
                  </a:lnTo>
                  <a:lnTo>
                    <a:pt x="614642" y="439600"/>
                  </a:lnTo>
                  <a:lnTo>
                    <a:pt x="638740" y="434335"/>
                  </a:lnTo>
                  <a:lnTo>
                    <a:pt x="662800" y="430545"/>
                  </a:lnTo>
                  <a:lnTo>
                    <a:pt x="689456" y="427796"/>
                  </a:lnTo>
                  <a:lnTo>
                    <a:pt x="718829" y="425831"/>
                  </a:lnTo>
                  <a:lnTo>
                    <a:pt x="745373" y="424615"/>
                  </a:lnTo>
                  <a:lnTo>
                    <a:pt x="760286" y="424116"/>
                  </a:lnTo>
                  <a:lnTo>
                    <a:pt x="763004" y="424046"/>
                  </a:lnTo>
                  <a:lnTo>
                    <a:pt x="1017338" y="424046"/>
                  </a:lnTo>
                  <a:lnTo>
                    <a:pt x="1020087" y="423973"/>
                  </a:lnTo>
                  <a:lnTo>
                    <a:pt x="1035055" y="423461"/>
                  </a:lnTo>
                  <a:lnTo>
                    <a:pt x="1061624" y="422215"/>
                  </a:lnTo>
                  <a:lnTo>
                    <a:pt x="1090990" y="420203"/>
                  </a:lnTo>
                  <a:lnTo>
                    <a:pt x="1117631" y="417389"/>
                  </a:lnTo>
                  <a:lnTo>
                    <a:pt x="1141682" y="413511"/>
                  </a:lnTo>
                  <a:lnTo>
                    <a:pt x="1165700" y="408144"/>
                  </a:lnTo>
                  <a:lnTo>
                    <a:pt x="1187160" y="402409"/>
                  </a:lnTo>
                  <a:lnTo>
                    <a:pt x="1210879" y="395451"/>
                  </a:lnTo>
                  <a:lnTo>
                    <a:pt x="1236858" y="387413"/>
                  </a:lnTo>
                  <a:lnTo>
                    <a:pt x="1264393" y="378667"/>
                  </a:lnTo>
                  <a:lnTo>
                    <a:pt x="1292280" y="369765"/>
                  </a:lnTo>
                  <a:lnTo>
                    <a:pt x="1319196" y="361298"/>
                  </a:lnTo>
                  <a:lnTo>
                    <a:pt x="1344138" y="353745"/>
                  </a:lnTo>
                  <a:lnTo>
                    <a:pt x="1366727" y="347370"/>
                  </a:lnTo>
                  <a:lnTo>
                    <a:pt x="1377646" y="344537"/>
                  </a:lnTo>
                  <a:lnTo>
                    <a:pt x="1401742" y="339156"/>
                  </a:lnTo>
                  <a:lnTo>
                    <a:pt x="1425798" y="335281"/>
                  </a:lnTo>
                  <a:lnTo>
                    <a:pt x="1452449" y="332471"/>
                  </a:lnTo>
                  <a:lnTo>
                    <a:pt x="1481819" y="330461"/>
                  </a:lnTo>
                  <a:lnTo>
                    <a:pt x="1508363" y="329218"/>
                  </a:lnTo>
                  <a:lnTo>
                    <a:pt x="1523285" y="328708"/>
                  </a:lnTo>
                  <a:lnTo>
                    <a:pt x="1526008" y="328636"/>
                  </a:lnTo>
                  <a:lnTo>
                    <a:pt x="1780342" y="328636"/>
                  </a:lnTo>
                  <a:lnTo>
                    <a:pt x="1782989" y="328466"/>
                  </a:lnTo>
                  <a:lnTo>
                    <a:pt x="1797481" y="327278"/>
                  </a:lnTo>
                  <a:lnTo>
                    <a:pt x="1823460" y="324373"/>
                  </a:lnTo>
                  <a:lnTo>
                    <a:pt x="1852486" y="319664"/>
                  </a:lnTo>
                  <a:lnTo>
                    <a:pt x="1878972" y="313090"/>
                  </a:lnTo>
                  <a:lnTo>
                    <a:pt x="1902811" y="304074"/>
                  </a:lnTo>
                  <a:lnTo>
                    <a:pt x="1926478" y="291592"/>
                  </a:lnTo>
                  <a:lnTo>
                    <a:pt x="1928704" y="290260"/>
                  </a:lnTo>
                  <a:lnTo>
                    <a:pt x="1948360" y="277642"/>
                  </a:lnTo>
                  <a:lnTo>
                    <a:pt x="1969906" y="262522"/>
                  </a:lnTo>
                  <a:lnTo>
                    <a:pt x="1993413" y="245111"/>
                  </a:lnTo>
                  <a:lnTo>
                    <a:pt x="2018435" y="226027"/>
                  </a:lnTo>
                  <a:lnTo>
                    <a:pt x="2044113" y="206233"/>
                  </a:lnTo>
                  <a:lnTo>
                    <a:pt x="2069406" y="186854"/>
                  </a:lnTo>
                  <a:lnTo>
                    <a:pt x="2093379" y="168922"/>
                  </a:lnTo>
                  <a:lnTo>
                    <a:pt x="2115462" y="153156"/>
                  </a:lnTo>
                  <a:lnTo>
                    <a:pt x="2135582" y="139873"/>
                  </a:lnTo>
                  <a:lnTo>
                    <a:pt x="2140650" y="136759"/>
                  </a:lnTo>
                  <a:lnTo>
                    <a:pt x="2164433" y="123918"/>
                  </a:lnTo>
                  <a:lnTo>
                    <a:pt x="2188140" y="114632"/>
                  </a:lnTo>
                  <a:lnTo>
                    <a:pt x="2214328" y="107870"/>
                  </a:lnTo>
                  <a:lnTo>
                    <a:pt x="2243261" y="103000"/>
                  </a:lnTo>
                  <a:lnTo>
                    <a:pt x="2269887" y="99929"/>
                  </a:lnTo>
                  <a:lnTo>
                    <a:pt x="2285633" y="98604"/>
                  </a:lnTo>
                  <a:lnTo>
                    <a:pt x="2289012" y="98384"/>
                  </a:lnTo>
                  <a:lnTo>
                    <a:pt x="2543346" y="98384"/>
                  </a:lnTo>
                  <a:lnTo>
                    <a:pt x="2546117" y="98374"/>
                  </a:lnTo>
                  <a:lnTo>
                    <a:pt x="2561187" y="98307"/>
                  </a:lnTo>
                  <a:lnTo>
                    <a:pt x="2587880" y="98143"/>
                  </a:lnTo>
                  <a:lnTo>
                    <a:pt x="2617317" y="97879"/>
                  </a:lnTo>
                  <a:lnTo>
                    <a:pt x="2643990" y="97509"/>
                  </a:lnTo>
                  <a:lnTo>
                    <a:pt x="2668088" y="96998"/>
                  </a:lnTo>
                  <a:lnTo>
                    <a:pt x="2691708" y="96308"/>
                  </a:lnTo>
                  <a:lnTo>
                    <a:pt x="2713651" y="95541"/>
                  </a:lnTo>
                  <a:lnTo>
                    <a:pt x="2737955" y="94609"/>
                  </a:lnTo>
                  <a:lnTo>
                    <a:pt x="2764598" y="93531"/>
                  </a:lnTo>
                  <a:lnTo>
                    <a:pt x="2792794" y="92360"/>
                  </a:lnTo>
                  <a:lnTo>
                    <a:pt x="2821237" y="91176"/>
                  </a:lnTo>
                  <a:lnTo>
                    <a:pt x="2848533" y="90059"/>
                  </a:lnTo>
                  <a:lnTo>
                    <a:pt x="2873680" y="89072"/>
                  </a:lnTo>
                  <a:lnTo>
                    <a:pt x="2896382" y="88248"/>
                  </a:lnTo>
                  <a:lnTo>
                    <a:pt x="2903654" y="88005"/>
                  </a:lnTo>
                  <a:lnTo>
                    <a:pt x="2927816" y="87301"/>
                  </a:lnTo>
                  <a:lnTo>
                    <a:pt x="2951946" y="86794"/>
                  </a:lnTo>
                  <a:lnTo>
                    <a:pt x="2978697" y="86427"/>
                  </a:lnTo>
                  <a:lnTo>
                    <a:pt x="3008158" y="86165"/>
                  </a:lnTo>
                  <a:lnTo>
                    <a:pt x="3034679" y="86004"/>
                  </a:lnTo>
                  <a:lnTo>
                    <a:pt x="3049421" y="85938"/>
                  </a:lnTo>
                  <a:lnTo>
                    <a:pt x="3052016" y="85929"/>
                  </a:lnTo>
                  <a:lnTo>
                    <a:pt x="3306350" y="85929"/>
                  </a:lnTo>
                  <a:lnTo>
                    <a:pt x="3309110" y="85878"/>
                  </a:lnTo>
                  <a:lnTo>
                    <a:pt x="3324130" y="85516"/>
                  </a:lnTo>
                  <a:lnTo>
                    <a:pt x="3350763" y="84635"/>
                  </a:lnTo>
                  <a:lnTo>
                    <a:pt x="3380165" y="83214"/>
                  </a:lnTo>
                  <a:lnTo>
                    <a:pt x="3406822" y="81226"/>
                  </a:lnTo>
                  <a:lnTo>
                    <a:pt x="3430897" y="78484"/>
                  </a:lnTo>
                  <a:lnTo>
                    <a:pt x="3454712" y="74734"/>
                  </a:lnTo>
                  <a:lnTo>
                    <a:pt x="3476414" y="70648"/>
                  </a:lnTo>
                  <a:lnTo>
                    <a:pt x="3500425" y="65683"/>
                  </a:lnTo>
                  <a:lnTo>
                    <a:pt x="3526735" y="59946"/>
                  </a:lnTo>
                  <a:lnTo>
                    <a:pt x="3554601" y="53711"/>
                  </a:lnTo>
                  <a:lnTo>
                    <a:pt x="3582768" y="47382"/>
                  </a:lnTo>
                  <a:lnTo>
                    <a:pt x="3609876" y="41388"/>
                  </a:lnTo>
                  <a:lnTo>
                    <a:pt x="3634923" y="36068"/>
                  </a:lnTo>
                  <a:lnTo>
                    <a:pt x="3657569" y="31602"/>
                  </a:lnTo>
                  <a:lnTo>
                    <a:pt x="3666658" y="29951"/>
                  </a:lnTo>
                  <a:lnTo>
                    <a:pt x="3690788" y="26158"/>
                  </a:lnTo>
                  <a:lnTo>
                    <a:pt x="3714882" y="23428"/>
                  </a:lnTo>
                  <a:lnTo>
                    <a:pt x="3741584" y="21449"/>
                  </a:lnTo>
                  <a:lnTo>
                    <a:pt x="3771000" y="20034"/>
                  </a:lnTo>
                  <a:lnTo>
                    <a:pt x="3797533" y="19161"/>
                  </a:lnTo>
                  <a:lnTo>
                    <a:pt x="3812363" y="18805"/>
                  </a:lnTo>
                  <a:lnTo>
                    <a:pt x="3815020" y="18756"/>
                  </a:lnTo>
                  <a:lnTo>
                    <a:pt x="4069355" y="18756"/>
                  </a:lnTo>
                  <a:lnTo>
                    <a:pt x="4072125" y="18752"/>
                  </a:lnTo>
                  <a:lnTo>
                    <a:pt x="4087197" y="18726"/>
                  </a:lnTo>
                  <a:lnTo>
                    <a:pt x="4113892" y="18664"/>
                  </a:lnTo>
                  <a:lnTo>
                    <a:pt x="4143330" y="18563"/>
                  </a:lnTo>
                  <a:lnTo>
                    <a:pt x="4170003" y="18422"/>
                  </a:lnTo>
                  <a:lnTo>
                    <a:pt x="4194102" y="18228"/>
                  </a:lnTo>
                  <a:lnTo>
                    <a:pt x="4217716" y="17965"/>
                  </a:lnTo>
                  <a:lnTo>
                    <a:pt x="4239667" y="17673"/>
                  </a:lnTo>
                  <a:lnTo>
                    <a:pt x="4263980" y="17317"/>
                  </a:lnTo>
                  <a:lnTo>
                    <a:pt x="4290633" y="16907"/>
                  </a:lnTo>
                  <a:lnTo>
                    <a:pt x="4318840" y="16461"/>
                  </a:lnTo>
                  <a:lnTo>
                    <a:pt x="4347291" y="16009"/>
                  </a:lnTo>
                  <a:lnTo>
                    <a:pt x="4374592" y="15584"/>
                  </a:lnTo>
                  <a:lnTo>
                    <a:pt x="4399743" y="15208"/>
                  </a:lnTo>
                  <a:lnTo>
                    <a:pt x="4422447" y="14894"/>
                  </a:lnTo>
                  <a:lnTo>
                    <a:pt x="4429662" y="14802"/>
                  </a:lnTo>
                  <a:lnTo>
                    <a:pt x="4453825" y="14534"/>
                  </a:lnTo>
                  <a:lnTo>
                    <a:pt x="4477957" y="14341"/>
                  </a:lnTo>
                  <a:lnTo>
                    <a:pt x="4504709" y="14201"/>
                  </a:lnTo>
                  <a:lnTo>
                    <a:pt x="4534171" y="14101"/>
                  </a:lnTo>
                  <a:lnTo>
                    <a:pt x="4560691" y="14040"/>
                  </a:lnTo>
                  <a:lnTo>
                    <a:pt x="4575431" y="14015"/>
                  </a:lnTo>
                  <a:lnTo>
                    <a:pt x="4578024" y="14012"/>
                  </a:lnTo>
                  <a:lnTo>
                    <a:pt x="4832359" y="14012"/>
                  </a:lnTo>
                  <a:lnTo>
                    <a:pt x="4835129" y="14023"/>
                  </a:lnTo>
                  <a:lnTo>
                    <a:pt x="4850198" y="14103"/>
                  </a:lnTo>
                  <a:lnTo>
                    <a:pt x="4876891" y="14298"/>
                  </a:lnTo>
                  <a:lnTo>
                    <a:pt x="4906327" y="14612"/>
                  </a:lnTo>
                  <a:lnTo>
                    <a:pt x="4932999" y="15051"/>
                  </a:lnTo>
                  <a:lnTo>
                    <a:pt x="4957097" y="15658"/>
                  </a:lnTo>
                  <a:lnTo>
                    <a:pt x="4980720" y="16478"/>
                  </a:lnTo>
                  <a:lnTo>
                    <a:pt x="5002660" y="17389"/>
                  </a:lnTo>
                  <a:lnTo>
                    <a:pt x="5026960" y="18497"/>
                  </a:lnTo>
                  <a:lnTo>
                    <a:pt x="5053597" y="19778"/>
                  </a:lnTo>
                  <a:lnTo>
                    <a:pt x="5081789" y="21168"/>
                  </a:lnTo>
                  <a:lnTo>
                    <a:pt x="5110227" y="22575"/>
                  </a:lnTo>
                  <a:lnTo>
                    <a:pt x="5137520" y="23903"/>
                  </a:lnTo>
                  <a:lnTo>
                    <a:pt x="5162666" y="25075"/>
                  </a:lnTo>
                  <a:lnTo>
                    <a:pt x="5185367" y="26054"/>
                  </a:lnTo>
                  <a:lnTo>
                    <a:pt x="5192666" y="26344"/>
                  </a:lnTo>
                  <a:lnTo>
                    <a:pt x="5216828" y="27181"/>
                  </a:lnTo>
                  <a:lnTo>
                    <a:pt x="5240958" y="27783"/>
                  </a:lnTo>
                  <a:lnTo>
                    <a:pt x="5267707" y="28219"/>
                  </a:lnTo>
                  <a:lnTo>
                    <a:pt x="5297167" y="28530"/>
                  </a:lnTo>
                  <a:lnTo>
                    <a:pt x="5323689" y="28722"/>
                  </a:lnTo>
                  <a:lnTo>
                    <a:pt x="5338432" y="28800"/>
                  </a:lnTo>
                  <a:lnTo>
                    <a:pt x="5341028" y="28811"/>
                  </a:lnTo>
                  <a:lnTo>
                    <a:pt x="5595363" y="28811"/>
                  </a:lnTo>
                  <a:lnTo>
                    <a:pt x="5598132" y="28831"/>
                  </a:lnTo>
                  <a:lnTo>
                    <a:pt x="5613196" y="28973"/>
                  </a:lnTo>
                  <a:lnTo>
                    <a:pt x="5639882" y="29318"/>
                  </a:lnTo>
                  <a:lnTo>
                    <a:pt x="5669314" y="29875"/>
                  </a:lnTo>
                  <a:lnTo>
                    <a:pt x="5695985" y="30653"/>
                  </a:lnTo>
                  <a:lnTo>
                    <a:pt x="5720080" y="31728"/>
                  </a:lnTo>
                  <a:lnTo>
                    <a:pt x="5743725" y="33184"/>
                  </a:lnTo>
                  <a:lnTo>
                    <a:pt x="5765637" y="34796"/>
                  </a:lnTo>
                  <a:lnTo>
                    <a:pt x="5789905" y="36757"/>
                  </a:lnTo>
                  <a:lnTo>
                    <a:pt x="5816506" y="39025"/>
                  </a:lnTo>
                  <a:lnTo>
                    <a:pt x="5844661" y="41487"/>
                  </a:lnTo>
                  <a:lnTo>
                    <a:pt x="5873069" y="43979"/>
                  </a:lnTo>
                  <a:lnTo>
                    <a:pt x="5900341" y="46331"/>
                  </a:lnTo>
                  <a:lnTo>
                    <a:pt x="5925476" y="48409"/>
                  </a:lnTo>
                  <a:lnTo>
                    <a:pt x="5948172" y="50146"/>
                  </a:lnTo>
                  <a:lnTo>
                    <a:pt x="5955670" y="50675"/>
                  </a:lnTo>
                  <a:lnTo>
                    <a:pt x="5979828" y="52158"/>
                  </a:lnTo>
                  <a:lnTo>
                    <a:pt x="6003954" y="53225"/>
                  </a:lnTo>
                  <a:lnTo>
                    <a:pt x="6030699" y="53998"/>
                  </a:lnTo>
                  <a:lnTo>
                    <a:pt x="6060154" y="54551"/>
                  </a:lnTo>
                  <a:lnTo>
                    <a:pt x="6086676" y="54891"/>
                  </a:lnTo>
                  <a:lnTo>
                    <a:pt x="6101430" y="55029"/>
                  </a:lnTo>
                  <a:lnTo>
                    <a:pt x="6104032" y="55048"/>
                  </a:lnTo>
                  <a:lnTo>
                    <a:pt x="6358367" y="55048"/>
                  </a:lnTo>
                  <a:lnTo>
                    <a:pt x="6358367" y="0"/>
                  </a:lnTo>
                  <a:lnTo>
                    <a:pt x="6104032" y="0"/>
                  </a:lnTo>
                  <a:lnTo>
                    <a:pt x="6101261" y="0"/>
                  </a:lnTo>
                  <a:lnTo>
                    <a:pt x="6092218" y="0"/>
                  </a:lnTo>
                  <a:lnTo>
                    <a:pt x="6059494" y="0"/>
                  </a:lnTo>
                  <a:lnTo>
                    <a:pt x="6030056" y="0"/>
                  </a:lnTo>
                  <a:lnTo>
                    <a:pt x="6003383" y="0"/>
                  </a:lnTo>
                  <a:lnTo>
                    <a:pt x="5979284" y="0"/>
                  </a:lnTo>
                  <a:lnTo>
                    <a:pt x="5955670" y="0"/>
                  </a:lnTo>
                  <a:lnTo>
                    <a:pt x="5933718" y="0"/>
                  </a:lnTo>
                  <a:lnTo>
                    <a:pt x="5909403" y="0"/>
                  </a:lnTo>
                  <a:lnTo>
                    <a:pt x="5882749" y="0"/>
                  </a:lnTo>
                  <a:lnTo>
                    <a:pt x="5854540" y="0"/>
                  </a:lnTo>
                  <a:lnTo>
                    <a:pt x="5826088" y="0"/>
                  </a:lnTo>
                  <a:lnTo>
                    <a:pt x="5798785" y="0"/>
                  </a:lnTo>
                  <a:lnTo>
                    <a:pt x="5750930" y="0"/>
                  </a:lnTo>
                  <a:lnTo>
                    <a:pt x="5743725" y="0"/>
                  </a:lnTo>
                  <a:lnTo>
                    <a:pt x="5695430" y="0"/>
                  </a:lnTo>
                  <a:lnTo>
                    <a:pt x="5668677" y="0"/>
                  </a:lnTo>
                  <a:lnTo>
                    <a:pt x="5639215" y="0"/>
                  </a:lnTo>
                  <a:lnTo>
                    <a:pt x="5597955" y="0"/>
                  </a:lnTo>
                  <a:lnTo>
                    <a:pt x="5595363" y="0"/>
                  </a:lnTo>
                  <a:lnTo>
                    <a:pt x="5341028" y="0"/>
                  </a:lnTo>
                  <a:lnTo>
                    <a:pt x="5338257" y="0"/>
                  </a:lnTo>
                  <a:lnTo>
                    <a:pt x="5329214" y="0"/>
                  </a:lnTo>
                  <a:lnTo>
                    <a:pt x="5267052" y="0"/>
                  </a:lnTo>
                  <a:lnTo>
                    <a:pt x="5240378" y="0"/>
                  </a:lnTo>
                  <a:lnTo>
                    <a:pt x="5216280" y="0"/>
                  </a:lnTo>
                  <a:lnTo>
                    <a:pt x="5192666" y="0"/>
                  </a:lnTo>
                  <a:lnTo>
                    <a:pt x="5170714" y="0"/>
                  </a:lnTo>
                  <a:lnTo>
                    <a:pt x="5146399" y="0"/>
                  </a:lnTo>
                  <a:lnTo>
                    <a:pt x="5119744" y="0"/>
                  </a:lnTo>
                  <a:lnTo>
                    <a:pt x="5091536" y="0"/>
                  </a:lnTo>
                  <a:lnTo>
                    <a:pt x="5063084" y="0"/>
                  </a:lnTo>
                  <a:lnTo>
                    <a:pt x="5035781" y="0"/>
                  </a:lnTo>
                  <a:lnTo>
                    <a:pt x="5010630" y="0"/>
                  </a:lnTo>
                  <a:lnTo>
                    <a:pt x="4987926" y="0"/>
                  </a:lnTo>
                  <a:lnTo>
                    <a:pt x="4980720" y="0"/>
                  </a:lnTo>
                  <a:lnTo>
                    <a:pt x="4932425" y="0"/>
                  </a:lnTo>
                  <a:lnTo>
                    <a:pt x="4905673" y="0"/>
                  </a:lnTo>
                  <a:lnTo>
                    <a:pt x="4876211" y="0"/>
                  </a:lnTo>
                  <a:lnTo>
                    <a:pt x="4849690" y="0"/>
                  </a:lnTo>
                  <a:lnTo>
                    <a:pt x="4834951" y="0"/>
                  </a:lnTo>
                  <a:lnTo>
                    <a:pt x="4832359" y="0"/>
                  </a:lnTo>
                  <a:lnTo>
                    <a:pt x="4578024" y="0"/>
                  </a:lnTo>
                  <a:lnTo>
                    <a:pt x="4575253" y="0"/>
                  </a:lnTo>
                  <a:lnTo>
                    <a:pt x="4566210" y="0"/>
                  </a:lnTo>
                  <a:lnTo>
                    <a:pt x="4504048" y="0"/>
                  </a:lnTo>
                  <a:lnTo>
                    <a:pt x="4477374" y="0"/>
                  </a:lnTo>
                  <a:lnTo>
                    <a:pt x="4453276" y="0"/>
                  </a:lnTo>
                  <a:lnTo>
                    <a:pt x="4429662" y="0"/>
                  </a:lnTo>
                  <a:lnTo>
                    <a:pt x="4407710" y="0"/>
                  </a:lnTo>
                  <a:lnTo>
                    <a:pt x="4383395" y="0"/>
                  </a:lnTo>
                  <a:lnTo>
                    <a:pt x="4356740" y="0"/>
                  </a:lnTo>
                  <a:lnTo>
                    <a:pt x="4328532" y="0"/>
                  </a:lnTo>
                  <a:lnTo>
                    <a:pt x="4300080" y="0"/>
                  </a:lnTo>
                  <a:lnTo>
                    <a:pt x="4272777" y="0"/>
                  </a:lnTo>
                  <a:lnTo>
                    <a:pt x="4247626" y="0"/>
                  </a:lnTo>
                  <a:lnTo>
                    <a:pt x="4224922" y="0"/>
                  </a:lnTo>
                  <a:lnTo>
                    <a:pt x="4217716" y="0"/>
                  </a:lnTo>
                  <a:lnTo>
                    <a:pt x="4193553" y="0"/>
                  </a:lnTo>
                  <a:lnTo>
                    <a:pt x="4169421" y="0"/>
                  </a:lnTo>
                  <a:lnTo>
                    <a:pt x="4142669" y="0"/>
                  </a:lnTo>
                  <a:lnTo>
                    <a:pt x="4113207" y="0"/>
                  </a:lnTo>
                  <a:lnTo>
                    <a:pt x="4086686" y="0"/>
                  </a:lnTo>
                  <a:lnTo>
                    <a:pt x="4071947" y="0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249" y="0"/>
                  </a:lnTo>
                  <a:lnTo>
                    <a:pt x="3797177" y="0"/>
                  </a:lnTo>
                  <a:lnTo>
                    <a:pt x="3770482" y="0"/>
                  </a:lnTo>
                  <a:lnTo>
                    <a:pt x="3741044" y="0"/>
                  </a:lnTo>
                  <a:lnTo>
                    <a:pt x="3714370" y="0"/>
                  </a:lnTo>
                  <a:lnTo>
                    <a:pt x="3690272" y="0"/>
                  </a:lnTo>
                  <a:lnTo>
                    <a:pt x="3666658" y="0"/>
                  </a:lnTo>
                  <a:lnTo>
                    <a:pt x="3644706" y="0"/>
                  </a:lnTo>
                  <a:lnTo>
                    <a:pt x="3620391" y="0"/>
                  </a:lnTo>
                  <a:lnTo>
                    <a:pt x="3593736" y="0"/>
                  </a:lnTo>
                  <a:lnTo>
                    <a:pt x="3565528" y="0"/>
                  </a:lnTo>
                  <a:lnTo>
                    <a:pt x="3537076" y="0"/>
                  </a:lnTo>
                  <a:lnTo>
                    <a:pt x="3509773" y="0"/>
                  </a:lnTo>
                  <a:lnTo>
                    <a:pt x="3484622" y="0"/>
                  </a:lnTo>
                  <a:lnTo>
                    <a:pt x="3461918" y="0"/>
                  </a:lnTo>
                  <a:lnTo>
                    <a:pt x="3454712" y="0"/>
                  </a:lnTo>
                  <a:lnTo>
                    <a:pt x="3430549" y="0"/>
                  </a:lnTo>
                  <a:lnTo>
                    <a:pt x="3406417" y="0"/>
                  </a:lnTo>
                  <a:lnTo>
                    <a:pt x="3379665" y="0"/>
                  </a:lnTo>
                  <a:lnTo>
                    <a:pt x="3350203" y="0"/>
                  </a:lnTo>
                  <a:lnTo>
                    <a:pt x="3334291" y="0"/>
                  </a:lnTo>
                  <a:lnTo>
                    <a:pt x="3308943" y="0"/>
                  </a:lnTo>
                  <a:lnTo>
                    <a:pt x="3306350" y="0"/>
                  </a:lnTo>
                  <a:lnTo>
                    <a:pt x="3052016" y="0"/>
                  </a:lnTo>
                  <a:lnTo>
                    <a:pt x="3049245" y="0"/>
                  </a:lnTo>
                  <a:lnTo>
                    <a:pt x="3040202" y="0"/>
                  </a:lnTo>
                  <a:lnTo>
                    <a:pt x="3007477" y="0"/>
                  </a:lnTo>
                  <a:lnTo>
                    <a:pt x="2978040" y="0"/>
                  </a:lnTo>
                  <a:lnTo>
                    <a:pt x="2951366" y="0"/>
                  </a:lnTo>
                  <a:lnTo>
                    <a:pt x="2927267" y="0"/>
                  </a:lnTo>
                  <a:lnTo>
                    <a:pt x="2903654" y="0"/>
                  </a:lnTo>
                  <a:lnTo>
                    <a:pt x="2881702" y="0"/>
                  </a:lnTo>
                  <a:lnTo>
                    <a:pt x="2857387" y="0"/>
                  </a:lnTo>
                  <a:lnTo>
                    <a:pt x="2830732" y="0"/>
                  </a:lnTo>
                  <a:lnTo>
                    <a:pt x="2802524" y="0"/>
                  </a:lnTo>
                  <a:lnTo>
                    <a:pt x="2774072" y="0"/>
                  </a:lnTo>
                  <a:lnTo>
                    <a:pt x="2746769" y="0"/>
                  </a:lnTo>
                  <a:lnTo>
                    <a:pt x="2721618" y="0"/>
                  </a:lnTo>
                  <a:lnTo>
                    <a:pt x="2698914" y="0"/>
                  </a:lnTo>
                  <a:lnTo>
                    <a:pt x="2691708" y="0"/>
                  </a:lnTo>
                  <a:lnTo>
                    <a:pt x="2643413" y="0"/>
                  </a:lnTo>
                  <a:lnTo>
                    <a:pt x="2616661" y="0"/>
                  </a:lnTo>
                  <a:lnTo>
                    <a:pt x="2587199" y="0"/>
                  </a:lnTo>
                  <a:lnTo>
                    <a:pt x="2545939" y="0"/>
                  </a:lnTo>
                  <a:lnTo>
                    <a:pt x="2543346" y="0"/>
                  </a:lnTo>
                  <a:lnTo>
                    <a:pt x="2289012" y="0"/>
                  </a:lnTo>
                  <a:lnTo>
                    <a:pt x="2286247" y="36"/>
                  </a:lnTo>
                  <a:lnTo>
                    <a:pt x="2271200" y="291"/>
                  </a:lnTo>
                  <a:lnTo>
                    <a:pt x="2244536" y="913"/>
                  </a:lnTo>
                  <a:lnTo>
                    <a:pt x="2215116" y="1916"/>
                  </a:lnTo>
                  <a:lnTo>
                    <a:pt x="2188450" y="3318"/>
                  </a:lnTo>
                  <a:lnTo>
                    <a:pt x="2164364" y="5254"/>
                  </a:lnTo>
                  <a:lnTo>
                    <a:pt x="2140650" y="7886"/>
                  </a:lnTo>
                  <a:lnTo>
                    <a:pt x="2118824" y="10782"/>
                  </a:lnTo>
                  <a:lnTo>
                    <a:pt x="2094662" y="14303"/>
                  </a:lnTo>
                  <a:lnTo>
                    <a:pt x="2068181" y="18373"/>
                  </a:lnTo>
                  <a:lnTo>
                    <a:pt x="2040144" y="22793"/>
                  </a:lnTo>
                  <a:lnTo>
                    <a:pt x="2011835" y="27274"/>
                  </a:lnTo>
                  <a:lnTo>
                    <a:pt x="1984630" y="31508"/>
                  </a:lnTo>
                  <a:lnTo>
                    <a:pt x="1959530" y="35256"/>
                  </a:lnTo>
                  <a:lnTo>
                    <a:pt x="1936855" y="38394"/>
                  </a:lnTo>
                  <a:lnTo>
                    <a:pt x="1928704" y="39433"/>
                  </a:lnTo>
                  <a:lnTo>
                    <a:pt x="1904558" y="42107"/>
                  </a:lnTo>
                  <a:lnTo>
                    <a:pt x="1880445" y="44031"/>
                  </a:lnTo>
                  <a:lnTo>
                    <a:pt x="1853717" y="45426"/>
                  </a:lnTo>
                  <a:lnTo>
                    <a:pt x="1824278" y="46422"/>
                  </a:lnTo>
                  <a:lnTo>
                    <a:pt x="1797751" y="47036"/>
                  </a:lnTo>
                  <a:lnTo>
                    <a:pt x="1782967" y="47286"/>
                  </a:lnTo>
                  <a:lnTo>
                    <a:pt x="1780342" y="47320"/>
                  </a:lnTo>
                  <a:lnTo>
                    <a:pt x="1526008" y="47320"/>
                  </a:lnTo>
                  <a:lnTo>
                    <a:pt x="1523253" y="47383"/>
                  </a:lnTo>
                  <a:lnTo>
                    <a:pt x="1508257" y="47820"/>
                  </a:lnTo>
                  <a:lnTo>
                    <a:pt x="1481653" y="48885"/>
                  </a:lnTo>
                  <a:lnTo>
                    <a:pt x="1452268" y="50604"/>
                  </a:lnTo>
                  <a:lnTo>
                    <a:pt x="1425618" y="53008"/>
                  </a:lnTo>
                  <a:lnTo>
                    <a:pt x="1401554" y="56323"/>
                  </a:lnTo>
                  <a:lnTo>
                    <a:pt x="1377646" y="60881"/>
                  </a:lnTo>
                  <a:lnTo>
                    <a:pt x="1356057" y="65804"/>
                  </a:lnTo>
                  <a:lnTo>
                    <a:pt x="1332182" y="71780"/>
                  </a:lnTo>
                  <a:lnTo>
                    <a:pt x="1306026" y="78685"/>
                  </a:lnTo>
                  <a:lnTo>
                    <a:pt x="1278314" y="86194"/>
                  </a:lnTo>
                  <a:lnTo>
                    <a:pt x="1250277" y="93826"/>
                  </a:lnTo>
                  <a:lnTo>
                    <a:pt x="1223258" y="101069"/>
                  </a:lnTo>
                  <a:lnTo>
                    <a:pt x="1198259" y="107511"/>
                  </a:lnTo>
                  <a:lnTo>
                    <a:pt x="1175639" y="112934"/>
                  </a:lnTo>
                  <a:lnTo>
                    <a:pt x="1165700" y="115127"/>
                  </a:lnTo>
                  <a:lnTo>
                    <a:pt x="1141586" y="119719"/>
                  </a:lnTo>
                  <a:lnTo>
                    <a:pt x="1117509" y="123025"/>
                  </a:lnTo>
                  <a:lnTo>
                    <a:pt x="1090830" y="125422"/>
                  </a:lnTo>
                  <a:lnTo>
                    <a:pt x="1061436" y="127136"/>
                  </a:lnTo>
                  <a:lnTo>
                    <a:pt x="1034898" y="128194"/>
                  </a:lnTo>
                  <a:lnTo>
                    <a:pt x="1020025" y="128627"/>
                  </a:lnTo>
                  <a:lnTo>
                    <a:pt x="1017338" y="128688"/>
                  </a:lnTo>
                  <a:lnTo>
                    <a:pt x="763004" y="128688"/>
                  </a:lnTo>
                  <a:lnTo>
                    <a:pt x="760272" y="128785"/>
                  </a:lnTo>
                  <a:lnTo>
                    <a:pt x="745384" y="129465"/>
                  </a:lnTo>
                  <a:lnTo>
                    <a:pt x="718914" y="131120"/>
                  </a:lnTo>
                  <a:lnTo>
                    <a:pt x="689604" y="133796"/>
                  </a:lnTo>
                  <a:lnTo>
                    <a:pt x="662989" y="137535"/>
                  </a:lnTo>
                  <a:lnTo>
                    <a:pt x="638974" y="142685"/>
                  </a:lnTo>
                  <a:lnTo>
                    <a:pt x="614947" y="149836"/>
                  </a:lnTo>
                  <a:lnTo>
                    <a:pt x="614642" y="149938"/>
                  </a:lnTo>
                  <a:lnTo>
                    <a:pt x="593533" y="157470"/>
                  </a:lnTo>
                  <a:lnTo>
                    <a:pt x="570239" y="166586"/>
                  </a:lnTo>
                  <a:lnTo>
                    <a:pt x="544743" y="177112"/>
                  </a:lnTo>
                  <a:lnTo>
                    <a:pt x="517691" y="188585"/>
                  </a:lnTo>
                  <a:lnTo>
                    <a:pt x="490218" y="200308"/>
                  </a:lnTo>
                  <a:lnTo>
                    <a:pt x="463593" y="211524"/>
                  </a:lnTo>
                  <a:lnTo>
                    <a:pt x="438814" y="221603"/>
                  </a:lnTo>
                  <a:lnTo>
                    <a:pt x="416311" y="230178"/>
                  </a:lnTo>
                  <a:lnTo>
                    <a:pt x="402696" y="234937"/>
                  </a:lnTo>
                  <a:lnTo>
                    <a:pt x="378652" y="242115"/>
                  </a:lnTo>
                  <a:lnTo>
                    <a:pt x="354655" y="247287"/>
                  </a:lnTo>
                  <a:lnTo>
                    <a:pt x="328081" y="251040"/>
                  </a:lnTo>
                  <a:lnTo>
                    <a:pt x="298784" y="253728"/>
                  </a:lnTo>
                  <a:lnTo>
                    <a:pt x="272223" y="255396"/>
                  </a:lnTo>
                  <a:lnTo>
                    <a:pt x="257161" y="256086"/>
                  </a:lnTo>
                  <a:lnTo>
                    <a:pt x="254334" y="256187"/>
                  </a:lnTo>
                  <a:lnTo>
                    <a:pt x="0" y="256187"/>
                  </a:lnTo>
                  <a:close/>
                </a:path>
              </a:pathLst>
            </a:custGeom>
            <a:solidFill>
              <a:srgbClr val="D42C7F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949593" y="381136"/>
              <a:ext cx="6358367" cy="503356"/>
            </a:xfrm>
            <a:custGeom>
              <a:avLst/>
              <a:pathLst>
                <a:path w="6358367" h="503356">
                  <a:moveTo>
                    <a:pt x="0" y="503356"/>
                  </a:moveTo>
                  <a:lnTo>
                    <a:pt x="254334" y="503356"/>
                  </a:lnTo>
                  <a:lnTo>
                    <a:pt x="257100" y="503322"/>
                  </a:lnTo>
                  <a:lnTo>
                    <a:pt x="272150" y="503084"/>
                  </a:lnTo>
                  <a:lnTo>
                    <a:pt x="298818" y="502506"/>
                  </a:lnTo>
                  <a:lnTo>
                    <a:pt x="328241" y="501571"/>
                  </a:lnTo>
                  <a:lnTo>
                    <a:pt x="354907" y="500265"/>
                  </a:lnTo>
                  <a:lnTo>
                    <a:pt x="378996" y="498462"/>
                  </a:lnTo>
                  <a:lnTo>
                    <a:pt x="402696" y="496012"/>
                  </a:lnTo>
                  <a:lnTo>
                    <a:pt x="424538" y="493314"/>
                  </a:lnTo>
                  <a:lnTo>
                    <a:pt x="448720" y="490032"/>
                  </a:lnTo>
                  <a:lnTo>
                    <a:pt x="475225" y="486239"/>
                  </a:lnTo>
                  <a:lnTo>
                    <a:pt x="503284" y="482119"/>
                  </a:lnTo>
                  <a:lnTo>
                    <a:pt x="531611" y="477944"/>
                  </a:lnTo>
                  <a:lnTo>
                    <a:pt x="558830" y="474000"/>
                  </a:lnTo>
                  <a:lnTo>
                    <a:pt x="583936" y="470510"/>
                  </a:lnTo>
                  <a:lnTo>
                    <a:pt x="606615" y="467589"/>
                  </a:lnTo>
                  <a:lnTo>
                    <a:pt x="614642" y="466636"/>
                  </a:lnTo>
                  <a:lnTo>
                    <a:pt x="638791" y="464146"/>
                  </a:lnTo>
                  <a:lnTo>
                    <a:pt x="662906" y="462355"/>
                  </a:lnTo>
                  <a:lnTo>
                    <a:pt x="689637" y="461056"/>
                  </a:lnTo>
                  <a:lnTo>
                    <a:pt x="719079" y="460128"/>
                  </a:lnTo>
                  <a:lnTo>
                    <a:pt x="745605" y="459556"/>
                  </a:lnTo>
                  <a:lnTo>
                    <a:pt x="760383" y="459324"/>
                  </a:lnTo>
                  <a:lnTo>
                    <a:pt x="763004" y="459292"/>
                  </a:lnTo>
                  <a:lnTo>
                    <a:pt x="1017338" y="459292"/>
                  </a:lnTo>
                  <a:lnTo>
                    <a:pt x="1020109" y="459294"/>
                  </a:lnTo>
                  <a:lnTo>
                    <a:pt x="1035181" y="459309"/>
                  </a:lnTo>
                  <a:lnTo>
                    <a:pt x="1061876" y="459346"/>
                  </a:lnTo>
                  <a:lnTo>
                    <a:pt x="1091314" y="459404"/>
                  </a:lnTo>
                  <a:lnTo>
                    <a:pt x="1117987" y="459486"/>
                  </a:lnTo>
                  <a:lnTo>
                    <a:pt x="1142086" y="459600"/>
                  </a:lnTo>
                  <a:lnTo>
                    <a:pt x="1165700" y="459753"/>
                  </a:lnTo>
                  <a:lnTo>
                    <a:pt x="1187651" y="459924"/>
                  </a:lnTo>
                  <a:lnTo>
                    <a:pt x="1211966" y="460131"/>
                  </a:lnTo>
                  <a:lnTo>
                    <a:pt x="1238620" y="460371"/>
                  </a:lnTo>
                  <a:lnTo>
                    <a:pt x="1266828" y="460631"/>
                  </a:lnTo>
                  <a:lnTo>
                    <a:pt x="1295280" y="460894"/>
                  </a:lnTo>
                  <a:lnTo>
                    <a:pt x="1322582" y="461142"/>
                  </a:lnTo>
                  <a:lnTo>
                    <a:pt x="1347733" y="461362"/>
                  </a:lnTo>
                  <a:lnTo>
                    <a:pt x="1370437" y="461545"/>
                  </a:lnTo>
                  <a:lnTo>
                    <a:pt x="1377646" y="461598"/>
                  </a:lnTo>
                  <a:lnTo>
                    <a:pt x="1401809" y="461755"/>
                  </a:lnTo>
                  <a:lnTo>
                    <a:pt x="1425941" y="461867"/>
                  </a:lnTo>
                  <a:lnTo>
                    <a:pt x="1452693" y="461949"/>
                  </a:lnTo>
                  <a:lnTo>
                    <a:pt x="1482155" y="462007"/>
                  </a:lnTo>
                  <a:lnTo>
                    <a:pt x="1508676" y="462043"/>
                  </a:lnTo>
                  <a:lnTo>
                    <a:pt x="1523415" y="462057"/>
                  </a:lnTo>
                  <a:lnTo>
                    <a:pt x="1526008" y="462059"/>
                  </a:lnTo>
                  <a:lnTo>
                    <a:pt x="1780342" y="462059"/>
                  </a:lnTo>
                  <a:lnTo>
                    <a:pt x="1783100" y="462003"/>
                  </a:lnTo>
                  <a:lnTo>
                    <a:pt x="1798110" y="461609"/>
                  </a:lnTo>
                  <a:lnTo>
                    <a:pt x="1824731" y="460649"/>
                  </a:lnTo>
                  <a:lnTo>
                    <a:pt x="1854126" y="459099"/>
                  </a:lnTo>
                  <a:lnTo>
                    <a:pt x="1880781" y="456932"/>
                  </a:lnTo>
                  <a:lnTo>
                    <a:pt x="1904851" y="453943"/>
                  </a:lnTo>
                  <a:lnTo>
                    <a:pt x="1928704" y="449845"/>
                  </a:lnTo>
                  <a:lnTo>
                    <a:pt x="1950359" y="445397"/>
                  </a:lnTo>
                  <a:lnTo>
                    <a:pt x="1974314" y="439995"/>
                  </a:lnTo>
                  <a:lnTo>
                    <a:pt x="2000561" y="433752"/>
                  </a:lnTo>
                  <a:lnTo>
                    <a:pt x="2028365" y="426965"/>
                  </a:lnTo>
                  <a:lnTo>
                    <a:pt x="2056478" y="420073"/>
                  </a:lnTo>
                  <a:lnTo>
                    <a:pt x="2083550" y="413540"/>
                  </a:lnTo>
                  <a:lnTo>
                    <a:pt x="2108577" y="407736"/>
                  </a:lnTo>
                  <a:lnTo>
                    <a:pt x="2131213" y="402859"/>
                  </a:lnTo>
                  <a:lnTo>
                    <a:pt x="2140650" y="400986"/>
                  </a:lnTo>
                  <a:lnTo>
                    <a:pt x="2164773" y="396849"/>
                  </a:lnTo>
                  <a:lnTo>
                    <a:pt x="2188860" y="393871"/>
                  </a:lnTo>
                  <a:lnTo>
                    <a:pt x="2215553" y="391711"/>
                  </a:lnTo>
                  <a:lnTo>
                    <a:pt x="2244960" y="390168"/>
                  </a:lnTo>
                  <a:lnTo>
                    <a:pt x="2271495" y="389215"/>
                  </a:lnTo>
                  <a:lnTo>
                    <a:pt x="2286342" y="388826"/>
                  </a:lnTo>
                  <a:lnTo>
                    <a:pt x="2289012" y="388772"/>
                  </a:lnTo>
                  <a:lnTo>
                    <a:pt x="2543346" y="388772"/>
                  </a:lnTo>
                  <a:lnTo>
                    <a:pt x="2545981" y="388595"/>
                  </a:lnTo>
                  <a:lnTo>
                    <a:pt x="2560417" y="387353"/>
                  </a:lnTo>
                  <a:lnTo>
                    <a:pt x="2586326" y="384315"/>
                  </a:lnTo>
                  <a:lnTo>
                    <a:pt x="2615310" y="379389"/>
                  </a:lnTo>
                  <a:lnTo>
                    <a:pt x="2641777" y="372514"/>
                  </a:lnTo>
                  <a:lnTo>
                    <a:pt x="2665592" y="363089"/>
                  </a:lnTo>
                  <a:lnTo>
                    <a:pt x="2689209" y="350047"/>
                  </a:lnTo>
                  <a:lnTo>
                    <a:pt x="2691708" y="348478"/>
                  </a:lnTo>
                  <a:lnTo>
                    <a:pt x="2711187" y="335355"/>
                  </a:lnTo>
                  <a:lnTo>
                    <a:pt x="2732521" y="319649"/>
                  </a:lnTo>
                  <a:lnTo>
                    <a:pt x="2755787" y="301571"/>
                  </a:lnTo>
                  <a:lnTo>
                    <a:pt x="2780559" y="281744"/>
                  </a:lnTo>
                  <a:lnTo>
                    <a:pt x="2806010" y="261146"/>
                  </a:lnTo>
                  <a:lnTo>
                    <a:pt x="2831126" y="240927"/>
                  </a:lnTo>
                  <a:lnTo>
                    <a:pt x="2854986" y="222152"/>
                  </a:lnTo>
                  <a:lnTo>
                    <a:pt x="2877007" y="205580"/>
                  </a:lnTo>
                  <a:lnTo>
                    <a:pt x="2897087" y="191562"/>
                  </a:lnTo>
                  <a:lnTo>
                    <a:pt x="2903654" y="187304"/>
                  </a:lnTo>
                  <a:lnTo>
                    <a:pt x="2927400" y="173838"/>
                  </a:lnTo>
                  <a:lnTo>
                    <a:pt x="2951065" y="164097"/>
                  </a:lnTo>
                  <a:lnTo>
                    <a:pt x="2977199" y="157000"/>
                  </a:lnTo>
                  <a:lnTo>
                    <a:pt x="3006078" y="151884"/>
                  </a:lnTo>
                  <a:lnTo>
                    <a:pt x="3032711" y="148651"/>
                  </a:lnTo>
                  <a:lnTo>
                    <a:pt x="3048553" y="147247"/>
                  </a:lnTo>
                  <a:lnTo>
                    <a:pt x="3052016" y="147010"/>
                  </a:lnTo>
                  <a:lnTo>
                    <a:pt x="3306350" y="147010"/>
                  </a:lnTo>
                  <a:lnTo>
                    <a:pt x="3309113" y="146966"/>
                  </a:lnTo>
                  <a:lnTo>
                    <a:pt x="3324148" y="146658"/>
                  </a:lnTo>
                  <a:lnTo>
                    <a:pt x="3350798" y="145909"/>
                  </a:lnTo>
                  <a:lnTo>
                    <a:pt x="3380210" y="144700"/>
                  </a:lnTo>
                  <a:lnTo>
                    <a:pt x="3406872" y="143010"/>
                  </a:lnTo>
                  <a:lnTo>
                    <a:pt x="3430953" y="140678"/>
                  </a:lnTo>
                  <a:lnTo>
                    <a:pt x="3454712" y="137498"/>
                  </a:lnTo>
                  <a:lnTo>
                    <a:pt x="3476482" y="134014"/>
                  </a:lnTo>
                  <a:lnTo>
                    <a:pt x="3500576" y="129781"/>
                  </a:lnTo>
                  <a:lnTo>
                    <a:pt x="3526980" y="124887"/>
                  </a:lnTo>
                  <a:lnTo>
                    <a:pt x="3554940" y="119572"/>
                  </a:lnTo>
                  <a:lnTo>
                    <a:pt x="3583184" y="114180"/>
                  </a:lnTo>
                  <a:lnTo>
                    <a:pt x="3610346" y="109079"/>
                  </a:lnTo>
                  <a:lnTo>
                    <a:pt x="3635422" y="104558"/>
                  </a:lnTo>
                  <a:lnTo>
                    <a:pt x="3658084" y="100769"/>
                  </a:lnTo>
                  <a:lnTo>
                    <a:pt x="3666658" y="99448"/>
                  </a:lnTo>
                  <a:lnTo>
                    <a:pt x="3690797" y="96224"/>
                  </a:lnTo>
                  <a:lnTo>
                    <a:pt x="3714901" y="93904"/>
                  </a:lnTo>
                  <a:lnTo>
                    <a:pt x="3741618" y="92223"/>
                  </a:lnTo>
                  <a:lnTo>
                    <a:pt x="3771046" y="91021"/>
                  </a:lnTo>
                  <a:lnTo>
                    <a:pt x="3797576" y="90280"/>
                  </a:lnTo>
                  <a:lnTo>
                    <a:pt x="3812381" y="89978"/>
                  </a:lnTo>
                  <a:lnTo>
                    <a:pt x="3815020" y="89936"/>
                  </a:lnTo>
                  <a:lnTo>
                    <a:pt x="4069355" y="89936"/>
                  </a:lnTo>
                  <a:lnTo>
                    <a:pt x="4072124" y="89919"/>
                  </a:lnTo>
                  <a:lnTo>
                    <a:pt x="4087190" y="89798"/>
                  </a:lnTo>
                  <a:lnTo>
                    <a:pt x="4113879" y="89504"/>
                  </a:lnTo>
                  <a:lnTo>
                    <a:pt x="4143312" y="89029"/>
                  </a:lnTo>
                  <a:lnTo>
                    <a:pt x="4169984" y="88364"/>
                  </a:lnTo>
                  <a:lnTo>
                    <a:pt x="4194080" y="87448"/>
                  </a:lnTo>
                  <a:lnTo>
                    <a:pt x="4217716" y="86206"/>
                  </a:lnTo>
                  <a:lnTo>
                    <a:pt x="4239640" y="84831"/>
                  </a:lnTo>
                  <a:lnTo>
                    <a:pt x="4263920" y="83157"/>
                  </a:lnTo>
                  <a:lnTo>
                    <a:pt x="4290536" y="81221"/>
                  </a:lnTo>
                  <a:lnTo>
                    <a:pt x="4318705" y="79121"/>
                  </a:lnTo>
                  <a:lnTo>
                    <a:pt x="4347125" y="76994"/>
                  </a:lnTo>
                  <a:lnTo>
                    <a:pt x="4374406" y="74987"/>
                  </a:lnTo>
                  <a:lnTo>
                    <a:pt x="4399546" y="73215"/>
                  </a:lnTo>
                  <a:lnTo>
                    <a:pt x="4422243" y="71734"/>
                  </a:lnTo>
                  <a:lnTo>
                    <a:pt x="4429662" y="71288"/>
                  </a:lnTo>
                  <a:lnTo>
                    <a:pt x="4453822" y="70023"/>
                  </a:lnTo>
                  <a:lnTo>
                    <a:pt x="4477949" y="69113"/>
                  </a:lnTo>
                  <a:lnTo>
                    <a:pt x="4504696" y="68453"/>
                  </a:lnTo>
                  <a:lnTo>
                    <a:pt x="4534153" y="67982"/>
                  </a:lnTo>
                  <a:lnTo>
                    <a:pt x="4560675" y="67692"/>
                  </a:lnTo>
                  <a:lnTo>
                    <a:pt x="4575424" y="67574"/>
                  </a:lnTo>
                  <a:lnTo>
                    <a:pt x="4578024" y="67558"/>
                  </a:lnTo>
                  <a:lnTo>
                    <a:pt x="4832359" y="67558"/>
                  </a:lnTo>
                  <a:lnTo>
                    <a:pt x="4835110" y="67626"/>
                  </a:lnTo>
                  <a:lnTo>
                    <a:pt x="4850093" y="68100"/>
                  </a:lnTo>
                  <a:lnTo>
                    <a:pt x="4876680" y="69254"/>
                  </a:lnTo>
                  <a:lnTo>
                    <a:pt x="4906057" y="71118"/>
                  </a:lnTo>
                  <a:lnTo>
                    <a:pt x="4932702" y="73723"/>
                  </a:lnTo>
                  <a:lnTo>
                    <a:pt x="4956760" y="77316"/>
                  </a:lnTo>
                  <a:lnTo>
                    <a:pt x="4980720" y="82271"/>
                  </a:lnTo>
                  <a:lnTo>
                    <a:pt x="5002248" y="87595"/>
                  </a:lnTo>
                  <a:lnTo>
                    <a:pt x="5026049" y="94057"/>
                  </a:lnTo>
                  <a:lnTo>
                    <a:pt x="5052120" y="101522"/>
                  </a:lnTo>
                  <a:lnTo>
                    <a:pt x="5079749" y="109643"/>
                  </a:lnTo>
                  <a:lnTo>
                    <a:pt x="5107714" y="117903"/>
                  </a:lnTo>
                  <a:lnTo>
                    <a:pt x="5134684" y="125749"/>
                  </a:lnTo>
                  <a:lnTo>
                    <a:pt x="5159656" y="132738"/>
                  </a:lnTo>
                  <a:lnTo>
                    <a:pt x="5182262" y="138628"/>
                  </a:lnTo>
                  <a:lnTo>
                    <a:pt x="5192666" y="141122"/>
                  </a:lnTo>
                  <a:lnTo>
                    <a:pt x="5216772" y="146103"/>
                  </a:lnTo>
                  <a:lnTo>
                    <a:pt x="5240838" y="149688"/>
                  </a:lnTo>
                  <a:lnTo>
                    <a:pt x="5267505" y="152289"/>
                  </a:lnTo>
                  <a:lnTo>
                    <a:pt x="5296887" y="154148"/>
                  </a:lnTo>
                  <a:lnTo>
                    <a:pt x="5323428" y="155298"/>
                  </a:lnTo>
                  <a:lnTo>
                    <a:pt x="5338324" y="155768"/>
                  </a:lnTo>
                  <a:lnTo>
                    <a:pt x="5341028" y="155835"/>
                  </a:lnTo>
                  <a:lnTo>
                    <a:pt x="5595363" y="155835"/>
                  </a:lnTo>
                  <a:lnTo>
                    <a:pt x="5598132" y="155819"/>
                  </a:lnTo>
                  <a:lnTo>
                    <a:pt x="5613199" y="155706"/>
                  </a:lnTo>
                  <a:lnTo>
                    <a:pt x="5639889" y="155431"/>
                  </a:lnTo>
                  <a:lnTo>
                    <a:pt x="5669323" y="154988"/>
                  </a:lnTo>
                  <a:lnTo>
                    <a:pt x="5695995" y="154368"/>
                  </a:lnTo>
                  <a:lnTo>
                    <a:pt x="5720091" y="153512"/>
                  </a:lnTo>
                  <a:lnTo>
                    <a:pt x="5743725" y="152354"/>
                  </a:lnTo>
                  <a:lnTo>
                    <a:pt x="5765651" y="151069"/>
                  </a:lnTo>
                  <a:lnTo>
                    <a:pt x="5789936" y="149507"/>
                  </a:lnTo>
                  <a:lnTo>
                    <a:pt x="5816557" y="147700"/>
                  </a:lnTo>
                  <a:lnTo>
                    <a:pt x="5844731" y="145739"/>
                  </a:lnTo>
                  <a:lnTo>
                    <a:pt x="5873156" y="143754"/>
                  </a:lnTo>
                  <a:lnTo>
                    <a:pt x="5900439" y="141881"/>
                  </a:lnTo>
                  <a:lnTo>
                    <a:pt x="5925580" y="140227"/>
                  </a:lnTo>
                  <a:lnTo>
                    <a:pt x="5948279" y="138845"/>
                  </a:lnTo>
                  <a:lnTo>
                    <a:pt x="5955670" y="138430"/>
                  </a:lnTo>
                  <a:lnTo>
                    <a:pt x="5979830" y="137249"/>
                  </a:lnTo>
                  <a:lnTo>
                    <a:pt x="6003958" y="136400"/>
                  </a:lnTo>
                  <a:lnTo>
                    <a:pt x="6030706" y="135784"/>
                  </a:lnTo>
                  <a:lnTo>
                    <a:pt x="6060163" y="135345"/>
                  </a:lnTo>
                  <a:lnTo>
                    <a:pt x="6086685" y="135074"/>
                  </a:lnTo>
                  <a:lnTo>
                    <a:pt x="6101433" y="134964"/>
                  </a:lnTo>
                  <a:lnTo>
                    <a:pt x="6104032" y="134949"/>
                  </a:lnTo>
                  <a:lnTo>
                    <a:pt x="6358367" y="134949"/>
                  </a:lnTo>
                  <a:lnTo>
                    <a:pt x="6358367" y="41036"/>
                  </a:lnTo>
                  <a:lnTo>
                    <a:pt x="6104032" y="41036"/>
                  </a:lnTo>
                  <a:lnTo>
                    <a:pt x="6101263" y="41016"/>
                  </a:lnTo>
                  <a:lnTo>
                    <a:pt x="6086199" y="40874"/>
                  </a:lnTo>
                  <a:lnTo>
                    <a:pt x="6059513" y="40529"/>
                  </a:lnTo>
                  <a:lnTo>
                    <a:pt x="6030081" y="39972"/>
                  </a:lnTo>
                  <a:lnTo>
                    <a:pt x="6003410" y="39193"/>
                  </a:lnTo>
                  <a:lnTo>
                    <a:pt x="5979315" y="38119"/>
                  </a:lnTo>
                  <a:lnTo>
                    <a:pt x="5955670" y="36663"/>
                  </a:lnTo>
                  <a:lnTo>
                    <a:pt x="5933757" y="35051"/>
                  </a:lnTo>
                  <a:lnTo>
                    <a:pt x="5909490" y="33089"/>
                  </a:lnTo>
                  <a:lnTo>
                    <a:pt x="5882889" y="30822"/>
                  </a:lnTo>
                  <a:lnTo>
                    <a:pt x="5854734" y="28360"/>
                  </a:lnTo>
                  <a:lnTo>
                    <a:pt x="5826326" y="25867"/>
                  </a:lnTo>
                  <a:lnTo>
                    <a:pt x="5799053" y="23515"/>
                  </a:lnTo>
                  <a:lnTo>
                    <a:pt x="5773918" y="21437"/>
                  </a:lnTo>
                  <a:lnTo>
                    <a:pt x="5751223" y="19701"/>
                  </a:lnTo>
                  <a:lnTo>
                    <a:pt x="5743725" y="19172"/>
                  </a:lnTo>
                  <a:lnTo>
                    <a:pt x="5719566" y="17688"/>
                  </a:lnTo>
                  <a:lnTo>
                    <a:pt x="5695440" y="16621"/>
                  </a:lnTo>
                  <a:lnTo>
                    <a:pt x="5668696" y="15848"/>
                  </a:lnTo>
                  <a:lnTo>
                    <a:pt x="5639241" y="15296"/>
                  </a:lnTo>
                  <a:lnTo>
                    <a:pt x="5612718" y="14956"/>
                  </a:lnTo>
                  <a:lnTo>
                    <a:pt x="5597965" y="14818"/>
                  </a:lnTo>
                  <a:lnTo>
                    <a:pt x="5595363" y="14799"/>
                  </a:lnTo>
                  <a:lnTo>
                    <a:pt x="5341028" y="14799"/>
                  </a:lnTo>
                  <a:lnTo>
                    <a:pt x="5338258" y="14787"/>
                  </a:lnTo>
                  <a:lnTo>
                    <a:pt x="5323188" y="14707"/>
                  </a:lnTo>
                  <a:lnTo>
                    <a:pt x="5296496" y="14513"/>
                  </a:lnTo>
                  <a:lnTo>
                    <a:pt x="5267060" y="14198"/>
                  </a:lnTo>
                  <a:lnTo>
                    <a:pt x="5240387" y="13759"/>
                  </a:lnTo>
                  <a:lnTo>
                    <a:pt x="5216289" y="13153"/>
                  </a:lnTo>
                  <a:lnTo>
                    <a:pt x="5192666" y="12332"/>
                  </a:lnTo>
                  <a:lnTo>
                    <a:pt x="5170727" y="11422"/>
                  </a:lnTo>
                  <a:lnTo>
                    <a:pt x="5146427" y="10314"/>
                  </a:lnTo>
                  <a:lnTo>
                    <a:pt x="5119789" y="9033"/>
                  </a:lnTo>
                  <a:lnTo>
                    <a:pt x="5091598" y="7642"/>
                  </a:lnTo>
                  <a:lnTo>
                    <a:pt x="5063160" y="6235"/>
                  </a:lnTo>
                  <a:lnTo>
                    <a:pt x="5035867" y="4907"/>
                  </a:lnTo>
                  <a:lnTo>
                    <a:pt x="5010721" y="3735"/>
                  </a:lnTo>
                  <a:lnTo>
                    <a:pt x="4988019" y="2756"/>
                  </a:lnTo>
                  <a:lnTo>
                    <a:pt x="4980720" y="2466"/>
                  </a:lnTo>
                  <a:lnTo>
                    <a:pt x="4956559" y="1629"/>
                  </a:lnTo>
                  <a:lnTo>
                    <a:pt x="4932429" y="1027"/>
                  </a:lnTo>
                  <a:lnTo>
                    <a:pt x="4905679" y="591"/>
                  </a:lnTo>
                  <a:lnTo>
                    <a:pt x="4876219" y="280"/>
                  </a:lnTo>
                  <a:lnTo>
                    <a:pt x="4849698" y="88"/>
                  </a:lnTo>
                  <a:lnTo>
                    <a:pt x="4834954" y="10"/>
                  </a:lnTo>
                  <a:lnTo>
                    <a:pt x="4832359" y="0"/>
                  </a:lnTo>
                  <a:lnTo>
                    <a:pt x="4578024" y="0"/>
                  </a:lnTo>
                  <a:lnTo>
                    <a:pt x="4575253" y="3"/>
                  </a:lnTo>
                  <a:lnTo>
                    <a:pt x="4560182" y="29"/>
                  </a:lnTo>
                  <a:lnTo>
                    <a:pt x="4533486" y="91"/>
                  </a:lnTo>
                  <a:lnTo>
                    <a:pt x="4504049" y="192"/>
                  </a:lnTo>
                  <a:lnTo>
                    <a:pt x="4477375" y="333"/>
                  </a:lnTo>
                  <a:lnTo>
                    <a:pt x="4453277" y="527"/>
                  </a:lnTo>
                  <a:lnTo>
                    <a:pt x="4429662" y="790"/>
                  </a:lnTo>
                  <a:lnTo>
                    <a:pt x="4407712" y="1082"/>
                  </a:lnTo>
                  <a:lnTo>
                    <a:pt x="4383398" y="1438"/>
                  </a:lnTo>
                  <a:lnTo>
                    <a:pt x="4356745" y="1849"/>
                  </a:lnTo>
                  <a:lnTo>
                    <a:pt x="4328538" y="2294"/>
                  </a:lnTo>
                  <a:lnTo>
                    <a:pt x="4300088" y="2746"/>
                  </a:lnTo>
                  <a:lnTo>
                    <a:pt x="4272786" y="3171"/>
                  </a:lnTo>
                  <a:lnTo>
                    <a:pt x="4247635" y="3547"/>
                  </a:lnTo>
                  <a:lnTo>
                    <a:pt x="4224932" y="3861"/>
                  </a:lnTo>
                  <a:lnTo>
                    <a:pt x="4217716" y="3953"/>
                  </a:lnTo>
                  <a:lnTo>
                    <a:pt x="4193553" y="4221"/>
                  </a:lnTo>
                  <a:lnTo>
                    <a:pt x="4169422" y="4414"/>
                  </a:lnTo>
                  <a:lnTo>
                    <a:pt x="4142670" y="4554"/>
                  </a:lnTo>
                  <a:lnTo>
                    <a:pt x="4113208" y="4654"/>
                  </a:lnTo>
                  <a:lnTo>
                    <a:pt x="4086687" y="4715"/>
                  </a:lnTo>
                  <a:lnTo>
                    <a:pt x="4071947" y="4740"/>
                  </a:lnTo>
                  <a:lnTo>
                    <a:pt x="4069355" y="4744"/>
                  </a:lnTo>
                  <a:lnTo>
                    <a:pt x="3815020" y="4744"/>
                  </a:lnTo>
                  <a:lnTo>
                    <a:pt x="3812260" y="4795"/>
                  </a:lnTo>
                  <a:lnTo>
                    <a:pt x="3797240" y="5157"/>
                  </a:lnTo>
                  <a:lnTo>
                    <a:pt x="3770607" y="6037"/>
                  </a:lnTo>
                  <a:lnTo>
                    <a:pt x="3741205" y="7459"/>
                  </a:lnTo>
                  <a:lnTo>
                    <a:pt x="3714548" y="9447"/>
                  </a:lnTo>
                  <a:lnTo>
                    <a:pt x="3690473" y="12188"/>
                  </a:lnTo>
                  <a:lnTo>
                    <a:pt x="3666658" y="15939"/>
                  </a:lnTo>
                  <a:lnTo>
                    <a:pt x="3644957" y="20025"/>
                  </a:lnTo>
                  <a:lnTo>
                    <a:pt x="3620946" y="24989"/>
                  </a:lnTo>
                  <a:lnTo>
                    <a:pt x="3594635" y="30726"/>
                  </a:lnTo>
                  <a:lnTo>
                    <a:pt x="3566769" y="36961"/>
                  </a:lnTo>
                  <a:lnTo>
                    <a:pt x="3538603" y="43290"/>
                  </a:lnTo>
                  <a:lnTo>
                    <a:pt x="3511494" y="49285"/>
                  </a:lnTo>
                  <a:lnTo>
                    <a:pt x="3486447" y="54605"/>
                  </a:lnTo>
                  <a:lnTo>
                    <a:pt x="3463801" y="59071"/>
                  </a:lnTo>
                  <a:lnTo>
                    <a:pt x="3454712" y="60722"/>
                  </a:lnTo>
                  <a:lnTo>
                    <a:pt x="3430583" y="64515"/>
                  </a:lnTo>
                  <a:lnTo>
                    <a:pt x="3406489" y="67245"/>
                  </a:lnTo>
                  <a:lnTo>
                    <a:pt x="3379786" y="69224"/>
                  </a:lnTo>
                  <a:lnTo>
                    <a:pt x="3350370" y="70639"/>
                  </a:lnTo>
                  <a:lnTo>
                    <a:pt x="3323837" y="71512"/>
                  </a:lnTo>
                  <a:lnTo>
                    <a:pt x="3309007" y="71868"/>
                  </a:lnTo>
                  <a:lnTo>
                    <a:pt x="3306350" y="71917"/>
                  </a:lnTo>
                  <a:lnTo>
                    <a:pt x="3052016" y="71917"/>
                  </a:lnTo>
                  <a:lnTo>
                    <a:pt x="3049246" y="71927"/>
                  </a:lnTo>
                  <a:lnTo>
                    <a:pt x="3034175" y="71994"/>
                  </a:lnTo>
                  <a:lnTo>
                    <a:pt x="3007482" y="72158"/>
                  </a:lnTo>
                  <a:lnTo>
                    <a:pt x="2978045" y="72422"/>
                  </a:lnTo>
                  <a:lnTo>
                    <a:pt x="2951372" y="72792"/>
                  </a:lnTo>
                  <a:lnTo>
                    <a:pt x="2927274" y="73302"/>
                  </a:lnTo>
                  <a:lnTo>
                    <a:pt x="2903654" y="73993"/>
                  </a:lnTo>
                  <a:lnTo>
                    <a:pt x="2881711" y="74759"/>
                  </a:lnTo>
                  <a:lnTo>
                    <a:pt x="2857407" y="75692"/>
                  </a:lnTo>
                  <a:lnTo>
                    <a:pt x="2830764" y="76770"/>
                  </a:lnTo>
                  <a:lnTo>
                    <a:pt x="2802568" y="77941"/>
                  </a:lnTo>
                  <a:lnTo>
                    <a:pt x="2774125" y="79125"/>
                  </a:lnTo>
                  <a:lnTo>
                    <a:pt x="2746830" y="80242"/>
                  </a:lnTo>
                  <a:lnTo>
                    <a:pt x="2721682" y="81229"/>
                  </a:lnTo>
                  <a:lnTo>
                    <a:pt x="2698980" y="82052"/>
                  </a:lnTo>
                  <a:lnTo>
                    <a:pt x="2691708" y="82296"/>
                  </a:lnTo>
                  <a:lnTo>
                    <a:pt x="2667546" y="83000"/>
                  </a:lnTo>
                  <a:lnTo>
                    <a:pt x="2643416" y="83507"/>
                  </a:lnTo>
                  <a:lnTo>
                    <a:pt x="2616665" y="83874"/>
                  </a:lnTo>
                  <a:lnTo>
                    <a:pt x="2587205" y="84136"/>
                  </a:lnTo>
                  <a:lnTo>
                    <a:pt x="2560684" y="84297"/>
                  </a:lnTo>
                  <a:lnTo>
                    <a:pt x="2545941" y="84363"/>
                  </a:lnTo>
                  <a:lnTo>
                    <a:pt x="2543346" y="84372"/>
                  </a:lnTo>
                  <a:lnTo>
                    <a:pt x="2289012" y="84372"/>
                  </a:lnTo>
                  <a:lnTo>
                    <a:pt x="2286365" y="84541"/>
                  </a:lnTo>
                  <a:lnTo>
                    <a:pt x="2271873" y="85729"/>
                  </a:lnTo>
                  <a:lnTo>
                    <a:pt x="2245894" y="88635"/>
                  </a:lnTo>
                  <a:lnTo>
                    <a:pt x="2216868" y="93343"/>
                  </a:lnTo>
                  <a:lnTo>
                    <a:pt x="2190382" y="99917"/>
                  </a:lnTo>
                  <a:lnTo>
                    <a:pt x="2166543" y="108933"/>
                  </a:lnTo>
                  <a:lnTo>
                    <a:pt x="2142876" y="121415"/>
                  </a:lnTo>
                  <a:lnTo>
                    <a:pt x="2140650" y="122747"/>
                  </a:lnTo>
                  <a:lnTo>
                    <a:pt x="2120994" y="135365"/>
                  </a:lnTo>
                  <a:lnTo>
                    <a:pt x="2099448" y="150485"/>
                  </a:lnTo>
                  <a:lnTo>
                    <a:pt x="2075941" y="167896"/>
                  </a:lnTo>
                  <a:lnTo>
                    <a:pt x="2050919" y="186981"/>
                  </a:lnTo>
                  <a:lnTo>
                    <a:pt x="2025241" y="206775"/>
                  </a:lnTo>
                  <a:lnTo>
                    <a:pt x="1999948" y="226153"/>
                  </a:lnTo>
                  <a:lnTo>
                    <a:pt x="1975975" y="244085"/>
                  </a:lnTo>
                  <a:lnTo>
                    <a:pt x="1953892" y="259852"/>
                  </a:lnTo>
                  <a:lnTo>
                    <a:pt x="1933772" y="273134"/>
                  </a:lnTo>
                  <a:lnTo>
                    <a:pt x="1928704" y="276248"/>
                  </a:lnTo>
                  <a:lnTo>
                    <a:pt x="1904921" y="289090"/>
                  </a:lnTo>
                  <a:lnTo>
                    <a:pt x="1881214" y="298375"/>
                  </a:lnTo>
                  <a:lnTo>
                    <a:pt x="1855026" y="305137"/>
                  </a:lnTo>
                  <a:lnTo>
                    <a:pt x="1826093" y="310007"/>
                  </a:lnTo>
                  <a:lnTo>
                    <a:pt x="1799467" y="313078"/>
                  </a:lnTo>
                  <a:lnTo>
                    <a:pt x="1783721" y="314403"/>
                  </a:lnTo>
                  <a:lnTo>
                    <a:pt x="1780342" y="314624"/>
                  </a:lnTo>
                  <a:lnTo>
                    <a:pt x="1526008" y="314624"/>
                  </a:lnTo>
                  <a:lnTo>
                    <a:pt x="1523259" y="314696"/>
                  </a:lnTo>
                  <a:lnTo>
                    <a:pt x="1508291" y="315208"/>
                  </a:lnTo>
                  <a:lnTo>
                    <a:pt x="1481722" y="316454"/>
                  </a:lnTo>
                  <a:lnTo>
                    <a:pt x="1452356" y="318467"/>
                  </a:lnTo>
                  <a:lnTo>
                    <a:pt x="1425715" y="321280"/>
                  </a:lnTo>
                  <a:lnTo>
                    <a:pt x="1401664" y="325159"/>
                  </a:lnTo>
                  <a:lnTo>
                    <a:pt x="1377646" y="330525"/>
                  </a:lnTo>
                  <a:lnTo>
                    <a:pt x="1356185" y="336261"/>
                  </a:lnTo>
                  <a:lnTo>
                    <a:pt x="1332467" y="343218"/>
                  </a:lnTo>
                  <a:lnTo>
                    <a:pt x="1306488" y="351256"/>
                  </a:lnTo>
                  <a:lnTo>
                    <a:pt x="1278952" y="360002"/>
                  </a:lnTo>
                  <a:lnTo>
                    <a:pt x="1251066" y="368905"/>
                  </a:lnTo>
                  <a:lnTo>
                    <a:pt x="1224150" y="377371"/>
                  </a:lnTo>
                  <a:lnTo>
                    <a:pt x="1199208" y="384924"/>
                  </a:lnTo>
                  <a:lnTo>
                    <a:pt x="1176619" y="391299"/>
                  </a:lnTo>
                  <a:lnTo>
                    <a:pt x="1165700" y="394132"/>
                  </a:lnTo>
                  <a:lnTo>
                    <a:pt x="1141604" y="399514"/>
                  </a:lnTo>
                  <a:lnTo>
                    <a:pt x="1117548" y="403388"/>
                  </a:lnTo>
                  <a:lnTo>
                    <a:pt x="1090897" y="406198"/>
                  </a:lnTo>
                  <a:lnTo>
                    <a:pt x="1061527" y="408208"/>
                  </a:lnTo>
                  <a:lnTo>
                    <a:pt x="1034983" y="409452"/>
                  </a:lnTo>
                  <a:lnTo>
                    <a:pt x="1020061" y="409962"/>
                  </a:lnTo>
                  <a:lnTo>
                    <a:pt x="1017338" y="410034"/>
                  </a:lnTo>
                  <a:lnTo>
                    <a:pt x="763004" y="410034"/>
                  </a:lnTo>
                  <a:lnTo>
                    <a:pt x="760254" y="410105"/>
                  </a:lnTo>
                  <a:lnTo>
                    <a:pt x="745282" y="410606"/>
                  </a:lnTo>
                  <a:lnTo>
                    <a:pt x="718707" y="411825"/>
                  </a:lnTo>
                  <a:lnTo>
                    <a:pt x="689338" y="413794"/>
                  </a:lnTo>
                  <a:lnTo>
                    <a:pt x="662696" y="416547"/>
                  </a:lnTo>
                  <a:lnTo>
                    <a:pt x="638643" y="420342"/>
                  </a:lnTo>
                  <a:lnTo>
                    <a:pt x="614642" y="425588"/>
                  </a:lnTo>
                  <a:lnTo>
                    <a:pt x="593161" y="431203"/>
                  </a:lnTo>
                  <a:lnTo>
                    <a:pt x="569418" y="438016"/>
                  </a:lnTo>
                  <a:lnTo>
                    <a:pt x="543412" y="445887"/>
                  </a:lnTo>
                  <a:lnTo>
                    <a:pt x="515848" y="454451"/>
                  </a:lnTo>
                  <a:lnTo>
                    <a:pt x="487938" y="463166"/>
                  </a:lnTo>
                  <a:lnTo>
                    <a:pt x="461006" y="471451"/>
                  </a:lnTo>
                  <a:lnTo>
                    <a:pt x="436055" y="478839"/>
                  </a:lnTo>
                  <a:lnTo>
                    <a:pt x="413461" y="485072"/>
                  </a:lnTo>
                  <a:lnTo>
                    <a:pt x="402696" y="487803"/>
                  </a:lnTo>
                  <a:lnTo>
                    <a:pt x="378597" y="493067"/>
                  </a:lnTo>
                  <a:lnTo>
                    <a:pt x="354538" y="496857"/>
                  </a:lnTo>
                  <a:lnTo>
                    <a:pt x="327882" y="499606"/>
                  </a:lnTo>
                  <a:lnTo>
                    <a:pt x="298509" y="501572"/>
                  </a:lnTo>
                  <a:lnTo>
                    <a:pt x="271965" y="502787"/>
                  </a:lnTo>
                  <a:lnTo>
                    <a:pt x="257051" y="503286"/>
                  </a:lnTo>
                  <a:lnTo>
                    <a:pt x="254334" y="503356"/>
                  </a:lnTo>
                  <a:close/>
                </a:path>
              </a:pathLst>
            </a:custGeom>
            <a:solidFill>
              <a:srgbClr val="A14E92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949593" y="448695"/>
              <a:ext cx="6358367" cy="802328"/>
            </a:xfrm>
            <a:custGeom>
              <a:avLst/>
              <a:pathLst>
                <a:path w="6358367" h="802328">
                  <a:moveTo>
                    <a:pt x="0" y="778440"/>
                  </a:moveTo>
                  <a:lnTo>
                    <a:pt x="254334" y="778440"/>
                  </a:lnTo>
                  <a:lnTo>
                    <a:pt x="257074" y="778354"/>
                  </a:lnTo>
                  <a:lnTo>
                    <a:pt x="272003" y="777753"/>
                  </a:lnTo>
                  <a:lnTo>
                    <a:pt x="298523" y="776290"/>
                  </a:lnTo>
                  <a:lnTo>
                    <a:pt x="327861" y="773926"/>
                  </a:lnTo>
                  <a:lnTo>
                    <a:pt x="354489" y="770622"/>
                  </a:lnTo>
                  <a:lnTo>
                    <a:pt x="378523" y="766068"/>
                  </a:lnTo>
                  <a:lnTo>
                    <a:pt x="402696" y="759713"/>
                  </a:lnTo>
                  <a:lnTo>
                    <a:pt x="423980" y="753017"/>
                  </a:lnTo>
                  <a:lnTo>
                    <a:pt x="447485" y="744904"/>
                  </a:lnTo>
                  <a:lnTo>
                    <a:pt x="473221" y="735533"/>
                  </a:lnTo>
                  <a:lnTo>
                    <a:pt x="500514" y="725329"/>
                  </a:lnTo>
                  <a:lnTo>
                    <a:pt x="528194" y="714920"/>
                  </a:lnTo>
                  <a:lnTo>
                    <a:pt x="554965" y="704992"/>
                  </a:lnTo>
                  <a:lnTo>
                    <a:pt x="579827" y="696103"/>
                  </a:lnTo>
                  <a:lnTo>
                    <a:pt x="602373" y="688570"/>
                  </a:lnTo>
                  <a:lnTo>
                    <a:pt x="614642" y="684806"/>
                  </a:lnTo>
                  <a:lnTo>
                    <a:pt x="638712" y="678474"/>
                  </a:lnTo>
                  <a:lnTo>
                    <a:pt x="662739" y="673914"/>
                  </a:lnTo>
                  <a:lnTo>
                    <a:pt x="689352" y="670605"/>
                  </a:lnTo>
                  <a:lnTo>
                    <a:pt x="718686" y="668237"/>
                  </a:lnTo>
                  <a:lnTo>
                    <a:pt x="745239" y="666770"/>
                  </a:lnTo>
                  <a:lnTo>
                    <a:pt x="760230" y="666166"/>
                  </a:lnTo>
                  <a:lnTo>
                    <a:pt x="763004" y="666079"/>
                  </a:lnTo>
                  <a:lnTo>
                    <a:pt x="1017338" y="666079"/>
                  </a:lnTo>
                  <a:lnTo>
                    <a:pt x="1020064" y="666182"/>
                  </a:lnTo>
                  <a:lnTo>
                    <a:pt x="1034926" y="666907"/>
                  </a:lnTo>
                  <a:lnTo>
                    <a:pt x="1061365" y="668673"/>
                  </a:lnTo>
                  <a:lnTo>
                    <a:pt x="1090657" y="671527"/>
                  </a:lnTo>
                  <a:lnTo>
                    <a:pt x="1117264" y="675516"/>
                  </a:lnTo>
                  <a:lnTo>
                    <a:pt x="1141267" y="681009"/>
                  </a:lnTo>
                  <a:lnTo>
                    <a:pt x="1165270" y="688634"/>
                  </a:lnTo>
                  <a:lnTo>
                    <a:pt x="1165700" y="688787"/>
                  </a:lnTo>
                  <a:lnTo>
                    <a:pt x="1186702" y="696793"/>
                  </a:lnTo>
                  <a:lnTo>
                    <a:pt x="1209865" y="706475"/>
                  </a:lnTo>
                  <a:lnTo>
                    <a:pt x="1235214" y="717654"/>
                  </a:lnTo>
                  <a:lnTo>
                    <a:pt x="1262117" y="729843"/>
                  </a:lnTo>
                  <a:lnTo>
                    <a:pt x="1289461" y="742313"/>
                  </a:lnTo>
                  <a:lnTo>
                    <a:pt x="1315995" y="754265"/>
                  </a:lnTo>
                  <a:lnTo>
                    <a:pt x="1340722" y="765029"/>
                  </a:lnTo>
                  <a:lnTo>
                    <a:pt x="1363198" y="774210"/>
                  </a:lnTo>
                  <a:lnTo>
                    <a:pt x="1377646" y="779620"/>
                  </a:lnTo>
                  <a:lnTo>
                    <a:pt x="1401673" y="787286"/>
                  </a:lnTo>
                  <a:lnTo>
                    <a:pt x="1425651" y="792810"/>
                  </a:lnTo>
                  <a:lnTo>
                    <a:pt x="1452200" y="796821"/>
                  </a:lnTo>
                  <a:lnTo>
                    <a:pt x="1481474" y="799694"/>
                  </a:lnTo>
                  <a:lnTo>
                    <a:pt x="1508041" y="801479"/>
                  </a:lnTo>
                  <a:lnTo>
                    <a:pt x="1523147" y="802219"/>
                  </a:lnTo>
                  <a:lnTo>
                    <a:pt x="1526008" y="802328"/>
                  </a:lnTo>
                  <a:lnTo>
                    <a:pt x="1780342" y="802328"/>
                  </a:lnTo>
                  <a:lnTo>
                    <a:pt x="1783062" y="802218"/>
                  </a:lnTo>
                  <a:lnTo>
                    <a:pt x="1797896" y="801446"/>
                  </a:lnTo>
                  <a:lnTo>
                    <a:pt x="1824299" y="799565"/>
                  </a:lnTo>
                  <a:lnTo>
                    <a:pt x="1853571" y="796524"/>
                  </a:lnTo>
                  <a:lnTo>
                    <a:pt x="1880169" y="792275"/>
                  </a:lnTo>
                  <a:lnTo>
                    <a:pt x="1904159" y="786424"/>
                  </a:lnTo>
                  <a:lnTo>
                    <a:pt x="1928136" y="778306"/>
                  </a:lnTo>
                  <a:lnTo>
                    <a:pt x="1928704" y="778089"/>
                  </a:lnTo>
                  <a:lnTo>
                    <a:pt x="1949588" y="769594"/>
                  </a:lnTo>
                  <a:lnTo>
                    <a:pt x="1972610" y="759328"/>
                  </a:lnTo>
                  <a:lnTo>
                    <a:pt x="1997798" y="747478"/>
                  </a:lnTo>
                  <a:lnTo>
                    <a:pt x="2024538" y="734551"/>
                  </a:lnTo>
                  <a:lnTo>
                    <a:pt x="2051741" y="721307"/>
                  </a:lnTo>
                  <a:lnTo>
                    <a:pt x="2078174" y="708590"/>
                  </a:lnTo>
                  <a:lnTo>
                    <a:pt x="2102843" y="697109"/>
                  </a:lnTo>
                  <a:lnTo>
                    <a:pt x="2125289" y="687290"/>
                  </a:lnTo>
                  <a:lnTo>
                    <a:pt x="2140650" y="681135"/>
                  </a:lnTo>
                  <a:lnTo>
                    <a:pt x="2164658" y="672957"/>
                  </a:lnTo>
                  <a:lnTo>
                    <a:pt x="2188616" y="667063"/>
                  </a:lnTo>
                  <a:lnTo>
                    <a:pt x="2215137" y="662783"/>
                  </a:lnTo>
                  <a:lnTo>
                    <a:pt x="2244384" y="659716"/>
                  </a:lnTo>
                  <a:lnTo>
                    <a:pt x="2270957" y="657808"/>
                  </a:lnTo>
                  <a:lnTo>
                    <a:pt x="2286113" y="657014"/>
                  </a:lnTo>
                  <a:lnTo>
                    <a:pt x="2289012" y="656896"/>
                  </a:lnTo>
                  <a:lnTo>
                    <a:pt x="2543346" y="656896"/>
                  </a:lnTo>
                  <a:lnTo>
                    <a:pt x="2546033" y="656756"/>
                  </a:lnTo>
                  <a:lnTo>
                    <a:pt x="2560714" y="655773"/>
                  </a:lnTo>
                  <a:lnTo>
                    <a:pt x="2586929" y="653374"/>
                  </a:lnTo>
                  <a:lnTo>
                    <a:pt x="2616092" y="649491"/>
                  </a:lnTo>
                  <a:lnTo>
                    <a:pt x="2642640" y="644068"/>
                  </a:lnTo>
                  <a:lnTo>
                    <a:pt x="2666563" y="636615"/>
                  </a:lnTo>
                  <a:lnTo>
                    <a:pt x="2690400" y="626283"/>
                  </a:lnTo>
                  <a:lnTo>
                    <a:pt x="2691708" y="625643"/>
                  </a:lnTo>
                  <a:lnTo>
                    <a:pt x="2712007" y="615013"/>
                  </a:lnTo>
                  <a:lnTo>
                    <a:pt x="2734324" y="602217"/>
                  </a:lnTo>
                  <a:lnTo>
                    <a:pt x="2758710" y="587464"/>
                  </a:lnTo>
                  <a:lnTo>
                    <a:pt x="2784635" y="571329"/>
                  </a:lnTo>
                  <a:lnTo>
                    <a:pt x="2811123" y="554699"/>
                  </a:lnTo>
                  <a:lnTo>
                    <a:pt x="2837031" y="538578"/>
                  </a:lnTo>
                  <a:lnTo>
                    <a:pt x="2861388" y="523850"/>
                  </a:lnTo>
                  <a:lnTo>
                    <a:pt x="2883673" y="511087"/>
                  </a:lnTo>
                  <a:lnTo>
                    <a:pt x="2903654" y="500632"/>
                  </a:lnTo>
                  <a:lnTo>
                    <a:pt x="2927562" y="490127"/>
                  </a:lnTo>
                  <a:lnTo>
                    <a:pt x="2951408" y="482544"/>
                  </a:lnTo>
                  <a:lnTo>
                    <a:pt x="2977780" y="477030"/>
                  </a:lnTo>
                  <a:lnTo>
                    <a:pt x="3006888" y="473070"/>
                  </a:lnTo>
                  <a:lnTo>
                    <a:pt x="3033487" y="470591"/>
                  </a:lnTo>
                  <a:lnTo>
                    <a:pt x="3048909" y="469543"/>
                  </a:lnTo>
                  <a:lnTo>
                    <a:pt x="3052016" y="469379"/>
                  </a:lnTo>
                  <a:lnTo>
                    <a:pt x="3306350" y="469379"/>
                  </a:lnTo>
                  <a:lnTo>
                    <a:pt x="3309060" y="469259"/>
                  </a:lnTo>
                  <a:lnTo>
                    <a:pt x="3323847" y="468417"/>
                  </a:lnTo>
                  <a:lnTo>
                    <a:pt x="3350194" y="466363"/>
                  </a:lnTo>
                  <a:lnTo>
                    <a:pt x="3379433" y="463042"/>
                  </a:lnTo>
                  <a:lnTo>
                    <a:pt x="3406015" y="458401"/>
                  </a:lnTo>
                  <a:lnTo>
                    <a:pt x="3429985" y="452016"/>
                  </a:lnTo>
                  <a:lnTo>
                    <a:pt x="3453919" y="443158"/>
                  </a:lnTo>
                  <a:lnTo>
                    <a:pt x="3454712" y="442828"/>
                  </a:lnTo>
                  <a:lnTo>
                    <a:pt x="3475411" y="433609"/>
                  </a:lnTo>
                  <a:lnTo>
                    <a:pt x="3498210" y="422483"/>
                  </a:lnTo>
                  <a:lnTo>
                    <a:pt x="3523143" y="409643"/>
                  </a:lnTo>
                  <a:lnTo>
                    <a:pt x="3549626" y="395625"/>
                  </a:lnTo>
                  <a:lnTo>
                    <a:pt x="3576605" y="381236"/>
                  </a:lnTo>
                  <a:lnTo>
                    <a:pt x="3602875" y="367377"/>
                  </a:lnTo>
                  <a:lnTo>
                    <a:pt x="3627449" y="354818"/>
                  </a:lnTo>
                  <a:lnTo>
                    <a:pt x="3649846" y="344032"/>
                  </a:lnTo>
                  <a:lnTo>
                    <a:pt x="3666658" y="336621"/>
                  </a:lnTo>
                  <a:lnTo>
                    <a:pt x="3690636" y="327674"/>
                  </a:lnTo>
                  <a:lnTo>
                    <a:pt x="3714559" y="321221"/>
                  </a:lnTo>
                  <a:lnTo>
                    <a:pt x="3741035" y="316534"/>
                  </a:lnTo>
                  <a:lnTo>
                    <a:pt x="3770240" y="313173"/>
                  </a:lnTo>
                  <a:lnTo>
                    <a:pt x="3796822" y="311078"/>
                  </a:lnTo>
                  <a:lnTo>
                    <a:pt x="3812059" y="310202"/>
                  </a:lnTo>
                  <a:lnTo>
                    <a:pt x="3815020" y="310070"/>
                  </a:lnTo>
                  <a:lnTo>
                    <a:pt x="4069355" y="310070"/>
                  </a:lnTo>
                  <a:lnTo>
                    <a:pt x="4072104" y="310140"/>
                  </a:lnTo>
                  <a:lnTo>
                    <a:pt x="4087079" y="310637"/>
                  </a:lnTo>
                  <a:lnTo>
                    <a:pt x="4113656" y="311844"/>
                  </a:lnTo>
                  <a:lnTo>
                    <a:pt x="4143026" y="313793"/>
                  </a:lnTo>
                  <a:lnTo>
                    <a:pt x="4169669" y="316519"/>
                  </a:lnTo>
                  <a:lnTo>
                    <a:pt x="4193723" y="320277"/>
                  </a:lnTo>
                  <a:lnTo>
                    <a:pt x="4217716" y="325470"/>
                  </a:lnTo>
                  <a:lnTo>
                    <a:pt x="4239206" y="331032"/>
                  </a:lnTo>
                  <a:lnTo>
                    <a:pt x="4262959" y="337781"/>
                  </a:lnTo>
                  <a:lnTo>
                    <a:pt x="4288978" y="345579"/>
                  </a:lnTo>
                  <a:lnTo>
                    <a:pt x="4316553" y="354061"/>
                  </a:lnTo>
                  <a:lnTo>
                    <a:pt x="4344474" y="362693"/>
                  </a:lnTo>
                  <a:lnTo>
                    <a:pt x="4371413" y="370899"/>
                  </a:lnTo>
                  <a:lnTo>
                    <a:pt x="4396368" y="378214"/>
                  </a:lnTo>
                  <a:lnTo>
                    <a:pt x="4418964" y="384384"/>
                  </a:lnTo>
                  <a:lnTo>
                    <a:pt x="4429662" y="387070"/>
                  </a:lnTo>
                  <a:lnTo>
                    <a:pt x="4453762" y="392283"/>
                  </a:lnTo>
                  <a:lnTo>
                    <a:pt x="4477823" y="396036"/>
                  </a:lnTo>
                  <a:lnTo>
                    <a:pt x="4504481" y="398757"/>
                  </a:lnTo>
                  <a:lnTo>
                    <a:pt x="4533856" y="400704"/>
                  </a:lnTo>
                  <a:lnTo>
                    <a:pt x="4560399" y="401907"/>
                  </a:lnTo>
                  <a:lnTo>
                    <a:pt x="4575309" y="402401"/>
                  </a:lnTo>
                  <a:lnTo>
                    <a:pt x="4578024" y="402470"/>
                  </a:lnTo>
                  <a:lnTo>
                    <a:pt x="4832359" y="402470"/>
                  </a:lnTo>
                  <a:lnTo>
                    <a:pt x="4834825" y="402727"/>
                  </a:lnTo>
                  <a:lnTo>
                    <a:pt x="4848461" y="404533"/>
                  </a:lnTo>
                  <a:lnTo>
                    <a:pt x="4873349" y="408984"/>
                  </a:lnTo>
                  <a:lnTo>
                    <a:pt x="4901718" y="416245"/>
                  </a:lnTo>
                  <a:lnTo>
                    <a:pt x="4927910" y="426364"/>
                  </a:lnTo>
                  <a:lnTo>
                    <a:pt x="4951390" y="440117"/>
                  </a:lnTo>
                  <a:lnTo>
                    <a:pt x="4974316" y="459018"/>
                  </a:lnTo>
                  <a:lnTo>
                    <a:pt x="4980720" y="465176"/>
                  </a:lnTo>
                  <a:lnTo>
                    <a:pt x="4998183" y="483386"/>
                  </a:lnTo>
                  <a:lnTo>
                    <a:pt x="5017127" y="504862"/>
                  </a:lnTo>
                  <a:lnTo>
                    <a:pt x="5037666" y="529433"/>
                  </a:lnTo>
                  <a:lnTo>
                    <a:pt x="5059574" y="556507"/>
                  </a:lnTo>
                  <a:lnTo>
                    <a:pt x="5082334" y="585093"/>
                  </a:lnTo>
                  <a:lnTo>
                    <a:pt x="5105237" y="613931"/>
                  </a:lnTo>
                  <a:lnTo>
                    <a:pt x="5127543" y="641714"/>
                  </a:lnTo>
                  <a:lnTo>
                    <a:pt x="5148646" y="667328"/>
                  </a:lnTo>
                  <a:lnTo>
                    <a:pt x="5168201" y="690021"/>
                  </a:lnTo>
                  <a:lnTo>
                    <a:pt x="5186190" y="709466"/>
                  </a:lnTo>
                  <a:lnTo>
                    <a:pt x="5192666" y="715999"/>
                  </a:lnTo>
                  <a:lnTo>
                    <a:pt x="5215877" y="736542"/>
                  </a:lnTo>
                  <a:lnTo>
                    <a:pt x="5238949" y="751517"/>
                  </a:lnTo>
                  <a:lnTo>
                    <a:pt x="5264297" y="762501"/>
                  </a:lnTo>
                  <a:lnTo>
                    <a:pt x="5292402" y="770506"/>
                  </a:lnTo>
                  <a:lnTo>
                    <a:pt x="5319059" y="775725"/>
                  </a:lnTo>
                  <a:lnTo>
                    <a:pt x="5336217" y="778176"/>
                  </a:lnTo>
                  <a:lnTo>
                    <a:pt x="5341028" y="778704"/>
                  </a:lnTo>
                  <a:lnTo>
                    <a:pt x="5595363" y="778704"/>
                  </a:lnTo>
                  <a:lnTo>
                    <a:pt x="5597962" y="778507"/>
                  </a:lnTo>
                  <a:lnTo>
                    <a:pt x="5612227" y="777118"/>
                  </a:lnTo>
                  <a:lnTo>
                    <a:pt x="5637922" y="773717"/>
                  </a:lnTo>
                  <a:lnTo>
                    <a:pt x="5666781" y="768194"/>
                  </a:lnTo>
                  <a:lnTo>
                    <a:pt x="5693191" y="760489"/>
                  </a:lnTo>
                  <a:lnTo>
                    <a:pt x="5716932" y="749946"/>
                  </a:lnTo>
                  <a:lnTo>
                    <a:pt x="5740398" y="735377"/>
                  </a:lnTo>
                  <a:lnTo>
                    <a:pt x="5743725" y="733017"/>
                  </a:lnTo>
                  <a:lnTo>
                    <a:pt x="5762704" y="718538"/>
                  </a:lnTo>
                  <a:lnTo>
                    <a:pt x="5783442" y="701271"/>
                  </a:lnTo>
                  <a:lnTo>
                    <a:pt x="5806028" y="681422"/>
                  </a:lnTo>
                  <a:lnTo>
                    <a:pt x="5830094" y="659619"/>
                  </a:lnTo>
                  <a:lnTo>
                    <a:pt x="5854896" y="636868"/>
                  </a:lnTo>
                  <a:lnTo>
                    <a:pt x="5879498" y="614373"/>
                  </a:lnTo>
                  <a:lnTo>
                    <a:pt x="5903018" y="593284"/>
                  </a:lnTo>
                  <a:lnTo>
                    <a:pt x="5924851" y="574463"/>
                  </a:lnTo>
                  <a:lnTo>
                    <a:pt x="5944816" y="558358"/>
                  </a:lnTo>
                  <a:lnTo>
                    <a:pt x="5955670" y="550268"/>
                  </a:lnTo>
                  <a:lnTo>
                    <a:pt x="5979304" y="535064"/>
                  </a:lnTo>
                  <a:lnTo>
                    <a:pt x="6002844" y="524046"/>
                  </a:lnTo>
                  <a:lnTo>
                    <a:pt x="6028811" y="516008"/>
                  </a:lnTo>
                  <a:lnTo>
                    <a:pt x="6057530" y="510200"/>
                  </a:lnTo>
                  <a:lnTo>
                    <a:pt x="6084179" y="506504"/>
                  </a:lnTo>
                  <a:lnTo>
                    <a:pt x="6100308" y="504872"/>
                  </a:lnTo>
                  <a:lnTo>
                    <a:pt x="6104032" y="504581"/>
                  </a:lnTo>
                  <a:lnTo>
                    <a:pt x="6358367" y="504581"/>
                  </a:lnTo>
                  <a:lnTo>
                    <a:pt x="6358367" y="67390"/>
                  </a:lnTo>
                  <a:lnTo>
                    <a:pt x="6104032" y="67390"/>
                  </a:lnTo>
                  <a:lnTo>
                    <a:pt x="6101262" y="67406"/>
                  </a:lnTo>
                  <a:lnTo>
                    <a:pt x="6086196" y="67519"/>
                  </a:lnTo>
                  <a:lnTo>
                    <a:pt x="6059506" y="67794"/>
                  </a:lnTo>
                  <a:lnTo>
                    <a:pt x="6030072" y="68237"/>
                  </a:lnTo>
                  <a:lnTo>
                    <a:pt x="6003400" y="68857"/>
                  </a:lnTo>
                  <a:lnTo>
                    <a:pt x="5979303" y="69713"/>
                  </a:lnTo>
                  <a:lnTo>
                    <a:pt x="5955670" y="70871"/>
                  </a:lnTo>
                  <a:lnTo>
                    <a:pt x="5933743" y="72155"/>
                  </a:lnTo>
                  <a:lnTo>
                    <a:pt x="5909458" y="73718"/>
                  </a:lnTo>
                  <a:lnTo>
                    <a:pt x="5882838" y="75525"/>
                  </a:lnTo>
                  <a:lnTo>
                    <a:pt x="5854663" y="77486"/>
                  </a:lnTo>
                  <a:lnTo>
                    <a:pt x="5826239" y="79471"/>
                  </a:lnTo>
                  <a:lnTo>
                    <a:pt x="5798955" y="81344"/>
                  </a:lnTo>
                  <a:lnTo>
                    <a:pt x="5773814" y="82998"/>
                  </a:lnTo>
                  <a:lnTo>
                    <a:pt x="5751116" y="84380"/>
                  </a:lnTo>
                  <a:lnTo>
                    <a:pt x="5743725" y="84795"/>
                  </a:lnTo>
                  <a:lnTo>
                    <a:pt x="5719564" y="85976"/>
                  </a:lnTo>
                  <a:lnTo>
                    <a:pt x="5695436" y="86825"/>
                  </a:lnTo>
                  <a:lnTo>
                    <a:pt x="5668689" y="87441"/>
                  </a:lnTo>
                  <a:lnTo>
                    <a:pt x="5639231" y="87880"/>
                  </a:lnTo>
                  <a:lnTo>
                    <a:pt x="5612709" y="88151"/>
                  </a:lnTo>
                  <a:lnTo>
                    <a:pt x="5597961" y="88261"/>
                  </a:lnTo>
                  <a:lnTo>
                    <a:pt x="5595363" y="88276"/>
                  </a:lnTo>
                  <a:lnTo>
                    <a:pt x="5341028" y="88276"/>
                  </a:lnTo>
                  <a:lnTo>
                    <a:pt x="5338276" y="88208"/>
                  </a:lnTo>
                  <a:lnTo>
                    <a:pt x="5323293" y="87734"/>
                  </a:lnTo>
                  <a:lnTo>
                    <a:pt x="5296706" y="86580"/>
                  </a:lnTo>
                  <a:lnTo>
                    <a:pt x="5267330" y="84717"/>
                  </a:lnTo>
                  <a:lnTo>
                    <a:pt x="5240685" y="82111"/>
                  </a:lnTo>
                  <a:lnTo>
                    <a:pt x="5216626" y="78518"/>
                  </a:lnTo>
                  <a:lnTo>
                    <a:pt x="5192666" y="73563"/>
                  </a:lnTo>
                  <a:lnTo>
                    <a:pt x="5171138" y="68239"/>
                  </a:lnTo>
                  <a:lnTo>
                    <a:pt x="5147338" y="61778"/>
                  </a:lnTo>
                  <a:lnTo>
                    <a:pt x="5121266" y="54312"/>
                  </a:lnTo>
                  <a:lnTo>
                    <a:pt x="5093638" y="46191"/>
                  </a:lnTo>
                  <a:lnTo>
                    <a:pt x="5065673" y="37932"/>
                  </a:lnTo>
                  <a:lnTo>
                    <a:pt x="5038702" y="30086"/>
                  </a:lnTo>
                  <a:lnTo>
                    <a:pt x="5013730" y="23097"/>
                  </a:lnTo>
                  <a:lnTo>
                    <a:pt x="4991125" y="17206"/>
                  </a:lnTo>
                  <a:lnTo>
                    <a:pt x="4980720" y="14712"/>
                  </a:lnTo>
                  <a:lnTo>
                    <a:pt x="4956615" y="9731"/>
                  </a:lnTo>
                  <a:lnTo>
                    <a:pt x="4932548" y="6146"/>
                  </a:lnTo>
                  <a:lnTo>
                    <a:pt x="4905882" y="3545"/>
                  </a:lnTo>
                  <a:lnTo>
                    <a:pt x="4876499" y="1686"/>
                  </a:lnTo>
                  <a:lnTo>
                    <a:pt x="4849958" y="537"/>
                  </a:lnTo>
                  <a:lnTo>
                    <a:pt x="4835063" y="66"/>
                  </a:lnTo>
                  <a:lnTo>
                    <a:pt x="4832359" y="0"/>
                  </a:lnTo>
                  <a:lnTo>
                    <a:pt x="4578024" y="0"/>
                  </a:lnTo>
                  <a:lnTo>
                    <a:pt x="4575255" y="17"/>
                  </a:lnTo>
                  <a:lnTo>
                    <a:pt x="4560188" y="138"/>
                  </a:lnTo>
                  <a:lnTo>
                    <a:pt x="4533500" y="432"/>
                  </a:lnTo>
                  <a:lnTo>
                    <a:pt x="4504066" y="907"/>
                  </a:lnTo>
                  <a:lnTo>
                    <a:pt x="4477394" y="1571"/>
                  </a:lnTo>
                  <a:lnTo>
                    <a:pt x="4453298" y="2488"/>
                  </a:lnTo>
                  <a:lnTo>
                    <a:pt x="4429662" y="3729"/>
                  </a:lnTo>
                  <a:lnTo>
                    <a:pt x="4407739" y="5105"/>
                  </a:lnTo>
                  <a:lnTo>
                    <a:pt x="4383458" y="6779"/>
                  </a:lnTo>
                  <a:lnTo>
                    <a:pt x="4356843" y="8714"/>
                  </a:lnTo>
                  <a:lnTo>
                    <a:pt x="4328673" y="10815"/>
                  </a:lnTo>
                  <a:lnTo>
                    <a:pt x="4300253" y="12942"/>
                  </a:lnTo>
                  <a:lnTo>
                    <a:pt x="4272972" y="14948"/>
                  </a:lnTo>
                  <a:lnTo>
                    <a:pt x="4247833" y="16721"/>
                  </a:lnTo>
                  <a:lnTo>
                    <a:pt x="4225135" y="18201"/>
                  </a:lnTo>
                  <a:lnTo>
                    <a:pt x="4217716" y="18648"/>
                  </a:lnTo>
                  <a:lnTo>
                    <a:pt x="4193557" y="19913"/>
                  </a:lnTo>
                  <a:lnTo>
                    <a:pt x="4169429" y="20823"/>
                  </a:lnTo>
                  <a:lnTo>
                    <a:pt x="4142683" y="21482"/>
                  </a:lnTo>
                  <a:lnTo>
                    <a:pt x="4113226" y="21953"/>
                  </a:lnTo>
                  <a:lnTo>
                    <a:pt x="4086704" y="22243"/>
                  </a:lnTo>
                  <a:lnTo>
                    <a:pt x="4071954" y="22361"/>
                  </a:lnTo>
                  <a:lnTo>
                    <a:pt x="4069355" y="22377"/>
                  </a:lnTo>
                  <a:lnTo>
                    <a:pt x="3815020" y="22377"/>
                  </a:lnTo>
                  <a:lnTo>
                    <a:pt x="3812257" y="22421"/>
                  </a:lnTo>
                  <a:lnTo>
                    <a:pt x="3797223" y="22729"/>
                  </a:lnTo>
                  <a:lnTo>
                    <a:pt x="3770572" y="23478"/>
                  </a:lnTo>
                  <a:lnTo>
                    <a:pt x="3741160" y="24687"/>
                  </a:lnTo>
                  <a:lnTo>
                    <a:pt x="3714499" y="26377"/>
                  </a:lnTo>
                  <a:lnTo>
                    <a:pt x="3690417" y="28709"/>
                  </a:lnTo>
                  <a:lnTo>
                    <a:pt x="3666658" y="31890"/>
                  </a:lnTo>
                  <a:lnTo>
                    <a:pt x="3644888" y="35373"/>
                  </a:lnTo>
                  <a:lnTo>
                    <a:pt x="3620795" y="39606"/>
                  </a:lnTo>
                  <a:lnTo>
                    <a:pt x="3594390" y="44500"/>
                  </a:lnTo>
                  <a:lnTo>
                    <a:pt x="3566431" y="49816"/>
                  </a:lnTo>
                  <a:lnTo>
                    <a:pt x="3538186" y="55208"/>
                  </a:lnTo>
                  <a:lnTo>
                    <a:pt x="3511024" y="60308"/>
                  </a:lnTo>
                  <a:lnTo>
                    <a:pt x="3485948" y="64829"/>
                  </a:lnTo>
                  <a:lnTo>
                    <a:pt x="3463286" y="68618"/>
                  </a:lnTo>
                  <a:lnTo>
                    <a:pt x="3454712" y="69939"/>
                  </a:lnTo>
                  <a:lnTo>
                    <a:pt x="3430573" y="73163"/>
                  </a:lnTo>
                  <a:lnTo>
                    <a:pt x="3406469" y="75483"/>
                  </a:lnTo>
                  <a:lnTo>
                    <a:pt x="3379753" y="77165"/>
                  </a:lnTo>
                  <a:lnTo>
                    <a:pt x="3350324" y="78366"/>
                  </a:lnTo>
                  <a:lnTo>
                    <a:pt x="3323794" y="79107"/>
                  </a:lnTo>
                  <a:lnTo>
                    <a:pt x="3308989" y="79409"/>
                  </a:lnTo>
                  <a:lnTo>
                    <a:pt x="3306350" y="79451"/>
                  </a:lnTo>
                  <a:lnTo>
                    <a:pt x="3052016" y="79451"/>
                  </a:lnTo>
                  <a:lnTo>
                    <a:pt x="3049381" y="79628"/>
                  </a:lnTo>
                  <a:lnTo>
                    <a:pt x="3034946" y="80870"/>
                  </a:lnTo>
                  <a:lnTo>
                    <a:pt x="3009037" y="83908"/>
                  </a:lnTo>
                  <a:lnTo>
                    <a:pt x="2980052" y="88834"/>
                  </a:lnTo>
                  <a:lnTo>
                    <a:pt x="2953585" y="95709"/>
                  </a:lnTo>
                  <a:lnTo>
                    <a:pt x="2929770" y="105134"/>
                  </a:lnTo>
                  <a:lnTo>
                    <a:pt x="2906154" y="118176"/>
                  </a:lnTo>
                  <a:lnTo>
                    <a:pt x="2903654" y="119745"/>
                  </a:lnTo>
                  <a:lnTo>
                    <a:pt x="2884175" y="132868"/>
                  </a:lnTo>
                  <a:lnTo>
                    <a:pt x="2862841" y="148574"/>
                  </a:lnTo>
                  <a:lnTo>
                    <a:pt x="2839576" y="166652"/>
                  </a:lnTo>
                  <a:lnTo>
                    <a:pt x="2814804" y="186479"/>
                  </a:lnTo>
                  <a:lnTo>
                    <a:pt x="2789352" y="207077"/>
                  </a:lnTo>
                  <a:lnTo>
                    <a:pt x="2764236" y="227296"/>
                  </a:lnTo>
                  <a:lnTo>
                    <a:pt x="2740376" y="246071"/>
                  </a:lnTo>
                  <a:lnTo>
                    <a:pt x="2718355" y="262643"/>
                  </a:lnTo>
                  <a:lnTo>
                    <a:pt x="2698275" y="276661"/>
                  </a:lnTo>
                  <a:lnTo>
                    <a:pt x="2691708" y="280919"/>
                  </a:lnTo>
                  <a:lnTo>
                    <a:pt x="2667962" y="294384"/>
                  </a:lnTo>
                  <a:lnTo>
                    <a:pt x="2644297" y="304126"/>
                  </a:lnTo>
                  <a:lnTo>
                    <a:pt x="2618164" y="311223"/>
                  </a:lnTo>
                  <a:lnTo>
                    <a:pt x="2589284" y="316339"/>
                  </a:lnTo>
                  <a:lnTo>
                    <a:pt x="2562651" y="319572"/>
                  </a:lnTo>
                  <a:lnTo>
                    <a:pt x="2546809" y="320976"/>
                  </a:lnTo>
                  <a:lnTo>
                    <a:pt x="2543346" y="321213"/>
                  </a:lnTo>
                  <a:lnTo>
                    <a:pt x="2289012" y="321213"/>
                  </a:lnTo>
                  <a:lnTo>
                    <a:pt x="2286254" y="321269"/>
                  </a:lnTo>
                  <a:lnTo>
                    <a:pt x="2271244" y="321664"/>
                  </a:lnTo>
                  <a:lnTo>
                    <a:pt x="2244623" y="322624"/>
                  </a:lnTo>
                  <a:lnTo>
                    <a:pt x="2215228" y="324174"/>
                  </a:lnTo>
                  <a:lnTo>
                    <a:pt x="2188574" y="326341"/>
                  </a:lnTo>
                  <a:lnTo>
                    <a:pt x="2164503" y="329330"/>
                  </a:lnTo>
                  <a:lnTo>
                    <a:pt x="2140650" y="333428"/>
                  </a:lnTo>
                  <a:lnTo>
                    <a:pt x="2118995" y="337876"/>
                  </a:lnTo>
                  <a:lnTo>
                    <a:pt x="2095040" y="343278"/>
                  </a:lnTo>
                  <a:lnTo>
                    <a:pt x="2068793" y="349521"/>
                  </a:lnTo>
                  <a:lnTo>
                    <a:pt x="2040989" y="356307"/>
                  </a:lnTo>
                  <a:lnTo>
                    <a:pt x="2012876" y="363200"/>
                  </a:lnTo>
                  <a:lnTo>
                    <a:pt x="1985804" y="369733"/>
                  </a:lnTo>
                  <a:lnTo>
                    <a:pt x="1960777" y="375536"/>
                  </a:lnTo>
                  <a:lnTo>
                    <a:pt x="1938141" y="380414"/>
                  </a:lnTo>
                  <a:lnTo>
                    <a:pt x="1928704" y="382286"/>
                  </a:lnTo>
                  <a:lnTo>
                    <a:pt x="1904581" y="386424"/>
                  </a:lnTo>
                  <a:lnTo>
                    <a:pt x="1880494" y="389402"/>
                  </a:lnTo>
                  <a:lnTo>
                    <a:pt x="1853801" y="391561"/>
                  </a:lnTo>
                  <a:lnTo>
                    <a:pt x="1824394" y="393104"/>
                  </a:lnTo>
                  <a:lnTo>
                    <a:pt x="1797859" y="394057"/>
                  </a:lnTo>
                  <a:lnTo>
                    <a:pt x="1783012" y="394446"/>
                  </a:lnTo>
                  <a:lnTo>
                    <a:pt x="1780342" y="394501"/>
                  </a:lnTo>
                  <a:lnTo>
                    <a:pt x="1526008" y="394501"/>
                  </a:lnTo>
                  <a:lnTo>
                    <a:pt x="1523237" y="394498"/>
                  </a:lnTo>
                  <a:lnTo>
                    <a:pt x="1508165" y="394484"/>
                  </a:lnTo>
                  <a:lnTo>
                    <a:pt x="1481470" y="394447"/>
                  </a:lnTo>
                  <a:lnTo>
                    <a:pt x="1452032" y="394388"/>
                  </a:lnTo>
                  <a:lnTo>
                    <a:pt x="1425358" y="394306"/>
                  </a:lnTo>
                  <a:lnTo>
                    <a:pt x="1401260" y="394193"/>
                  </a:lnTo>
                  <a:lnTo>
                    <a:pt x="1377646" y="394039"/>
                  </a:lnTo>
                  <a:lnTo>
                    <a:pt x="1355694" y="393869"/>
                  </a:lnTo>
                  <a:lnTo>
                    <a:pt x="1331380" y="393662"/>
                  </a:lnTo>
                  <a:lnTo>
                    <a:pt x="1304726" y="393422"/>
                  </a:lnTo>
                  <a:lnTo>
                    <a:pt x="1276518" y="393162"/>
                  </a:lnTo>
                  <a:lnTo>
                    <a:pt x="1248066" y="392899"/>
                  </a:lnTo>
                  <a:lnTo>
                    <a:pt x="1220764" y="392650"/>
                  </a:lnTo>
                  <a:lnTo>
                    <a:pt x="1195613" y="392431"/>
                  </a:lnTo>
                  <a:lnTo>
                    <a:pt x="1172909" y="392248"/>
                  </a:lnTo>
                  <a:lnTo>
                    <a:pt x="1165700" y="392194"/>
                  </a:lnTo>
                  <a:lnTo>
                    <a:pt x="1141537" y="392038"/>
                  </a:lnTo>
                  <a:lnTo>
                    <a:pt x="1117405" y="391925"/>
                  </a:lnTo>
                  <a:lnTo>
                    <a:pt x="1090653" y="391844"/>
                  </a:lnTo>
                  <a:lnTo>
                    <a:pt x="1061191" y="391786"/>
                  </a:lnTo>
                  <a:lnTo>
                    <a:pt x="1034670" y="391750"/>
                  </a:lnTo>
                  <a:lnTo>
                    <a:pt x="1019931" y="391735"/>
                  </a:lnTo>
                  <a:lnTo>
                    <a:pt x="1017338" y="391733"/>
                  </a:lnTo>
                  <a:lnTo>
                    <a:pt x="763004" y="391733"/>
                  </a:lnTo>
                  <a:lnTo>
                    <a:pt x="760238" y="391767"/>
                  </a:lnTo>
                  <a:lnTo>
                    <a:pt x="745188" y="392005"/>
                  </a:lnTo>
                  <a:lnTo>
                    <a:pt x="718519" y="392584"/>
                  </a:lnTo>
                  <a:lnTo>
                    <a:pt x="689097" y="393518"/>
                  </a:lnTo>
                  <a:lnTo>
                    <a:pt x="662431" y="394825"/>
                  </a:lnTo>
                  <a:lnTo>
                    <a:pt x="638342" y="396627"/>
                  </a:lnTo>
                  <a:lnTo>
                    <a:pt x="614642" y="399077"/>
                  </a:lnTo>
                  <a:lnTo>
                    <a:pt x="592799" y="401776"/>
                  </a:lnTo>
                  <a:lnTo>
                    <a:pt x="568617" y="405058"/>
                  </a:lnTo>
                  <a:lnTo>
                    <a:pt x="542113" y="408851"/>
                  </a:lnTo>
                  <a:lnTo>
                    <a:pt x="514054" y="412970"/>
                  </a:lnTo>
                  <a:lnTo>
                    <a:pt x="485726" y="417145"/>
                  </a:lnTo>
                  <a:lnTo>
                    <a:pt x="458508" y="421090"/>
                  </a:lnTo>
                  <a:lnTo>
                    <a:pt x="433401" y="424580"/>
                  </a:lnTo>
                  <a:lnTo>
                    <a:pt x="410723" y="427500"/>
                  </a:lnTo>
                  <a:lnTo>
                    <a:pt x="402696" y="428453"/>
                  </a:lnTo>
                  <a:lnTo>
                    <a:pt x="378547" y="430944"/>
                  </a:lnTo>
                  <a:lnTo>
                    <a:pt x="354432" y="432735"/>
                  </a:lnTo>
                  <a:lnTo>
                    <a:pt x="327701" y="434034"/>
                  </a:lnTo>
                  <a:lnTo>
                    <a:pt x="298259" y="434961"/>
                  </a:lnTo>
                  <a:lnTo>
                    <a:pt x="271733" y="435533"/>
                  </a:lnTo>
                  <a:lnTo>
                    <a:pt x="256954" y="435766"/>
                  </a:lnTo>
                  <a:lnTo>
                    <a:pt x="254334" y="435798"/>
                  </a:lnTo>
                  <a:lnTo>
                    <a:pt x="0" y="435798"/>
                  </a:lnTo>
                  <a:close/>
                </a:path>
              </a:pathLst>
            </a:custGeom>
            <a:solidFill>
              <a:srgbClr val="DFD882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949593" y="758765"/>
              <a:ext cx="6358367" cy="4445334"/>
            </a:xfrm>
            <a:custGeom>
              <a:avLst/>
              <a:pathLst>
                <a:path w="6358367" h="4445334">
                  <a:moveTo>
                    <a:pt x="0" y="4434978"/>
                  </a:moveTo>
                  <a:lnTo>
                    <a:pt x="254334" y="4434978"/>
                  </a:lnTo>
                  <a:lnTo>
                    <a:pt x="257105" y="4434986"/>
                  </a:lnTo>
                  <a:lnTo>
                    <a:pt x="272175" y="4435042"/>
                  </a:lnTo>
                  <a:lnTo>
                    <a:pt x="298869" y="4435178"/>
                  </a:lnTo>
                  <a:lnTo>
                    <a:pt x="328306" y="4435398"/>
                  </a:lnTo>
                  <a:lnTo>
                    <a:pt x="354979" y="4435705"/>
                  </a:lnTo>
                  <a:lnTo>
                    <a:pt x="379078" y="4436130"/>
                  </a:lnTo>
                  <a:lnTo>
                    <a:pt x="402696" y="4436704"/>
                  </a:lnTo>
                  <a:lnTo>
                    <a:pt x="424642" y="4437341"/>
                  </a:lnTo>
                  <a:lnTo>
                    <a:pt x="448949" y="4438117"/>
                  </a:lnTo>
                  <a:lnTo>
                    <a:pt x="475596" y="4439014"/>
                  </a:lnTo>
                  <a:lnTo>
                    <a:pt x="503796" y="4439987"/>
                  </a:lnTo>
                  <a:lnTo>
                    <a:pt x="532241" y="4440972"/>
                  </a:lnTo>
                  <a:lnTo>
                    <a:pt x="559539" y="4441901"/>
                  </a:lnTo>
                  <a:lnTo>
                    <a:pt x="584688" y="4442721"/>
                  </a:lnTo>
                  <a:lnTo>
                    <a:pt x="607390" y="4443406"/>
                  </a:lnTo>
                  <a:lnTo>
                    <a:pt x="614642" y="4443608"/>
                  </a:lnTo>
                  <a:lnTo>
                    <a:pt x="638804" y="4444194"/>
                  </a:lnTo>
                  <a:lnTo>
                    <a:pt x="662935" y="4444615"/>
                  </a:lnTo>
                  <a:lnTo>
                    <a:pt x="689686" y="4444920"/>
                  </a:lnTo>
                  <a:lnTo>
                    <a:pt x="719147" y="4445138"/>
                  </a:lnTo>
                  <a:lnTo>
                    <a:pt x="745668" y="4445272"/>
                  </a:lnTo>
                  <a:lnTo>
                    <a:pt x="760409" y="4445327"/>
                  </a:lnTo>
                  <a:lnTo>
                    <a:pt x="763004" y="4445334"/>
                  </a:lnTo>
                  <a:lnTo>
                    <a:pt x="1017338" y="4445334"/>
                  </a:lnTo>
                  <a:lnTo>
                    <a:pt x="1017939" y="4445032"/>
                  </a:lnTo>
                  <a:lnTo>
                    <a:pt x="1021680" y="4442854"/>
                  </a:lnTo>
                  <a:lnTo>
                    <a:pt x="1030267" y="4436939"/>
                  </a:lnTo>
                  <a:lnTo>
                    <a:pt x="1043568" y="4425929"/>
                  </a:lnTo>
                  <a:lnTo>
                    <a:pt x="1059963" y="4409313"/>
                  </a:lnTo>
                  <a:lnTo>
                    <a:pt x="1077410" y="4387186"/>
                  </a:lnTo>
                  <a:lnTo>
                    <a:pt x="1094393" y="4359653"/>
                  </a:lnTo>
                  <a:lnTo>
                    <a:pt x="1110241" y="4326349"/>
                  </a:lnTo>
                  <a:lnTo>
                    <a:pt x="1124973" y="4286243"/>
                  </a:lnTo>
                  <a:lnTo>
                    <a:pt x="1139013" y="4237662"/>
                  </a:lnTo>
                  <a:lnTo>
                    <a:pt x="1152963" y="4178559"/>
                  </a:lnTo>
                  <a:lnTo>
                    <a:pt x="1165700" y="4116059"/>
                  </a:lnTo>
                  <a:lnTo>
                    <a:pt x="1174199" y="4070738"/>
                  </a:lnTo>
                  <a:lnTo>
                    <a:pt x="1183023" y="4021240"/>
                  </a:lnTo>
                  <a:lnTo>
                    <a:pt x="1192215" y="3967492"/>
                  </a:lnTo>
                  <a:lnTo>
                    <a:pt x="1201802" y="3909534"/>
                  </a:lnTo>
                  <a:lnTo>
                    <a:pt x="1211787" y="3847533"/>
                  </a:lnTo>
                  <a:lnTo>
                    <a:pt x="1222153" y="3781795"/>
                  </a:lnTo>
                  <a:lnTo>
                    <a:pt x="1232863" y="3712763"/>
                  </a:lnTo>
                  <a:lnTo>
                    <a:pt x="1243861" y="3641014"/>
                  </a:lnTo>
                  <a:lnTo>
                    <a:pt x="1255077" y="3567241"/>
                  </a:lnTo>
                  <a:lnTo>
                    <a:pt x="1266427" y="3492229"/>
                  </a:lnTo>
                  <a:lnTo>
                    <a:pt x="1277821" y="3416820"/>
                  </a:lnTo>
                  <a:lnTo>
                    <a:pt x="1289163" y="3341877"/>
                  </a:lnTo>
                  <a:lnTo>
                    <a:pt x="1300365" y="3268236"/>
                  </a:lnTo>
                  <a:lnTo>
                    <a:pt x="1311343" y="3196678"/>
                  </a:lnTo>
                  <a:lnTo>
                    <a:pt x="1322028" y="3127888"/>
                  </a:lnTo>
                  <a:lnTo>
                    <a:pt x="1332364" y="3062432"/>
                  </a:lnTo>
                  <a:lnTo>
                    <a:pt x="1342318" y="3000742"/>
                  </a:lnTo>
                  <a:lnTo>
                    <a:pt x="1351873" y="2943113"/>
                  </a:lnTo>
                  <a:lnTo>
                    <a:pt x="1361035" y="2889702"/>
                  </a:lnTo>
                  <a:lnTo>
                    <a:pt x="1369831" y="2840539"/>
                  </a:lnTo>
                  <a:lnTo>
                    <a:pt x="1377646" y="2798960"/>
                  </a:lnTo>
                  <a:lnTo>
                    <a:pt x="1391998" y="2729082"/>
                  </a:lnTo>
                  <a:lnTo>
                    <a:pt x="1405927" y="2671289"/>
                  </a:lnTo>
                  <a:lnTo>
                    <a:pt x="1420018" y="2623781"/>
                  </a:lnTo>
                  <a:lnTo>
                    <a:pt x="1434861" y="2584529"/>
                  </a:lnTo>
                  <a:lnTo>
                    <a:pt x="1450849" y="2551927"/>
                  </a:lnTo>
                  <a:lnTo>
                    <a:pt x="1467935" y="2525021"/>
                  </a:lnTo>
                  <a:lnTo>
                    <a:pt x="1485353" y="2503516"/>
                  </a:lnTo>
                  <a:lnTo>
                    <a:pt x="1501500" y="2487545"/>
                  </a:lnTo>
                  <a:lnTo>
                    <a:pt x="1514322" y="2477161"/>
                  </a:lnTo>
                  <a:lnTo>
                    <a:pt x="1522325" y="2471758"/>
                  </a:lnTo>
                  <a:lnTo>
                    <a:pt x="1525586" y="2469894"/>
                  </a:lnTo>
                  <a:lnTo>
                    <a:pt x="1526008" y="2469685"/>
                  </a:lnTo>
                  <a:lnTo>
                    <a:pt x="1780342" y="2469685"/>
                  </a:lnTo>
                  <a:lnTo>
                    <a:pt x="1781845" y="2469924"/>
                  </a:lnTo>
                  <a:lnTo>
                    <a:pt x="1790618" y="2471631"/>
                  </a:lnTo>
                  <a:lnTo>
                    <a:pt x="1808431" y="2476049"/>
                  </a:lnTo>
                  <a:lnTo>
                    <a:pt x="1831576" y="2483635"/>
                  </a:lnTo>
                  <a:lnTo>
                    <a:pt x="1855215" y="2494319"/>
                  </a:lnTo>
                  <a:lnTo>
                    <a:pt x="1876897" y="2508264"/>
                  </a:lnTo>
                  <a:lnTo>
                    <a:pt x="1896662" y="2526303"/>
                  </a:lnTo>
                  <a:lnTo>
                    <a:pt x="1915811" y="2549873"/>
                  </a:lnTo>
                  <a:lnTo>
                    <a:pt x="1928704" y="2568926"/>
                  </a:lnTo>
                  <a:lnTo>
                    <a:pt x="1943536" y="2593226"/>
                  </a:lnTo>
                  <a:lnTo>
                    <a:pt x="1959422" y="2621298"/>
                  </a:lnTo>
                  <a:lnTo>
                    <a:pt x="1976479" y="2653060"/>
                  </a:lnTo>
                  <a:lnTo>
                    <a:pt x="1994642" y="2688084"/>
                  </a:lnTo>
                  <a:lnTo>
                    <a:pt x="2013674" y="2725583"/>
                  </a:lnTo>
                  <a:lnTo>
                    <a:pt x="2033199" y="2764460"/>
                  </a:lnTo>
                  <a:lnTo>
                    <a:pt x="2052759" y="2803437"/>
                  </a:lnTo>
                  <a:lnTo>
                    <a:pt x="2071892" y="2841219"/>
                  </a:lnTo>
                  <a:lnTo>
                    <a:pt x="2090205" y="2876676"/>
                  </a:lnTo>
                  <a:lnTo>
                    <a:pt x="2107437" y="2908966"/>
                  </a:lnTo>
                  <a:lnTo>
                    <a:pt x="2123496" y="2937607"/>
                  </a:lnTo>
                  <a:lnTo>
                    <a:pt x="2138472" y="2962468"/>
                  </a:lnTo>
                  <a:lnTo>
                    <a:pt x="2140650" y="2965893"/>
                  </a:lnTo>
                  <a:lnTo>
                    <a:pt x="2160227" y="2993864"/>
                  </a:lnTo>
                  <a:lnTo>
                    <a:pt x="2179410" y="3015330"/>
                  </a:lnTo>
                  <a:lnTo>
                    <a:pt x="2199732" y="3031808"/>
                  </a:lnTo>
                  <a:lnTo>
                    <a:pt x="2222193" y="3044562"/>
                  </a:lnTo>
                  <a:lnTo>
                    <a:pt x="2246091" y="3054178"/>
                  </a:lnTo>
                  <a:lnTo>
                    <a:pt x="2267983" y="3060660"/>
                  </a:lnTo>
                  <a:lnTo>
                    <a:pt x="2282858" y="3064038"/>
                  </a:lnTo>
                  <a:lnTo>
                    <a:pt x="2288574" y="3065069"/>
                  </a:lnTo>
                  <a:lnTo>
                    <a:pt x="2289012" y="3065135"/>
                  </a:lnTo>
                  <a:lnTo>
                    <a:pt x="2543346" y="3065135"/>
                  </a:lnTo>
                  <a:lnTo>
                    <a:pt x="2544605" y="3065417"/>
                  </a:lnTo>
                  <a:lnTo>
                    <a:pt x="2552071" y="3067443"/>
                  </a:lnTo>
                  <a:lnTo>
                    <a:pt x="2567695" y="3072754"/>
                  </a:lnTo>
                  <a:lnTo>
                    <a:pt x="2588845" y="3082042"/>
                  </a:lnTo>
                  <a:lnTo>
                    <a:pt x="2611305" y="3095263"/>
                  </a:lnTo>
                  <a:lnTo>
                    <a:pt x="2632386" y="3112452"/>
                  </a:lnTo>
                  <a:lnTo>
                    <a:pt x="2651559" y="3134314"/>
                  </a:lnTo>
                  <a:lnTo>
                    <a:pt x="2669632" y="3162326"/>
                  </a:lnTo>
                  <a:lnTo>
                    <a:pt x="2687884" y="3198332"/>
                  </a:lnTo>
                  <a:lnTo>
                    <a:pt x="2691708" y="3206723"/>
                  </a:lnTo>
                  <a:lnTo>
                    <a:pt x="2704446" y="3236313"/>
                  </a:lnTo>
                  <a:lnTo>
                    <a:pt x="2717947" y="3269901"/>
                  </a:lnTo>
                  <a:lnTo>
                    <a:pt x="2732313" y="3307474"/>
                  </a:lnTo>
                  <a:lnTo>
                    <a:pt x="2747541" y="3348752"/>
                  </a:lnTo>
                  <a:lnTo>
                    <a:pt x="2763529" y="3393171"/>
                  </a:lnTo>
                  <a:lnTo>
                    <a:pt x="2780089" y="3439889"/>
                  </a:lnTo>
                  <a:lnTo>
                    <a:pt x="2796959" y="3487845"/>
                  </a:lnTo>
                  <a:lnTo>
                    <a:pt x="2813842" y="3535852"/>
                  </a:lnTo>
                  <a:lnTo>
                    <a:pt x="2830439" y="3582719"/>
                  </a:lnTo>
                  <a:lnTo>
                    <a:pt x="2846484" y="3627371"/>
                  </a:lnTo>
                  <a:lnTo>
                    <a:pt x="2861782" y="3668943"/>
                  </a:lnTo>
                  <a:lnTo>
                    <a:pt x="2876223" y="3706847"/>
                  </a:lnTo>
                  <a:lnTo>
                    <a:pt x="2889796" y="3740779"/>
                  </a:lnTo>
                  <a:lnTo>
                    <a:pt x="2902592" y="3770705"/>
                  </a:lnTo>
                  <a:lnTo>
                    <a:pt x="2903654" y="3773078"/>
                  </a:lnTo>
                  <a:lnTo>
                    <a:pt x="2922087" y="3810878"/>
                  </a:lnTo>
                  <a:lnTo>
                    <a:pt x="2940090" y="3840365"/>
                  </a:lnTo>
                  <a:lnTo>
                    <a:pt x="2958949" y="3863334"/>
                  </a:lnTo>
                  <a:lnTo>
                    <a:pt x="2979628" y="3881386"/>
                  </a:lnTo>
                  <a:lnTo>
                    <a:pt x="3001949" y="3895392"/>
                  </a:lnTo>
                  <a:lnTo>
                    <a:pt x="3023687" y="3905491"/>
                  </a:lnTo>
                  <a:lnTo>
                    <a:pt x="3040754" y="3911584"/>
                  </a:lnTo>
                  <a:lnTo>
                    <a:pt x="3049883" y="3914171"/>
                  </a:lnTo>
                  <a:lnTo>
                    <a:pt x="3052016" y="3914666"/>
                  </a:lnTo>
                  <a:lnTo>
                    <a:pt x="3306350" y="3914666"/>
                  </a:lnTo>
                  <a:lnTo>
                    <a:pt x="3309065" y="3914781"/>
                  </a:lnTo>
                  <a:lnTo>
                    <a:pt x="3323876" y="3915589"/>
                  </a:lnTo>
                  <a:lnTo>
                    <a:pt x="3350252" y="3917557"/>
                  </a:lnTo>
                  <a:lnTo>
                    <a:pt x="3379507" y="3920738"/>
                  </a:lnTo>
                  <a:lnTo>
                    <a:pt x="3406097" y="3925184"/>
                  </a:lnTo>
                  <a:lnTo>
                    <a:pt x="3430078" y="3931303"/>
                  </a:lnTo>
                  <a:lnTo>
                    <a:pt x="3454033" y="3939794"/>
                  </a:lnTo>
                  <a:lnTo>
                    <a:pt x="3454712" y="3940064"/>
                  </a:lnTo>
                  <a:lnTo>
                    <a:pt x="3475505" y="3948925"/>
                  </a:lnTo>
                  <a:lnTo>
                    <a:pt x="3498416" y="3959625"/>
                  </a:lnTo>
                  <a:lnTo>
                    <a:pt x="3523478" y="3971974"/>
                  </a:lnTo>
                  <a:lnTo>
                    <a:pt x="3550090" y="3985453"/>
                  </a:lnTo>
                  <a:lnTo>
                    <a:pt x="3577183" y="3999274"/>
                  </a:lnTo>
                  <a:lnTo>
                    <a:pt x="3603535" y="4012566"/>
                  </a:lnTo>
                  <a:lnTo>
                    <a:pt x="3628158" y="4024588"/>
                  </a:lnTo>
                  <a:lnTo>
                    <a:pt x="3650580" y="4034891"/>
                  </a:lnTo>
                  <a:lnTo>
                    <a:pt x="3666658" y="4041656"/>
                  </a:lnTo>
                  <a:lnTo>
                    <a:pt x="3690651" y="4050219"/>
                  </a:lnTo>
                  <a:lnTo>
                    <a:pt x="3714592" y="4056393"/>
                  </a:lnTo>
                  <a:lnTo>
                    <a:pt x="3741091" y="4060878"/>
                  </a:lnTo>
                  <a:lnTo>
                    <a:pt x="3770318" y="4064092"/>
                  </a:lnTo>
                  <a:lnTo>
                    <a:pt x="3796895" y="4066094"/>
                  </a:lnTo>
                  <a:lnTo>
                    <a:pt x="3812091" y="4066929"/>
                  </a:lnTo>
                  <a:lnTo>
                    <a:pt x="3815020" y="4067053"/>
                  </a:lnTo>
                  <a:lnTo>
                    <a:pt x="4069355" y="4067053"/>
                  </a:lnTo>
                  <a:lnTo>
                    <a:pt x="4072122" y="4067080"/>
                  </a:lnTo>
                  <a:lnTo>
                    <a:pt x="4087181" y="4067266"/>
                  </a:lnTo>
                  <a:lnTo>
                    <a:pt x="4113860" y="4067718"/>
                  </a:lnTo>
                  <a:lnTo>
                    <a:pt x="4143288" y="4068447"/>
                  </a:lnTo>
                  <a:lnTo>
                    <a:pt x="4169957" y="4069467"/>
                  </a:lnTo>
                  <a:lnTo>
                    <a:pt x="4194050" y="4070875"/>
                  </a:lnTo>
                  <a:lnTo>
                    <a:pt x="4217716" y="4072784"/>
                  </a:lnTo>
                  <a:lnTo>
                    <a:pt x="4239601" y="4074894"/>
                  </a:lnTo>
                  <a:lnTo>
                    <a:pt x="4263835" y="4077461"/>
                  </a:lnTo>
                  <a:lnTo>
                    <a:pt x="4290398" y="4080428"/>
                  </a:lnTo>
                  <a:lnTo>
                    <a:pt x="4318515" y="4083649"/>
                  </a:lnTo>
                  <a:lnTo>
                    <a:pt x="4346891" y="4086912"/>
                  </a:lnTo>
                  <a:lnTo>
                    <a:pt x="4374142" y="4089993"/>
                  </a:lnTo>
                  <a:lnTo>
                    <a:pt x="4399266" y="4092716"/>
                  </a:lnTo>
                  <a:lnTo>
                    <a:pt x="4421955" y="4094993"/>
                  </a:lnTo>
                  <a:lnTo>
                    <a:pt x="4429662" y="4095707"/>
                  </a:lnTo>
                  <a:lnTo>
                    <a:pt x="4453817" y="4097650"/>
                  </a:lnTo>
                  <a:lnTo>
                    <a:pt x="4477938" y="4099048"/>
                  </a:lnTo>
                  <a:lnTo>
                    <a:pt x="4504677" y="4100062"/>
                  </a:lnTo>
                  <a:lnTo>
                    <a:pt x="4534127" y="4100785"/>
                  </a:lnTo>
                  <a:lnTo>
                    <a:pt x="4560651" y="4101231"/>
                  </a:lnTo>
                  <a:lnTo>
                    <a:pt x="4575414" y="4101412"/>
                  </a:lnTo>
                  <a:lnTo>
                    <a:pt x="4578024" y="4101437"/>
                  </a:lnTo>
                  <a:lnTo>
                    <a:pt x="4832359" y="4101437"/>
                  </a:lnTo>
                  <a:lnTo>
                    <a:pt x="4835120" y="4101391"/>
                  </a:lnTo>
                  <a:lnTo>
                    <a:pt x="4850150" y="4101063"/>
                  </a:lnTo>
                  <a:lnTo>
                    <a:pt x="4876794" y="4100268"/>
                  </a:lnTo>
                  <a:lnTo>
                    <a:pt x="4906203" y="4098983"/>
                  </a:lnTo>
                  <a:lnTo>
                    <a:pt x="4932863" y="4097186"/>
                  </a:lnTo>
                  <a:lnTo>
                    <a:pt x="4956942" y="4094707"/>
                  </a:lnTo>
                  <a:lnTo>
                    <a:pt x="4980720" y="4091323"/>
                  </a:lnTo>
                  <a:lnTo>
                    <a:pt x="5002467" y="4087624"/>
                  </a:lnTo>
                  <a:lnTo>
                    <a:pt x="5026532" y="4083128"/>
                  </a:lnTo>
                  <a:lnTo>
                    <a:pt x="5052905" y="4077932"/>
                  </a:lnTo>
                  <a:lnTo>
                    <a:pt x="5080833" y="4072286"/>
                  </a:lnTo>
                  <a:lnTo>
                    <a:pt x="5109050" y="4066559"/>
                  </a:lnTo>
                  <a:lnTo>
                    <a:pt x="5136194" y="4061138"/>
                  </a:lnTo>
                  <a:lnTo>
                    <a:pt x="5161261" y="4056332"/>
                  </a:lnTo>
                  <a:lnTo>
                    <a:pt x="5183917" y="4052301"/>
                  </a:lnTo>
                  <a:lnTo>
                    <a:pt x="5192666" y="4050867"/>
                  </a:lnTo>
                  <a:lnTo>
                    <a:pt x="5216802" y="4047439"/>
                  </a:lnTo>
                  <a:lnTo>
                    <a:pt x="5240903" y="4044973"/>
                  </a:lnTo>
                  <a:lnTo>
                    <a:pt x="5267614" y="4043184"/>
                  </a:lnTo>
                  <a:lnTo>
                    <a:pt x="5297039" y="4041907"/>
                  </a:lnTo>
                  <a:lnTo>
                    <a:pt x="5323569" y="4041118"/>
                  </a:lnTo>
                  <a:lnTo>
                    <a:pt x="5338383" y="4040797"/>
                  </a:lnTo>
                  <a:lnTo>
                    <a:pt x="5341028" y="4040753"/>
                  </a:lnTo>
                  <a:lnTo>
                    <a:pt x="5595363" y="4040753"/>
                  </a:lnTo>
                  <a:lnTo>
                    <a:pt x="5597966" y="4040558"/>
                  </a:lnTo>
                  <a:lnTo>
                    <a:pt x="5612252" y="4039186"/>
                  </a:lnTo>
                  <a:lnTo>
                    <a:pt x="5637973" y="4035826"/>
                  </a:lnTo>
                  <a:lnTo>
                    <a:pt x="5666847" y="4030371"/>
                  </a:lnTo>
                  <a:lnTo>
                    <a:pt x="5693264" y="4022761"/>
                  </a:lnTo>
                  <a:lnTo>
                    <a:pt x="5717014" y="4012346"/>
                  </a:lnTo>
                  <a:lnTo>
                    <a:pt x="5740499" y="3997951"/>
                  </a:lnTo>
                  <a:lnTo>
                    <a:pt x="5743725" y="3995693"/>
                  </a:lnTo>
                  <a:lnTo>
                    <a:pt x="5762762" y="3981366"/>
                  </a:lnTo>
                  <a:lnTo>
                    <a:pt x="5783569" y="3964274"/>
                  </a:lnTo>
                  <a:lnTo>
                    <a:pt x="5806234" y="3944624"/>
                  </a:lnTo>
                  <a:lnTo>
                    <a:pt x="5830382" y="3923043"/>
                  </a:lnTo>
                  <a:lnTo>
                    <a:pt x="5855260" y="3900534"/>
                  </a:lnTo>
                  <a:lnTo>
                    <a:pt x="5879923" y="3878297"/>
                  </a:lnTo>
                  <a:lnTo>
                    <a:pt x="5903484" y="3857473"/>
                  </a:lnTo>
                  <a:lnTo>
                    <a:pt x="5925340" y="3838911"/>
                  </a:lnTo>
                  <a:lnTo>
                    <a:pt x="5945318" y="3823051"/>
                  </a:lnTo>
                  <a:lnTo>
                    <a:pt x="5955670" y="3815453"/>
                  </a:lnTo>
                  <a:lnTo>
                    <a:pt x="5979317" y="3800449"/>
                  </a:lnTo>
                  <a:lnTo>
                    <a:pt x="6002873" y="3789580"/>
                  </a:lnTo>
                  <a:lnTo>
                    <a:pt x="6028860" y="3781651"/>
                  </a:lnTo>
                  <a:lnTo>
                    <a:pt x="6057598" y="3775924"/>
                  </a:lnTo>
                  <a:lnTo>
                    <a:pt x="6084246" y="3772282"/>
                  </a:lnTo>
                  <a:lnTo>
                    <a:pt x="6100340" y="3770677"/>
                  </a:lnTo>
                  <a:lnTo>
                    <a:pt x="6104032" y="3770393"/>
                  </a:lnTo>
                  <a:lnTo>
                    <a:pt x="6358367" y="3770393"/>
                  </a:lnTo>
                  <a:lnTo>
                    <a:pt x="6358367" y="194511"/>
                  </a:lnTo>
                  <a:lnTo>
                    <a:pt x="6104032" y="194511"/>
                  </a:lnTo>
                  <a:lnTo>
                    <a:pt x="6101433" y="194708"/>
                  </a:lnTo>
                  <a:lnTo>
                    <a:pt x="6087168" y="196097"/>
                  </a:lnTo>
                  <a:lnTo>
                    <a:pt x="6061473" y="199498"/>
                  </a:lnTo>
                  <a:lnTo>
                    <a:pt x="6032614" y="205021"/>
                  </a:lnTo>
                  <a:lnTo>
                    <a:pt x="6006204" y="212726"/>
                  </a:lnTo>
                  <a:lnTo>
                    <a:pt x="5982462" y="223269"/>
                  </a:lnTo>
                  <a:lnTo>
                    <a:pt x="5958996" y="237838"/>
                  </a:lnTo>
                  <a:lnTo>
                    <a:pt x="5955670" y="240198"/>
                  </a:lnTo>
                  <a:lnTo>
                    <a:pt x="5936691" y="254677"/>
                  </a:lnTo>
                  <a:lnTo>
                    <a:pt x="5915953" y="271945"/>
                  </a:lnTo>
                  <a:lnTo>
                    <a:pt x="5893367" y="291794"/>
                  </a:lnTo>
                  <a:lnTo>
                    <a:pt x="5869301" y="313596"/>
                  </a:lnTo>
                  <a:lnTo>
                    <a:pt x="5844499" y="336347"/>
                  </a:lnTo>
                  <a:lnTo>
                    <a:pt x="5819896" y="358842"/>
                  </a:lnTo>
                  <a:lnTo>
                    <a:pt x="5796377" y="379931"/>
                  </a:lnTo>
                  <a:lnTo>
                    <a:pt x="5774544" y="398753"/>
                  </a:lnTo>
                  <a:lnTo>
                    <a:pt x="5754579" y="414857"/>
                  </a:lnTo>
                  <a:lnTo>
                    <a:pt x="5743725" y="422947"/>
                  </a:lnTo>
                  <a:lnTo>
                    <a:pt x="5720091" y="438152"/>
                  </a:lnTo>
                  <a:lnTo>
                    <a:pt x="5696551" y="449169"/>
                  </a:lnTo>
                  <a:lnTo>
                    <a:pt x="5670584" y="457207"/>
                  </a:lnTo>
                  <a:lnTo>
                    <a:pt x="5641865" y="463015"/>
                  </a:lnTo>
                  <a:lnTo>
                    <a:pt x="5615216" y="466711"/>
                  </a:lnTo>
                  <a:lnTo>
                    <a:pt x="5599087" y="468343"/>
                  </a:lnTo>
                  <a:lnTo>
                    <a:pt x="5595363" y="468634"/>
                  </a:lnTo>
                  <a:lnTo>
                    <a:pt x="5341028" y="468634"/>
                  </a:lnTo>
                  <a:lnTo>
                    <a:pt x="5338561" y="468378"/>
                  </a:lnTo>
                  <a:lnTo>
                    <a:pt x="5324925" y="466572"/>
                  </a:lnTo>
                  <a:lnTo>
                    <a:pt x="5300037" y="462121"/>
                  </a:lnTo>
                  <a:lnTo>
                    <a:pt x="5271668" y="454859"/>
                  </a:lnTo>
                  <a:lnTo>
                    <a:pt x="5245477" y="444741"/>
                  </a:lnTo>
                  <a:lnTo>
                    <a:pt x="5221997" y="430987"/>
                  </a:lnTo>
                  <a:lnTo>
                    <a:pt x="5199071" y="412086"/>
                  </a:lnTo>
                  <a:lnTo>
                    <a:pt x="5192666" y="405928"/>
                  </a:lnTo>
                  <a:lnTo>
                    <a:pt x="5175204" y="387718"/>
                  </a:lnTo>
                  <a:lnTo>
                    <a:pt x="5156259" y="366242"/>
                  </a:lnTo>
                  <a:lnTo>
                    <a:pt x="5135721" y="341672"/>
                  </a:lnTo>
                  <a:lnTo>
                    <a:pt x="5113812" y="314598"/>
                  </a:lnTo>
                  <a:lnTo>
                    <a:pt x="5091052" y="286012"/>
                  </a:lnTo>
                  <a:lnTo>
                    <a:pt x="5068149" y="257174"/>
                  </a:lnTo>
                  <a:lnTo>
                    <a:pt x="5045843" y="229390"/>
                  </a:lnTo>
                  <a:lnTo>
                    <a:pt x="5024741" y="203777"/>
                  </a:lnTo>
                  <a:lnTo>
                    <a:pt x="5005186" y="181084"/>
                  </a:lnTo>
                  <a:lnTo>
                    <a:pt x="4987196" y="161639"/>
                  </a:lnTo>
                  <a:lnTo>
                    <a:pt x="4980720" y="155106"/>
                  </a:lnTo>
                  <a:lnTo>
                    <a:pt x="4957509" y="134562"/>
                  </a:lnTo>
                  <a:lnTo>
                    <a:pt x="4934437" y="119588"/>
                  </a:lnTo>
                  <a:lnTo>
                    <a:pt x="4909089" y="108604"/>
                  </a:lnTo>
                  <a:lnTo>
                    <a:pt x="4880984" y="100599"/>
                  </a:lnTo>
                  <a:lnTo>
                    <a:pt x="4854328" y="95380"/>
                  </a:lnTo>
                  <a:lnTo>
                    <a:pt x="4837169" y="92929"/>
                  </a:lnTo>
                  <a:lnTo>
                    <a:pt x="4832359" y="92400"/>
                  </a:lnTo>
                  <a:lnTo>
                    <a:pt x="4578024" y="92400"/>
                  </a:lnTo>
                  <a:lnTo>
                    <a:pt x="4575274" y="92330"/>
                  </a:lnTo>
                  <a:lnTo>
                    <a:pt x="4560300" y="91833"/>
                  </a:lnTo>
                  <a:lnTo>
                    <a:pt x="4533723" y="90626"/>
                  </a:lnTo>
                  <a:lnTo>
                    <a:pt x="4504352" y="88677"/>
                  </a:lnTo>
                  <a:lnTo>
                    <a:pt x="4477710" y="85951"/>
                  </a:lnTo>
                  <a:lnTo>
                    <a:pt x="4453655" y="82193"/>
                  </a:lnTo>
                  <a:lnTo>
                    <a:pt x="4429662" y="77000"/>
                  </a:lnTo>
                  <a:lnTo>
                    <a:pt x="4408173" y="71438"/>
                  </a:lnTo>
                  <a:lnTo>
                    <a:pt x="4384419" y="64689"/>
                  </a:lnTo>
                  <a:lnTo>
                    <a:pt x="4358400" y="56891"/>
                  </a:lnTo>
                  <a:lnTo>
                    <a:pt x="4330825" y="48409"/>
                  </a:lnTo>
                  <a:lnTo>
                    <a:pt x="4302904" y="39777"/>
                  </a:lnTo>
                  <a:lnTo>
                    <a:pt x="4275965" y="31571"/>
                  </a:lnTo>
                  <a:lnTo>
                    <a:pt x="4251010" y="24256"/>
                  </a:lnTo>
                  <a:lnTo>
                    <a:pt x="4228414" y="18086"/>
                  </a:lnTo>
                  <a:lnTo>
                    <a:pt x="4217716" y="15400"/>
                  </a:lnTo>
                  <a:lnTo>
                    <a:pt x="4193616" y="10187"/>
                  </a:lnTo>
                  <a:lnTo>
                    <a:pt x="4169556" y="6434"/>
                  </a:lnTo>
                  <a:lnTo>
                    <a:pt x="4142898" y="3713"/>
                  </a:lnTo>
                  <a:lnTo>
                    <a:pt x="4113523" y="1766"/>
                  </a:lnTo>
                  <a:lnTo>
                    <a:pt x="4086979" y="563"/>
                  </a:lnTo>
                  <a:lnTo>
                    <a:pt x="4072069" y="69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310" y="119"/>
                  </a:lnTo>
                  <a:lnTo>
                    <a:pt x="3797523" y="962"/>
                  </a:lnTo>
                  <a:lnTo>
                    <a:pt x="3771177" y="3016"/>
                  </a:lnTo>
                  <a:lnTo>
                    <a:pt x="3741938" y="6337"/>
                  </a:lnTo>
                  <a:lnTo>
                    <a:pt x="3715355" y="10977"/>
                  </a:lnTo>
                  <a:lnTo>
                    <a:pt x="3691386" y="17363"/>
                  </a:lnTo>
                  <a:lnTo>
                    <a:pt x="3667452" y="26221"/>
                  </a:lnTo>
                  <a:lnTo>
                    <a:pt x="3666658" y="26551"/>
                  </a:lnTo>
                  <a:lnTo>
                    <a:pt x="3645959" y="35770"/>
                  </a:lnTo>
                  <a:lnTo>
                    <a:pt x="3623161" y="46896"/>
                  </a:lnTo>
                  <a:lnTo>
                    <a:pt x="3598227" y="59736"/>
                  </a:lnTo>
                  <a:lnTo>
                    <a:pt x="3571745" y="73754"/>
                  </a:lnTo>
                  <a:lnTo>
                    <a:pt x="3544765" y="88143"/>
                  </a:lnTo>
                  <a:lnTo>
                    <a:pt x="3518495" y="102002"/>
                  </a:lnTo>
                  <a:lnTo>
                    <a:pt x="3493921" y="114561"/>
                  </a:lnTo>
                  <a:lnTo>
                    <a:pt x="3471524" y="125347"/>
                  </a:lnTo>
                  <a:lnTo>
                    <a:pt x="3454712" y="132757"/>
                  </a:lnTo>
                  <a:lnTo>
                    <a:pt x="3430735" y="141705"/>
                  </a:lnTo>
                  <a:lnTo>
                    <a:pt x="3406811" y="148158"/>
                  </a:lnTo>
                  <a:lnTo>
                    <a:pt x="3380335" y="152845"/>
                  </a:lnTo>
                  <a:lnTo>
                    <a:pt x="3351130" y="156206"/>
                  </a:lnTo>
                  <a:lnTo>
                    <a:pt x="3324549" y="158301"/>
                  </a:lnTo>
                  <a:lnTo>
                    <a:pt x="3309311" y="159177"/>
                  </a:lnTo>
                  <a:lnTo>
                    <a:pt x="3306350" y="159309"/>
                  </a:lnTo>
                  <a:lnTo>
                    <a:pt x="3052016" y="159309"/>
                  </a:lnTo>
                  <a:lnTo>
                    <a:pt x="3049329" y="159449"/>
                  </a:lnTo>
                  <a:lnTo>
                    <a:pt x="3034648" y="160432"/>
                  </a:lnTo>
                  <a:lnTo>
                    <a:pt x="3008433" y="162831"/>
                  </a:lnTo>
                  <a:lnTo>
                    <a:pt x="2979270" y="166713"/>
                  </a:lnTo>
                  <a:lnTo>
                    <a:pt x="2952722" y="172136"/>
                  </a:lnTo>
                  <a:lnTo>
                    <a:pt x="2928800" y="179590"/>
                  </a:lnTo>
                  <a:lnTo>
                    <a:pt x="2904962" y="189922"/>
                  </a:lnTo>
                  <a:lnTo>
                    <a:pt x="2903654" y="190562"/>
                  </a:lnTo>
                  <a:lnTo>
                    <a:pt x="2883355" y="201192"/>
                  </a:lnTo>
                  <a:lnTo>
                    <a:pt x="2861038" y="213987"/>
                  </a:lnTo>
                  <a:lnTo>
                    <a:pt x="2836652" y="228741"/>
                  </a:lnTo>
                  <a:lnTo>
                    <a:pt x="2810727" y="244876"/>
                  </a:lnTo>
                  <a:lnTo>
                    <a:pt x="2784239" y="261506"/>
                  </a:lnTo>
                  <a:lnTo>
                    <a:pt x="2758331" y="277626"/>
                  </a:lnTo>
                  <a:lnTo>
                    <a:pt x="2733974" y="292354"/>
                  </a:lnTo>
                  <a:lnTo>
                    <a:pt x="2711689" y="305118"/>
                  </a:lnTo>
                  <a:lnTo>
                    <a:pt x="2691708" y="315573"/>
                  </a:lnTo>
                  <a:lnTo>
                    <a:pt x="2667800" y="326078"/>
                  </a:lnTo>
                  <a:lnTo>
                    <a:pt x="2643955" y="333661"/>
                  </a:lnTo>
                  <a:lnTo>
                    <a:pt x="2617582" y="339175"/>
                  </a:lnTo>
                  <a:lnTo>
                    <a:pt x="2588474" y="343135"/>
                  </a:lnTo>
                  <a:lnTo>
                    <a:pt x="2561875" y="345613"/>
                  </a:lnTo>
                  <a:lnTo>
                    <a:pt x="2546453" y="346662"/>
                  </a:lnTo>
                  <a:lnTo>
                    <a:pt x="2543346" y="346826"/>
                  </a:lnTo>
                  <a:lnTo>
                    <a:pt x="2289012" y="346826"/>
                  </a:lnTo>
                  <a:lnTo>
                    <a:pt x="2286292" y="346935"/>
                  </a:lnTo>
                  <a:lnTo>
                    <a:pt x="2271458" y="347708"/>
                  </a:lnTo>
                  <a:lnTo>
                    <a:pt x="2245055" y="349589"/>
                  </a:lnTo>
                  <a:lnTo>
                    <a:pt x="2215783" y="352630"/>
                  </a:lnTo>
                  <a:lnTo>
                    <a:pt x="2189185" y="356879"/>
                  </a:lnTo>
                  <a:lnTo>
                    <a:pt x="2165195" y="362729"/>
                  </a:lnTo>
                  <a:lnTo>
                    <a:pt x="2141218" y="370848"/>
                  </a:lnTo>
                  <a:lnTo>
                    <a:pt x="2140650" y="371064"/>
                  </a:lnTo>
                  <a:lnTo>
                    <a:pt x="2119766" y="379560"/>
                  </a:lnTo>
                  <a:lnTo>
                    <a:pt x="2096744" y="389825"/>
                  </a:lnTo>
                  <a:lnTo>
                    <a:pt x="2071556" y="401675"/>
                  </a:lnTo>
                  <a:lnTo>
                    <a:pt x="2044816" y="414603"/>
                  </a:lnTo>
                  <a:lnTo>
                    <a:pt x="2017613" y="427847"/>
                  </a:lnTo>
                  <a:lnTo>
                    <a:pt x="1991180" y="440564"/>
                  </a:lnTo>
                  <a:lnTo>
                    <a:pt x="1966511" y="452045"/>
                  </a:lnTo>
                  <a:lnTo>
                    <a:pt x="1944066" y="461863"/>
                  </a:lnTo>
                  <a:lnTo>
                    <a:pt x="1928704" y="468019"/>
                  </a:lnTo>
                  <a:lnTo>
                    <a:pt x="1904696" y="476196"/>
                  </a:lnTo>
                  <a:lnTo>
                    <a:pt x="1880738" y="482091"/>
                  </a:lnTo>
                  <a:lnTo>
                    <a:pt x="1854217" y="486371"/>
                  </a:lnTo>
                  <a:lnTo>
                    <a:pt x="1824970" y="489438"/>
                  </a:lnTo>
                  <a:lnTo>
                    <a:pt x="1798397" y="491346"/>
                  </a:lnTo>
                  <a:lnTo>
                    <a:pt x="1783241" y="492140"/>
                  </a:lnTo>
                  <a:lnTo>
                    <a:pt x="1780342" y="492258"/>
                  </a:lnTo>
                  <a:lnTo>
                    <a:pt x="1526008" y="492258"/>
                  </a:lnTo>
                  <a:lnTo>
                    <a:pt x="1523282" y="492155"/>
                  </a:lnTo>
                  <a:lnTo>
                    <a:pt x="1508420" y="491430"/>
                  </a:lnTo>
                  <a:lnTo>
                    <a:pt x="1481980" y="489664"/>
                  </a:lnTo>
                  <a:lnTo>
                    <a:pt x="1452689" y="486810"/>
                  </a:lnTo>
                  <a:lnTo>
                    <a:pt x="1426082" y="482821"/>
                  </a:lnTo>
                  <a:lnTo>
                    <a:pt x="1402079" y="477328"/>
                  </a:lnTo>
                  <a:lnTo>
                    <a:pt x="1378076" y="469703"/>
                  </a:lnTo>
                  <a:lnTo>
                    <a:pt x="1377646" y="469550"/>
                  </a:lnTo>
                  <a:lnTo>
                    <a:pt x="1356644" y="461544"/>
                  </a:lnTo>
                  <a:lnTo>
                    <a:pt x="1333481" y="451862"/>
                  </a:lnTo>
                  <a:lnTo>
                    <a:pt x="1308132" y="440683"/>
                  </a:lnTo>
                  <a:lnTo>
                    <a:pt x="1281229" y="428494"/>
                  </a:lnTo>
                  <a:lnTo>
                    <a:pt x="1253885" y="416023"/>
                  </a:lnTo>
                  <a:lnTo>
                    <a:pt x="1227351" y="404071"/>
                  </a:lnTo>
                  <a:lnTo>
                    <a:pt x="1202624" y="393308"/>
                  </a:lnTo>
                  <a:lnTo>
                    <a:pt x="1180148" y="384127"/>
                  </a:lnTo>
                  <a:lnTo>
                    <a:pt x="1165700" y="378717"/>
                  </a:lnTo>
                  <a:lnTo>
                    <a:pt x="1141673" y="371051"/>
                  </a:lnTo>
                  <a:lnTo>
                    <a:pt x="1117695" y="365526"/>
                  </a:lnTo>
                  <a:lnTo>
                    <a:pt x="1091146" y="361516"/>
                  </a:lnTo>
                  <a:lnTo>
                    <a:pt x="1061872" y="358643"/>
                  </a:lnTo>
                  <a:lnTo>
                    <a:pt x="1035305" y="356858"/>
                  </a:lnTo>
                  <a:lnTo>
                    <a:pt x="1020199" y="356117"/>
                  </a:lnTo>
                  <a:lnTo>
                    <a:pt x="1017338" y="356009"/>
                  </a:lnTo>
                  <a:lnTo>
                    <a:pt x="763004" y="356009"/>
                  </a:lnTo>
                  <a:lnTo>
                    <a:pt x="760264" y="356094"/>
                  </a:lnTo>
                  <a:lnTo>
                    <a:pt x="745335" y="356695"/>
                  </a:lnTo>
                  <a:lnTo>
                    <a:pt x="718815" y="358158"/>
                  </a:lnTo>
                  <a:lnTo>
                    <a:pt x="689476" y="360522"/>
                  </a:lnTo>
                  <a:lnTo>
                    <a:pt x="662848" y="363827"/>
                  </a:lnTo>
                  <a:lnTo>
                    <a:pt x="638815" y="368380"/>
                  </a:lnTo>
                  <a:lnTo>
                    <a:pt x="614642" y="374735"/>
                  </a:lnTo>
                  <a:lnTo>
                    <a:pt x="593358" y="381431"/>
                  </a:lnTo>
                  <a:lnTo>
                    <a:pt x="569853" y="389544"/>
                  </a:lnTo>
                  <a:lnTo>
                    <a:pt x="544116" y="398915"/>
                  </a:lnTo>
                  <a:lnTo>
                    <a:pt x="516824" y="409120"/>
                  </a:lnTo>
                  <a:lnTo>
                    <a:pt x="489144" y="419528"/>
                  </a:lnTo>
                  <a:lnTo>
                    <a:pt x="462373" y="429456"/>
                  </a:lnTo>
                  <a:lnTo>
                    <a:pt x="437511" y="438345"/>
                  </a:lnTo>
                  <a:lnTo>
                    <a:pt x="414964" y="445878"/>
                  </a:lnTo>
                  <a:lnTo>
                    <a:pt x="402696" y="449643"/>
                  </a:lnTo>
                  <a:lnTo>
                    <a:pt x="378626" y="455974"/>
                  </a:lnTo>
                  <a:lnTo>
                    <a:pt x="354599" y="460535"/>
                  </a:lnTo>
                  <a:lnTo>
                    <a:pt x="327986" y="463843"/>
                  </a:lnTo>
                  <a:lnTo>
                    <a:pt x="298652" y="466211"/>
                  </a:lnTo>
                  <a:lnTo>
                    <a:pt x="272099" y="467678"/>
                  </a:lnTo>
                  <a:lnTo>
                    <a:pt x="257108" y="468283"/>
                  </a:lnTo>
                  <a:lnTo>
                    <a:pt x="254334" y="468369"/>
                  </a:lnTo>
                  <a:lnTo>
                    <a:pt x="0" y="468369"/>
                  </a:lnTo>
                  <a:close/>
                </a:path>
              </a:pathLst>
            </a:custGeom>
            <a:solidFill>
              <a:srgbClr val="E47920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949593" y="3228450"/>
              <a:ext cx="6358367" cy="2360474"/>
            </a:xfrm>
            <a:custGeom>
              <a:avLst/>
              <a:pathLst>
                <a:path w="6358367" h="2360474">
                  <a:moveTo>
                    <a:pt x="0" y="2360474"/>
                  </a:moveTo>
                  <a:lnTo>
                    <a:pt x="254334" y="2360474"/>
                  </a:lnTo>
                  <a:lnTo>
                    <a:pt x="257068" y="2360380"/>
                  </a:lnTo>
                  <a:lnTo>
                    <a:pt x="271968" y="2359722"/>
                  </a:lnTo>
                  <a:lnTo>
                    <a:pt x="298452" y="2358120"/>
                  </a:lnTo>
                  <a:lnTo>
                    <a:pt x="327771" y="2355530"/>
                  </a:lnTo>
                  <a:lnTo>
                    <a:pt x="354389" y="2351910"/>
                  </a:lnTo>
                  <a:lnTo>
                    <a:pt x="378409" y="2346923"/>
                  </a:lnTo>
                  <a:lnTo>
                    <a:pt x="402447" y="2339999"/>
                  </a:lnTo>
                  <a:lnTo>
                    <a:pt x="402696" y="2339919"/>
                  </a:lnTo>
                  <a:lnTo>
                    <a:pt x="423855" y="2332615"/>
                  </a:lnTo>
                  <a:lnTo>
                    <a:pt x="447208" y="2323772"/>
                  </a:lnTo>
                  <a:lnTo>
                    <a:pt x="472773" y="2313560"/>
                  </a:lnTo>
                  <a:lnTo>
                    <a:pt x="499893" y="2302433"/>
                  </a:lnTo>
                  <a:lnTo>
                    <a:pt x="527424" y="2291069"/>
                  </a:lnTo>
                  <a:lnTo>
                    <a:pt x="554091" y="2280205"/>
                  </a:lnTo>
                  <a:lnTo>
                    <a:pt x="578894" y="2270454"/>
                  </a:lnTo>
                  <a:lnTo>
                    <a:pt x="601410" y="2262166"/>
                  </a:lnTo>
                  <a:lnTo>
                    <a:pt x="614642" y="2257697"/>
                  </a:lnTo>
                  <a:lnTo>
                    <a:pt x="638693" y="2250752"/>
                  </a:lnTo>
                  <a:lnTo>
                    <a:pt x="662699" y="2245748"/>
                  </a:lnTo>
                  <a:lnTo>
                    <a:pt x="689284" y="2242117"/>
                  </a:lnTo>
                  <a:lnTo>
                    <a:pt x="718591" y="2239517"/>
                  </a:lnTo>
                  <a:lnTo>
                    <a:pt x="745151" y="2237904"/>
                  </a:lnTo>
                  <a:lnTo>
                    <a:pt x="760192" y="2237238"/>
                  </a:lnTo>
                  <a:lnTo>
                    <a:pt x="763004" y="2237141"/>
                  </a:lnTo>
                  <a:lnTo>
                    <a:pt x="1017338" y="2237141"/>
                  </a:lnTo>
                  <a:lnTo>
                    <a:pt x="1018078" y="2236832"/>
                  </a:lnTo>
                  <a:lnTo>
                    <a:pt x="1022629" y="2234609"/>
                  </a:lnTo>
                  <a:lnTo>
                    <a:pt x="1032858" y="2228612"/>
                  </a:lnTo>
                  <a:lnTo>
                    <a:pt x="1048202" y="2217613"/>
                  </a:lnTo>
                  <a:lnTo>
                    <a:pt x="1066407" y="2201292"/>
                  </a:lnTo>
                  <a:lnTo>
                    <a:pt x="1085081" y="2179804"/>
                  </a:lnTo>
                  <a:lnTo>
                    <a:pt x="1102771" y="2153097"/>
                  </a:lnTo>
                  <a:lnTo>
                    <a:pt x="1119093" y="2120480"/>
                  </a:lnTo>
                  <a:lnTo>
                    <a:pt x="1134383" y="2080524"/>
                  </a:lnTo>
                  <a:lnTo>
                    <a:pt x="1149330" y="2031240"/>
                  </a:lnTo>
                  <a:lnTo>
                    <a:pt x="1164676" y="1970695"/>
                  </a:lnTo>
                  <a:lnTo>
                    <a:pt x="1165700" y="1966352"/>
                  </a:lnTo>
                  <a:lnTo>
                    <a:pt x="1175061" y="1925189"/>
                  </a:lnTo>
                  <a:lnTo>
                    <a:pt x="1184820" y="1879865"/>
                  </a:lnTo>
                  <a:lnTo>
                    <a:pt x="1195032" y="1830316"/>
                  </a:lnTo>
                  <a:lnTo>
                    <a:pt x="1205725" y="1776621"/>
                  </a:lnTo>
                  <a:lnTo>
                    <a:pt x="1216893" y="1719013"/>
                  </a:lnTo>
                  <a:lnTo>
                    <a:pt x="1228502" y="1657895"/>
                  </a:lnTo>
                  <a:lnTo>
                    <a:pt x="1240490" y="1593832"/>
                  </a:lnTo>
                  <a:lnTo>
                    <a:pt x="1252767" y="1527539"/>
                  </a:lnTo>
                  <a:lnTo>
                    <a:pt x="1265228" y="1459849"/>
                  </a:lnTo>
                  <a:lnTo>
                    <a:pt x="1277753" y="1391676"/>
                  </a:lnTo>
                  <a:lnTo>
                    <a:pt x="1290218" y="1323959"/>
                  </a:lnTo>
                  <a:lnTo>
                    <a:pt x="1302503" y="1257613"/>
                  </a:lnTo>
                  <a:lnTo>
                    <a:pt x="1314500" y="1193474"/>
                  </a:lnTo>
                  <a:lnTo>
                    <a:pt x="1326121" y="1132261"/>
                  </a:lnTo>
                  <a:lnTo>
                    <a:pt x="1337302" y="1074545"/>
                  </a:lnTo>
                  <a:lnTo>
                    <a:pt x="1348009" y="1020732"/>
                  </a:lnTo>
                  <a:lnTo>
                    <a:pt x="1358236" y="971061"/>
                  </a:lnTo>
                  <a:lnTo>
                    <a:pt x="1368007" y="925614"/>
                  </a:lnTo>
                  <a:lnTo>
                    <a:pt x="1377378" y="884332"/>
                  </a:lnTo>
                  <a:lnTo>
                    <a:pt x="1377646" y="883192"/>
                  </a:lnTo>
                  <a:lnTo>
                    <a:pt x="1393039" y="821874"/>
                  </a:lnTo>
                  <a:lnTo>
                    <a:pt x="1407991" y="771912"/>
                  </a:lnTo>
                  <a:lnTo>
                    <a:pt x="1423236" y="731415"/>
                  </a:lnTo>
                  <a:lnTo>
                    <a:pt x="1439475" y="698372"/>
                  </a:lnTo>
                  <a:lnTo>
                    <a:pt x="1457078" y="671311"/>
                  </a:lnTo>
                  <a:lnTo>
                    <a:pt x="1475720" y="649491"/>
                  </a:lnTo>
                  <a:lnTo>
                    <a:pt x="1494021" y="632828"/>
                  </a:lnTo>
                  <a:lnTo>
                    <a:pt x="1509629" y="621485"/>
                  </a:lnTo>
                  <a:lnTo>
                    <a:pt x="1520232" y="615191"/>
                  </a:lnTo>
                  <a:lnTo>
                    <a:pt x="1525120" y="612776"/>
                  </a:lnTo>
                  <a:lnTo>
                    <a:pt x="1526008" y="612402"/>
                  </a:lnTo>
                  <a:lnTo>
                    <a:pt x="1780342" y="612402"/>
                  </a:lnTo>
                  <a:lnTo>
                    <a:pt x="1781530" y="612693"/>
                  </a:lnTo>
                  <a:lnTo>
                    <a:pt x="1788608" y="614781"/>
                  </a:lnTo>
                  <a:lnTo>
                    <a:pt x="1803555" y="620275"/>
                  </a:lnTo>
                  <a:lnTo>
                    <a:pt x="1824050" y="629939"/>
                  </a:lnTo>
                  <a:lnTo>
                    <a:pt x="1846091" y="643752"/>
                  </a:lnTo>
                  <a:lnTo>
                    <a:pt x="1866959" y="661705"/>
                  </a:lnTo>
                  <a:lnTo>
                    <a:pt x="1885964" y="684436"/>
                  </a:lnTo>
                  <a:lnTo>
                    <a:pt x="1903758" y="713374"/>
                  </a:lnTo>
                  <a:lnTo>
                    <a:pt x="1921527" y="750426"/>
                  </a:lnTo>
                  <a:lnTo>
                    <a:pt x="1928704" y="767430"/>
                  </a:lnTo>
                  <a:lnTo>
                    <a:pt x="1940926" y="798470"/>
                  </a:lnTo>
                  <a:lnTo>
                    <a:pt x="1953849" y="833547"/>
                  </a:lnTo>
                  <a:lnTo>
                    <a:pt x="1967565" y="872662"/>
                  </a:lnTo>
                  <a:lnTo>
                    <a:pt x="1982083" y="915570"/>
                  </a:lnTo>
                  <a:lnTo>
                    <a:pt x="1997323" y="961763"/>
                  </a:lnTo>
                  <a:lnTo>
                    <a:pt x="2013131" y="1010468"/>
                  </a:lnTo>
                  <a:lnTo>
                    <a:pt x="2029288" y="1060693"/>
                  </a:lnTo>
                  <a:lnTo>
                    <a:pt x="2045534" y="1111307"/>
                  </a:lnTo>
                  <a:lnTo>
                    <a:pt x="2061600" y="1161142"/>
                  </a:lnTo>
                  <a:lnTo>
                    <a:pt x="2077239" y="1209101"/>
                  </a:lnTo>
                  <a:lnTo>
                    <a:pt x="2092250" y="1254261"/>
                  </a:lnTo>
                  <a:lnTo>
                    <a:pt x="2106502" y="1295935"/>
                  </a:lnTo>
                  <a:lnTo>
                    <a:pt x="2119946" y="1333703"/>
                  </a:lnTo>
                  <a:lnTo>
                    <a:pt x="2132617" y="1367408"/>
                  </a:lnTo>
                  <a:lnTo>
                    <a:pt x="2140650" y="1387544"/>
                  </a:lnTo>
                  <a:lnTo>
                    <a:pt x="2158722" y="1428200"/>
                  </a:lnTo>
                  <a:lnTo>
                    <a:pt x="2176358" y="1460078"/>
                  </a:lnTo>
                  <a:lnTo>
                    <a:pt x="2194768" y="1485024"/>
                  </a:lnTo>
                  <a:lnTo>
                    <a:pt x="2214896" y="1504721"/>
                  </a:lnTo>
                  <a:lnTo>
                    <a:pt x="2236684" y="1520125"/>
                  </a:lnTo>
                  <a:lnTo>
                    <a:pt x="2258233" y="1531431"/>
                  </a:lnTo>
                  <a:lnTo>
                    <a:pt x="2275797" y="1538519"/>
                  </a:lnTo>
                  <a:lnTo>
                    <a:pt x="2285975" y="1541781"/>
                  </a:lnTo>
                  <a:lnTo>
                    <a:pt x="2289012" y="1542573"/>
                  </a:lnTo>
                  <a:lnTo>
                    <a:pt x="2543346" y="1542573"/>
                  </a:lnTo>
                  <a:lnTo>
                    <a:pt x="2545738" y="1542854"/>
                  </a:lnTo>
                  <a:lnTo>
                    <a:pt x="2559013" y="1544844"/>
                  </a:lnTo>
                  <a:lnTo>
                    <a:pt x="2583428" y="1549765"/>
                  </a:lnTo>
                  <a:lnTo>
                    <a:pt x="2611502" y="1557818"/>
                  </a:lnTo>
                  <a:lnTo>
                    <a:pt x="2637561" y="1569033"/>
                  </a:lnTo>
                  <a:lnTo>
                    <a:pt x="2660897" y="1584220"/>
                  </a:lnTo>
                  <a:lnTo>
                    <a:pt x="2683526" y="1605017"/>
                  </a:lnTo>
                  <a:lnTo>
                    <a:pt x="2691708" y="1613897"/>
                  </a:lnTo>
                  <a:lnTo>
                    <a:pt x="2708468" y="1633738"/>
                  </a:lnTo>
                  <a:lnTo>
                    <a:pt x="2726588" y="1657012"/>
                  </a:lnTo>
                  <a:lnTo>
                    <a:pt x="2746187" y="1683571"/>
                  </a:lnTo>
                  <a:lnTo>
                    <a:pt x="2767092" y="1712858"/>
                  </a:lnTo>
                  <a:lnTo>
                    <a:pt x="2788874" y="1743922"/>
                  </a:lnTo>
                  <a:lnTo>
                    <a:pt x="2810923" y="1775520"/>
                  </a:lnTo>
                  <a:lnTo>
                    <a:pt x="2832574" y="1806319"/>
                  </a:lnTo>
                  <a:lnTo>
                    <a:pt x="2853242" y="1835121"/>
                  </a:lnTo>
                  <a:lnTo>
                    <a:pt x="2872548" y="1861048"/>
                  </a:lnTo>
                  <a:lnTo>
                    <a:pt x="2890374" y="1883630"/>
                  </a:lnTo>
                  <a:lnTo>
                    <a:pt x="2903654" y="1899195"/>
                  </a:lnTo>
                  <a:lnTo>
                    <a:pt x="2926619" y="1922346"/>
                  </a:lnTo>
                  <a:lnTo>
                    <a:pt x="2949420" y="1939280"/>
                  </a:lnTo>
                  <a:lnTo>
                    <a:pt x="2974411" y="1951740"/>
                  </a:lnTo>
                  <a:lnTo>
                    <a:pt x="3002151" y="1960864"/>
                  </a:lnTo>
                  <a:lnTo>
                    <a:pt x="3028775" y="1966892"/>
                  </a:lnTo>
                  <a:lnTo>
                    <a:pt x="3046495" y="1969821"/>
                  </a:lnTo>
                  <a:lnTo>
                    <a:pt x="3052016" y="1970520"/>
                  </a:lnTo>
                  <a:lnTo>
                    <a:pt x="3306350" y="1970520"/>
                  </a:lnTo>
                  <a:lnTo>
                    <a:pt x="3309120" y="1970533"/>
                  </a:lnTo>
                  <a:lnTo>
                    <a:pt x="3324189" y="1970624"/>
                  </a:lnTo>
                  <a:lnTo>
                    <a:pt x="3350881" y="1970847"/>
                  </a:lnTo>
                  <a:lnTo>
                    <a:pt x="3380316" y="1971206"/>
                  </a:lnTo>
                  <a:lnTo>
                    <a:pt x="3406989" y="1971708"/>
                  </a:lnTo>
                  <a:lnTo>
                    <a:pt x="3431086" y="1972402"/>
                  </a:lnTo>
                  <a:lnTo>
                    <a:pt x="3454712" y="1973340"/>
                  </a:lnTo>
                  <a:lnTo>
                    <a:pt x="3476648" y="1974381"/>
                  </a:lnTo>
                  <a:lnTo>
                    <a:pt x="3500943" y="1975648"/>
                  </a:lnTo>
                  <a:lnTo>
                    <a:pt x="3527575" y="1977112"/>
                  </a:lnTo>
                  <a:lnTo>
                    <a:pt x="3555761" y="1978702"/>
                  </a:lnTo>
                  <a:lnTo>
                    <a:pt x="3584195" y="1980311"/>
                  </a:lnTo>
                  <a:lnTo>
                    <a:pt x="3611485" y="1981828"/>
                  </a:lnTo>
                  <a:lnTo>
                    <a:pt x="3636630" y="1983169"/>
                  </a:lnTo>
                  <a:lnTo>
                    <a:pt x="3659330" y="1984288"/>
                  </a:lnTo>
                  <a:lnTo>
                    <a:pt x="3666658" y="1984621"/>
                  </a:lnTo>
                  <a:lnTo>
                    <a:pt x="3690819" y="1985578"/>
                  </a:lnTo>
                  <a:lnTo>
                    <a:pt x="3714948" y="1986266"/>
                  </a:lnTo>
                  <a:lnTo>
                    <a:pt x="3741697" y="1986765"/>
                  </a:lnTo>
                  <a:lnTo>
                    <a:pt x="3771157" y="1987121"/>
                  </a:lnTo>
                  <a:lnTo>
                    <a:pt x="3797678" y="1987341"/>
                  </a:lnTo>
                  <a:lnTo>
                    <a:pt x="3812423" y="1987430"/>
                  </a:lnTo>
                  <a:lnTo>
                    <a:pt x="3815020" y="1987442"/>
                  </a:lnTo>
                  <a:lnTo>
                    <a:pt x="4069355" y="1987442"/>
                  </a:lnTo>
                  <a:lnTo>
                    <a:pt x="4072107" y="1987508"/>
                  </a:lnTo>
                  <a:lnTo>
                    <a:pt x="4087093" y="1987975"/>
                  </a:lnTo>
                  <a:lnTo>
                    <a:pt x="4113683" y="1989111"/>
                  </a:lnTo>
                  <a:lnTo>
                    <a:pt x="4143061" y="1990945"/>
                  </a:lnTo>
                  <a:lnTo>
                    <a:pt x="4169708" y="1993509"/>
                  </a:lnTo>
                  <a:lnTo>
                    <a:pt x="4193767" y="1997044"/>
                  </a:lnTo>
                  <a:lnTo>
                    <a:pt x="4217716" y="2001918"/>
                  </a:lnTo>
                  <a:lnTo>
                    <a:pt x="4239257" y="2007159"/>
                  </a:lnTo>
                  <a:lnTo>
                    <a:pt x="4263073" y="2013521"/>
                  </a:lnTo>
                  <a:lnTo>
                    <a:pt x="4289163" y="2020872"/>
                  </a:lnTo>
                  <a:lnTo>
                    <a:pt x="4316809" y="2028867"/>
                  </a:lnTo>
                  <a:lnTo>
                    <a:pt x="4344789" y="2036998"/>
                  </a:lnTo>
                  <a:lnTo>
                    <a:pt x="4371770" y="2044720"/>
                  </a:lnTo>
                  <a:lnTo>
                    <a:pt x="4396748" y="2051597"/>
                  </a:lnTo>
                  <a:lnTo>
                    <a:pt x="4419356" y="2057391"/>
                  </a:lnTo>
                  <a:lnTo>
                    <a:pt x="4429662" y="2059821"/>
                  </a:lnTo>
                  <a:lnTo>
                    <a:pt x="4453769" y="2064722"/>
                  </a:lnTo>
                  <a:lnTo>
                    <a:pt x="4477838" y="2068250"/>
                  </a:lnTo>
                  <a:lnTo>
                    <a:pt x="4504507" y="2070808"/>
                  </a:lnTo>
                  <a:lnTo>
                    <a:pt x="4533892" y="2072638"/>
                  </a:lnTo>
                  <a:lnTo>
                    <a:pt x="4560433" y="2073768"/>
                  </a:lnTo>
                  <a:lnTo>
                    <a:pt x="4575323" y="2074231"/>
                  </a:lnTo>
                  <a:lnTo>
                    <a:pt x="4578024" y="2074296"/>
                  </a:lnTo>
                  <a:lnTo>
                    <a:pt x="4832359" y="2074296"/>
                  </a:lnTo>
                  <a:lnTo>
                    <a:pt x="4835123" y="2074335"/>
                  </a:lnTo>
                  <a:lnTo>
                    <a:pt x="4850166" y="2074604"/>
                  </a:lnTo>
                  <a:lnTo>
                    <a:pt x="4876827" y="2075260"/>
                  </a:lnTo>
                  <a:lnTo>
                    <a:pt x="4906245" y="2076318"/>
                  </a:lnTo>
                  <a:lnTo>
                    <a:pt x="4932910" y="2077798"/>
                  </a:lnTo>
                  <a:lnTo>
                    <a:pt x="4956995" y="2079839"/>
                  </a:lnTo>
                  <a:lnTo>
                    <a:pt x="4980720" y="2082618"/>
                  </a:lnTo>
                  <a:lnTo>
                    <a:pt x="5002532" y="2085671"/>
                  </a:lnTo>
                  <a:lnTo>
                    <a:pt x="5026677" y="2089383"/>
                  </a:lnTo>
                  <a:lnTo>
                    <a:pt x="5053139" y="2093673"/>
                  </a:lnTo>
                  <a:lnTo>
                    <a:pt x="5081156" y="2098334"/>
                  </a:lnTo>
                  <a:lnTo>
                    <a:pt x="5109449" y="2103058"/>
                  </a:lnTo>
                  <a:lnTo>
                    <a:pt x="5136644" y="2107524"/>
                  </a:lnTo>
                  <a:lnTo>
                    <a:pt x="5161738" y="2111479"/>
                  </a:lnTo>
                  <a:lnTo>
                    <a:pt x="5184410" y="2114790"/>
                  </a:lnTo>
                  <a:lnTo>
                    <a:pt x="5192666" y="2115902"/>
                  </a:lnTo>
                  <a:lnTo>
                    <a:pt x="5216811" y="2118723"/>
                  </a:lnTo>
                  <a:lnTo>
                    <a:pt x="5240922" y="2120752"/>
                  </a:lnTo>
                  <a:lnTo>
                    <a:pt x="5267646" y="2122224"/>
                  </a:lnTo>
                  <a:lnTo>
                    <a:pt x="5297083" y="2123275"/>
                  </a:lnTo>
                  <a:lnTo>
                    <a:pt x="5323610" y="2123923"/>
                  </a:lnTo>
                  <a:lnTo>
                    <a:pt x="5338400" y="2124186"/>
                  </a:lnTo>
                  <a:lnTo>
                    <a:pt x="5341028" y="2124223"/>
                  </a:lnTo>
                  <a:lnTo>
                    <a:pt x="5595363" y="2124223"/>
                  </a:lnTo>
                  <a:lnTo>
                    <a:pt x="5598126" y="2124264"/>
                  </a:lnTo>
                  <a:lnTo>
                    <a:pt x="5613164" y="2124556"/>
                  </a:lnTo>
                  <a:lnTo>
                    <a:pt x="5639819" y="2125266"/>
                  </a:lnTo>
                  <a:lnTo>
                    <a:pt x="5669234" y="2126412"/>
                  </a:lnTo>
                  <a:lnTo>
                    <a:pt x="5695897" y="2128014"/>
                  </a:lnTo>
                  <a:lnTo>
                    <a:pt x="5719980" y="2130224"/>
                  </a:lnTo>
                  <a:lnTo>
                    <a:pt x="5743725" y="2133236"/>
                  </a:lnTo>
                  <a:lnTo>
                    <a:pt x="5765512" y="2136540"/>
                  </a:lnTo>
                  <a:lnTo>
                    <a:pt x="5789628" y="2140555"/>
                  </a:lnTo>
                  <a:lnTo>
                    <a:pt x="5816058" y="2145197"/>
                  </a:lnTo>
                  <a:lnTo>
                    <a:pt x="5844042" y="2150239"/>
                  </a:lnTo>
                  <a:lnTo>
                    <a:pt x="5872308" y="2155352"/>
                  </a:lnTo>
                  <a:lnTo>
                    <a:pt x="5899484" y="2160187"/>
                  </a:lnTo>
                  <a:lnTo>
                    <a:pt x="5924568" y="2164470"/>
                  </a:lnTo>
                  <a:lnTo>
                    <a:pt x="5947234" y="2168059"/>
                  </a:lnTo>
                  <a:lnTo>
                    <a:pt x="5955670" y="2169290"/>
                  </a:lnTo>
                  <a:lnTo>
                    <a:pt x="5979812" y="2172346"/>
                  </a:lnTo>
                  <a:lnTo>
                    <a:pt x="6003919" y="2174544"/>
                  </a:lnTo>
                  <a:lnTo>
                    <a:pt x="6030639" y="2176137"/>
                  </a:lnTo>
                  <a:lnTo>
                    <a:pt x="6060071" y="2177276"/>
                  </a:lnTo>
                  <a:lnTo>
                    <a:pt x="6086600" y="2177978"/>
                  </a:lnTo>
                  <a:lnTo>
                    <a:pt x="6101398" y="2178264"/>
                  </a:lnTo>
                  <a:lnTo>
                    <a:pt x="6104032" y="2178304"/>
                  </a:lnTo>
                  <a:lnTo>
                    <a:pt x="6358367" y="2178304"/>
                  </a:lnTo>
                  <a:lnTo>
                    <a:pt x="6358367" y="1300707"/>
                  </a:lnTo>
                  <a:lnTo>
                    <a:pt x="6104032" y="1300707"/>
                  </a:lnTo>
                  <a:lnTo>
                    <a:pt x="6101429" y="1300902"/>
                  </a:lnTo>
                  <a:lnTo>
                    <a:pt x="6087143" y="1302274"/>
                  </a:lnTo>
                  <a:lnTo>
                    <a:pt x="6061422" y="1305635"/>
                  </a:lnTo>
                  <a:lnTo>
                    <a:pt x="6032548" y="1311089"/>
                  </a:lnTo>
                  <a:lnTo>
                    <a:pt x="6006130" y="1318699"/>
                  </a:lnTo>
                  <a:lnTo>
                    <a:pt x="5982380" y="1329114"/>
                  </a:lnTo>
                  <a:lnTo>
                    <a:pt x="5958896" y="1343509"/>
                  </a:lnTo>
                  <a:lnTo>
                    <a:pt x="5955670" y="1345767"/>
                  </a:lnTo>
                  <a:lnTo>
                    <a:pt x="5936633" y="1360094"/>
                  </a:lnTo>
                  <a:lnTo>
                    <a:pt x="5915826" y="1377186"/>
                  </a:lnTo>
                  <a:lnTo>
                    <a:pt x="5893161" y="1396836"/>
                  </a:lnTo>
                  <a:lnTo>
                    <a:pt x="5869013" y="1418417"/>
                  </a:lnTo>
                  <a:lnTo>
                    <a:pt x="5844135" y="1440926"/>
                  </a:lnTo>
                  <a:lnTo>
                    <a:pt x="5819471" y="1463163"/>
                  </a:lnTo>
                  <a:lnTo>
                    <a:pt x="5795911" y="1483987"/>
                  </a:lnTo>
                  <a:lnTo>
                    <a:pt x="5774055" y="1502549"/>
                  </a:lnTo>
                  <a:lnTo>
                    <a:pt x="5754076" y="1518409"/>
                  </a:lnTo>
                  <a:lnTo>
                    <a:pt x="5743725" y="1526007"/>
                  </a:lnTo>
                  <a:lnTo>
                    <a:pt x="5720077" y="1541011"/>
                  </a:lnTo>
                  <a:lnTo>
                    <a:pt x="5696522" y="1551880"/>
                  </a:lnTo>
                  <a:lnTo>
                    <a:pt x="5670535" y="1559809"/>
                  </a:lnTo>
                  <a:lnTo>
                    <a:pt x="5641796" y="1565536"/>
                  </a:lnTo>
                  <a:lnTo>
                    <a:pt x="5615149" y="1569178"/>
                  </a:lnTo>
                  <a:lnTo>
                    <a:pt x="5599055" y="1570783"/>
                  </a:lnTo>
                  <a:lnTo>
                    <a:pt x="5595363" y="1571067"/>
                  </a:lnTo>
                  <a:lnTo>
                    <a:pt x="5341028" y="1571067"/>
                  </a:lnTo>
                  <a:lnTo>
                    <a:pt x="5338266" y="1571114"/>
                  </a:lnTo>
                  <a:lnTo>
                    <a:pt x="5323237" y="1571441"/>
                  </a:lnTo>
                  <a:lnTo>
                    <a:pt x="5296592" y="1572237"/>
                  </a:lnTo>
                  <a:lnTo>
                    <a:pt x="5267184" y="1573522"/>
                  </a:lnTo>
                  <a:lnTo>
                    <a:pt x="5240524" y="1575319"/>
                  </a:lnTo>
                  <a:lnTo>
                    <a:pt x="5216444" y="1577798"/>
                  </a:lnTo>
                  <a:lnTo>
                    <a:pt x="5192666" y="1581181"/>
                  </a:lnTo>
                  <a:lnTo>
                    <a:pt x="5170920" y="1584881"/>
                  </a:lnTo>
                  <a:lnTo>
                    <a:pt x="5146854" y="1589377"/>
                  </a:lnTo>
                  <a:lnTo>
                    <a:pt x="5120482" y="1594573"/>
                  </a:lnTo>
                  <a:lnTo>
                    <a:pt x="5092554" y="1600218"/>
                  </a:lnTo>
                  <a:lnTo>
                    <a:pt x="5064336" y="1605946"/>
                  </a:lnTo>
                  <a:lnTo>
                    <a:pt x="5037192" y="1611367"/>
                  </a:lnTo>
                  <a:lnTo>
                    <a:pt x="5012126" y="1616173"/>
                  </a:lnTo>
                  <a:lnTo>
                    <a:pt x="4989469" y="1620204"/>
                  </a:lnTo>
                  <a:lnTo>
                    <a:pt x="4980720" y="1621638"/>
                  </a:lnTo>
                  <a:lnTo>
                    <a:pt x="4956585" y="1625066"/>
                  </a:lnTo>
                  <a:lnTo>
                    <a:pt x="4932484" y="1627532"/>
                  </a:lnTo>
                  <a:lnTo>
                    <a:pt x="4905772" y="1629320"/>
                  </a:lnTo>
                  <a:lnTo>
                    <a:pt x="4876348" y="1630598"/>
                  </a:lnTo>
                  <a:lnTo>
                    <a:pt x="4849817" y="1631386"/>
                  </a:lnTo>
                  <a:lnTo>
                    <a:pt x="4835004" y="1631707"/>
                  </a:lnTo>
                  <a:lnTo>
                    <a:pt x="4832359" y="1631752"/>
                  </a:lnTo>
                  <a:lnTo>
                    <a:pt x="4578024" y="1631752"/>
                  </a:lnTo>
                  <a:lnTo>
                    <a:pt x="4575256" y="1631726"/>
                  </a:lnTo>
                  <a:lnTo>
                    <a:pt x="4560198" y="1631540"/>
                  </a:lnTo>
                  <a:lnTo>
                    <a:pt x="4533519" y="1631088"/>
                  </a:lnTo>
                  <a:lnTo>
                    <a:pt x="4504090" y="1630358"/>
                  </a:lnTo>
                  <a:lnTo>
                    <a:pt x="4477421" y="1629338"/>
                  </a:lnTo>
                  <a:lnTo>
                    <a:pt x="4453328" y="1627931"/>
                  </a:lnTo>
                  <a:lnTo>
                    <a:pt x="4429662" y="1626021"/>
                  </a:lnTo>
                  <a:lnTo>
                    <a:pt x="4407777" y="1623911"/>
                  </a:lnTo>
                  <a:lnTo>
                    <a:pt x="4383544" y="1621345"/>
                  </a:lnTo>
                  <a:lnTo>
                    <a:pt x="4356981" y="1618377"/>
                  </a:lnTo>
                  <a:lnTo>
                    <a:pt x="4328864" y="1615156"/>
                  </a:lnTo>
                  <a:lnTo>
                    <a:pt x="4300488" y="1611893"/>
                  </a:lnTo>
                  <a:lnTo>
                    <a:pt x="4273236" y="1608812"/>
                  </a:lnTo>
                  <a:lnTo>
                    <a:pt x="4248112" y="1606089"/>
                  </a:lnTo>
                  <a:lnTo>
                    <a:pt x="4225424" y="1603812"/>
                  </a:lnTo>
                  <a:lnTo>
                    <a:pt x="4217716" y="1603099"/>
                  </a:lnTo>
                  <a:lnTo>
                    <a:pt x="4193562" y="1601155"/>
                  </a:lnTo>
                  <a:lnTo>
                    <a:pt x="4169440" y="1599757"/>
                  </a:lnTo>
                  <a:lnTo>
                    <a:pt x="4142701" y="1598744"/>
                  </a:lnTo>
                  <a:lnTo>
                    <a:pt x="4113251" y="1598020"/>
                  </a:lnTo>
                  <a:lnTo>
                    <a:pt x="4086727" y="1597574"/>
                  </a:lnTo>
                  <a:lnTo>
                    <a:pt x="4071964" y="1597393"/>
                  </a:lnTo>
                  <a:lnTo>
                    <a:pt x="4069355" y="1597368"/>
                  </a:lnTo>
                  <a:lnTo>
                    <a:pt x="3815020" y="1597368"/>
                  </a:lnTo>
                  <a:lnTo>
                    <a:pt x="3812305" y="1597253"/>
                  </a:lnTo>
                  <a:lnTo>
                    <a:pt x="3797494" y="1596446"/>
                  </a:lnTo>
                  <a:lnTo>
                    <a:pt x="3771119" y="1594478"/>
                  </a:lnTo>
                  <a:lnTo>
                    <a:pt x="3741863" y="1591296"/>
                  </a:lnTo>
                  <a:lnTo>
                    <a:pt x="3715273" y="1586850"/>
                  </a:lnTo>
                  <a:lnTo>
                    <a:pt x="3691293" y="1580731"/>
                  </a:lnTo>
                  <a:lnTo>
                    <a:pt x="3667337" y="1572241"/>
                  </a:lnTo>
                  <a:lnTo>
                    <a:pt x="3666658" y="1571970"/>
                  </a:lnTo>
                  <a:lnTo>
                    <a:pt x="3645866" y="1563110"/>
                  </a:lnTo>
                  <a:lnTo>
                    <a:pt x="3622954" y="1552410"/>
                  </a:lnTo>
                  <a:lnTo>
                    <a:pt x="3597892" y="1540060"/>
                  </a:lnTo>
                  <a:lnTo>
                    <a:pt x="3571280" y="1526582"/>
                  </a:lnTo>
                  <a:lnTo>
                    <a:pt x="3544187" y="1512761"/>
                  </a:lnTo>
                  <a:lnTo>
                    <a:pt x="3517835" y="1499469"/>
                  </a:lnTo>
                  <a:lnTo>
                    <a:pt x="3493212" y="1487447"/>
                  </a:lnTo>
                  <a:lnTo>
                    <a:pt x="3470791" y="1477144"/>
                  </a:lnTo>
                  <a:lnTo>
                    <a:pt x="3454712" y="1470379"/>
                  </a:lnTo>
                  <a:lnTo>
                    <a:pt x="3430719" y="1461815"/>
                  </a:lnTo>
                  <a:lnTo>
                    <a:pt x="3406778" y="1455641"/>
                  </a:lnTo>
                  <a:lnTo>
                    <a:pt x="3380279" y="1451157"/>
                  </a:lnTo>
                  <a:lnTo>
                    <a:pt x="3351052" y="1447942"/>
                  </a:lnTo>
                  <a:lnTo>
                    <a:pt x="3324476" y="1445941"/>
                  </a:lnTo>
                  <a:lnTo>
                    <a:pt x="3309280" y="1445106"/>
                  </a:lnTo>
                  <a:lnTo>
                    <a:pt x="3306350" y="1444981"/>
                  </a:lnTo>
                  <a:lnTo>
                    <a:pt x="3052016" y="1444981"/>
                  </a:lnTo>
                  <a:lnTo>
                    <a:pt x="3050757" y="1444698"/>
                  </a:lnTo>
                  <a:lnTo>
                    <a:pt x="3043291" y="1442672"/>
                  </a:lnTo>
                  <a:lnTo>
                    <a:pt x="3027668" y="1437362"/>
                  </a:lnTo>
                  <a:lnTo>
                    <a:pt x="3006517" y="1428074"/>
                  </a:lnTo>
                  <a:lnTo>
                    <a:pt x="2984057" y="1414853"/>
                  </a:lnTo>
                  <a:lnTo>
                    <a:pt x="2962976" y="1397664"/>
                  </a:lnTo>
                  <a:lnTo>
                    <a:pt x="2943803" y="1375802"/>
                  </a:lnTo>
                  <a:lnTo>
                    <a:pt x="2925730" y="1347790"/>
                  </a:lnTo>
                  <a:lnTo>
                    <a:pt x="2907478" y="1311783"/>
                  </a:lnTo>
                  <a:lnTo>
                    <a:pt x="2903654" y="1303392"/>
                  </a:lnTo>
                  <a:lnTo>
                    <a:pt x="2890917" y="1273803"/>
                  </a:lnTo>
                  <a:lnTo>
                    <a:pt x="2877415" y="1240214"/>
                  </a:lnTo>
                  <a:lnTo>
                    <a:pt x="2863049" y="1202642"/>
                  </a:lnTo>
                  <a:lnTo>
                    <a:pt x="2847821" y="1161364"/>
                  </a:lnTo>
                  <a:lnTo>
                    <a:pt x="2831833" y="1116945"/>
                  </a:lnTo>
                  <a:lnTo>
                    <a:pt x="2815274" y="1070227"/>
                  </a:lnTo>
                  <a:lnTo>
                    <a:pt x="2798403" y="1022271"/>
                  </a:lnTo>
                  <a:lnTo>
                    <a:pt x="2781520" y="974264"/>
                  </a:lnTo>
                  <a:lnTo>
                    <a:pt x="2764924" y="927397"/>
                  </a:lnTo>
                  <a:lnTo>
                    <a:pt x="2748878" y="882745"/>
                  </a:lnTo>
                  <a:lnTo>
                    <a:pt x="2733580" y="841173"/>
                  </a:lnTo>
                  <a:lnTo>
                    <a:pt x="2719139" y="803269"/>
                  </a:lnTo>
                  <a:lnTo>
                    <a:pt x="2705566" y="769337"/>
                  </a:lnTo>
                  <a:lnTo>
                    <a:pt x="2692770" y="739411"/>
                  </a:lnTo>
                  <a:lnTo>
                    <a:pt x="2691708" y="737038"/>
                  </a:lnTo>
                  <a:lnTo>
                    <a:pt x="2673276" y="699237"/>
                  </a:lnTo>
                  <a:lnTo>
                    <a:pt x="2655272" y="669751"/>
                  </a:lnTo>
                  <a:lnTo>
                    <a:pt x="2636414" y="646782"/>
                  </a:lnTo>
                  <a:lnTo>
                    <a:pt x="2615734" y="628730"/>
                  </a:lnTo>
                  <a:lnTo>
                    <a:pt x="2593413" y="614724"/>
                  </a:lnTo>
                  <a:lnTo>
                    <a:pt x="2571675" y="604625"/>
                  </a:lnTo>
                  <a:lnTo>
                    <a:pt x="2554608" y="598532"/>
                  </a:lnTo>
                  <a:lnTo>
                    <a:pt x="2545480" y="595945"/>
                  </a:lnTo>
                  <a:lnTo>
                    <a:pt x="2543346" y="595450"/>
                  </a:lnTo>
                  <a:lnTo>
                    <a:pt x="2289012" y="595450"/>
                  </a:lnTo>
                  <a:lnTo>
                    <a:pt x="2287509" y="595211"/>
                  </a:lnTo>
                  <a:lnTo>
                    <a:pt x="2278736" y="593503"/>
                  </a:lnTo>
                  <a:lnTo>
                    <a:pt x="2260924" y="589086"/>
                  </a:lnTo>
                  <a:lnTo>
                    <a:pt x="2237778" y="581499"/>
                  </a:lnTo>
                  <a:lnTo>
                    <a:pt x="2214139" y="570816"/>
                  </a:lnTo>
                  <a:lnTo>
                    <a:pt x="2192457" y="556870"/>
                  </a:lnTo>
                  <a:lnTo>
                    <a:pt x="2172692" y="538831"/>
                  </a:lnTo>
                  <a:lnTo>
                    <a:pt x="2153543" y="515261"/>
                  </a:lnTo>
                  <a:lnTo>
                    <a:pt x="2140650" y="496208"/>
                  </a:lnTo>
                  <a:lnTo>
                    <a:pt x="2125818" y="471909"/>
                  </a:lnTo>
                  <a:lnTo>
                    <a:pt x="2109932" y="443837"/>
                  </a:lnTo>
                  <a:lnTo>
                    <a:pt x="2092875" y="412075"/>
                  </a:lnTo>
                  <a:lnTo>
                    <a:pt x="2074712" y="377050"/>
                  </a:lnTo>
                  <a:lnTo>
                    <a:pt x="2055680" y="339551"/>
                  </a:lnTo>
                  <a:lnTo>
                    <a:pt x="2036155" y="300674"/>
                  </a:lnTo>
                  <a:lnTo>
                    <a:pt x="2016595" y="261698"/>
                  </a:lnTo>
                  <a:lnTo>
                    <a:pt x="1997462" y="223915"/>
                  </a:lnTo>
                  <a:lnTo>
                    <a:pt x="1979149" y="188459"/>
                  </a:lnTo>
                  <a:lnTo>
                    <a:pt x="1961917" y="156168"/>
                  </a:lnTo>
                  <a:lnTo>
                    <a:pt x="1945858" y="127527"/>
                  </a:lnTo>
                  <a:lnTo>
                    <a:pt x="1930882" y="102666"/>
                  </a:lnTo>
                  <a:lnTo>
                    <a:pt x="1928704" y="99241"/>
                  </a:lnTo>
                  <a:lnTo>
                    <a:pt x="1909127" y="71270"/>
                  </a:lnTo>
                  <a:lnTo>
                    <a:pt x="1889944" y="49805"/>
                  </a:lnTo>
                  <a:lnTo>
                    <a:pt x="1869622" y="33327"/>
                  </a:lnTo>
                  <a:lnTo>
                    <a:pt x="1847161" y="20572"/>
                  </a:lnTo>
                  <a:lnTo>
                    <a:pt x="1823263" y="10957"/>
                  </a:lnTo>
                  <a:lnTo>
                    <a:pt x="1801371" y="4474"/>
                  </a:lnTo>
                  <a:lnTo>
                    <a:pt x="1786496" y="1096"/>
                  </a:lnTo>
                  <a:lnTo>
                    <a:pt x="1780780" y="65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5406" y="302"/>
                  </a:lnTo>
                  <a:lnTo>
                    <a:pt x="1521666" y="2479"/>
                  </a:lnTo>
                  <a:lnTo>
                    <a:pt x="1513079" y="8394"/>
                  </a:lnTo>
                  <a:lnTo>
                    <a:pt x="1499778" y="19405"/>
                  </a:lnTo>
                  <a:lnTo>
                    <a:pt x="1483383" y="36021"/>
                  </a:lnTo>
                  <a:lnTo>
                    <a:pt x="1465936" y="58148"/>
                  </a:lnTo>
                  <a:lnTo>
                    <a:pt x="1448953" y="85681"/>
                  </a:lnTo>
                  <a:lnTo>
                    <a:pt x="1433105" y="118984"/>
                  </a:lnTo>
                  <a:lnTo>
                    <a:pt x="1418373" y="159091"/>
                  </a:lnTo>
                  <a:lnTo>
                    <a:pt x="1404332" y="207672"/>
                  </a:lnTo>
                  <a:lnTo>
                    <a:pt x="1390383" y="266775"/>
                  </a:lnTo>
                  <a:lnTo>
                    <a:pt x="1377646" y="329274"/>
                  </a:lnTo>
                  <a:lnTo>
                    <a:pt x="1369146" y="374596"/>
                  </a:lnTo>
                  <a:lnTo>
                    <a:pt x="1360323" y="424094"/>
                  </a:lnTo>
                  <a:lnTo>
                    <a:pt x="1351131" y="477842"/>
                  </a:lnTo>
                  <a:lnTo>
                    <a:pt x="1341544" y="535800"/>
                  </a:lnTo>
                  <a:lnTo>
                    <a:pt x="1331559" y="597800"/>
                  </a:lnTo>
                  <a:lnTo>
                    <a:pt x="1321193" y="663539"/>
                  </a:lnTo>
                  <a:lnTo>
                    <a:pt x="1310483" y="732571"/>
                  </a:lnTo>
                  <a:lnTo>
                    <a:pt x="1299485" y="804320"/>
                  </a:lnTo>
                  <a:lnTo>
                    <a:pt x="1288269" y="878093"/>
                  </a:lnTo>
                  <a:lnTo>
                    <a:pt x="1276918" y="953105"/>
                  </a:lnTo>
                  <a:lnTo>
                    <a:pt x="1265525" y="1028513"/>
                  </a:lnTo>
                  <a:lnTo>
                    <a:pt x="1254182" y="1103457"/>
                  </a:lnTo>
                  <a:lnTo>
                    <a:pt x="1242981" y="1177097"/>
                  </a:lnTo>
                  <a:lnTo>
                    <a:pt x="1232003" y="1248655"/>
                  </a:lnTo>
                  <a:lnTo>
                    <a:pt x="1221318" y="1317446"/>
                  </a:lnTo>
                  <a:lnTo>
                    <a:pt x="1210982" y="1382902"/>
                  </a:lnTo>
                  <a:lnTo>
                    <a:pt x="1201028" y="1444591"/>
                  </a:lnTo>
                  <a:lnTo>
                    <a:pt x="1191473" y="1502220"/>
                  </a:lnTo>
                  <a:lnTo>
                    <a:pt x="1182310" y="1555631"/>
                  </a:lnTo>
                  <a:lnTo>
                    <a:pt x="1173515" y="1604794"/>
                  </a:lnTo>
                  <a:lnTo>
                    <a:pt x="1165700" y="1646374"/>
                  </a:lnTo>
                  <a:lnTo>
                    <a:pt x="1151348" y="1716252"/>
                  </a:lnTo>
                  <a:lnTo>
                    <a:pt x="1137419" y="1774045"/>
                  </a:lnTo>
                  <a:lnTo>
                    <a:pt x="1123328" y="1821552"/>
                  </a:lnTo>
                  <a:lnTo>
                    <a:pt x="1108485" y="1860805"/>
                  </a:lnTo>
                  <a:lnTo>
                    <a:pt x="1092496" y="1893407"/>
                  </a:lnTo>
                  <a:lnTo>
                    <a:pt x="1075411" y="1920313"/>
                  </a:lnTo>
                  <a:lnTo>
                    <a:pt x="1057993" y="1941818"/>
                  </a:lnTo>
                  <a:lnTo>
                    <a:pt x="1041846" y="1957789"/>
                  </a:lnTo>
                  <a:lnTo>
                    <a:pt x="1029024" y="1968173"/>
                  </a:lnTo>
                  <a:lnTo>
                    <a:pt x="1021021" y="1973576"/>
                  </a:lnTo>
                  <a:lnTo>
                    <a:pt x="1017760" y="1975440"/>
                  </a:lnTo>
                  <a:lnTo>
                    <a:pt x="1017338" y="1975649"/>
                  </a:lnTo>
                  <a:lnTo>
                    <a:pt x="763004" y="1975649"/>
                  </a:lnTo>
                  <a:lnTo>
                    <a:pt x="760233" y="1975641"/>
                  </a:lnTo>
                  <a:lnTo>
                    <a:pt x="745163" y="1975585"/>
                  </a:lnTo>
                  <a:lnTo>
                    <a:pt x="718468" y="1975449"/>
                  </a:lnTo>
                  <a:lnTo>
                    <a:pt x="689032" y="1975229"/>
                  </a:lnTo>
                  <a:lnTo>
                    <a:pt x="662358" y="1974921"/>
                  </a:lnTo>
                  <a:lnTo>
                    <a:pt x="638260" y="1974497"/>
                  </a:lnTo>
                  <a:lnTo>
                    <a:pt x="614642" y="1973923"/>
                  </a:lnTo>
                  <a:lnTo>
                    <a:pt x="592696" y="1973285"/>
                  </a:lnTo>
                  <a:lnTo>
                    <a:pt x="568388" y="1972510"/>
                  </a:lnTo>
                  <a:lnTo>
                    <a:pt x="541742" y="1971613"/>
                  </a:lnTo>
                  <a:lnTo>
                    <a:pt x="513542" y="1970640"/>
                  </a:lnTo>
                  <a:lnTo>
                    <a:pt x="485097" y="1969655"/>
                  </a:lnTo>
                  <a:lnTo>
                    <a:pt x="457799" y="1968726"/>
                  </a:lnTo>
                  <a:lnTo>
                    <a:pt x="432650" y="1967905"/>
                  </a:lnTo>
                  <a:lnTo>
                    <a:pt x="409947" y="1967221"/>
                  </a:lnTo>
                  <a:lnTo>
                    <a:pt x="402696" y="1967019"/>
                  </a:lnTo>
                  <a:lnTo>
                    <a:pt x="378534" y="1966433"/>
                  </a:lnTo>
                  <a:lnTo>
                    <a:pt x="354403" y="1966012"/>
                  </a:lnTo>
                  <a:lnTo>
                    <a:pt x="327652" y="1965707"/>
                  </a:lnTo>
                  <a:lnTo>
                    <a:pt x="298191" y="1965489"/>
                  </a:lnTo>
                  <a:lnTo>
                    <a:pt x="271670" y="1965355"/>
                  </a:lnTo>
                  <a:lnTo>
                    <a:pt x="256928" y="1965300"/>
                  </a:lnTo>
                  <a:lnTo>
                    <a:pt x="254334" y="1965293"/>
                  </a:lnTo>
                  <a:lnTo>
                    <a:pt x="0" y="1965293"/>
                  </a:lnTo>
                  <a:close/>
                </a:path>
              </a:pathLst>
            </a:custGeom>
            <a:solidFill>
              <a:srgbClr val="E58F90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949593" y="3840852"/>
              <a:ext cx="6358367" cy="2234475"/>
            </a:xfrm>
            <a:custGeom>
              <a:avLst/>
              <a:pathLst>
                <a:path w="6358367" h="2234475">
                  <a:moveTo>
                    <a:pt x="0" y="2234475"/>
                  </a:moveTo>
                  <a:lnTo>
                    <a:pt x="254334" y="2234475"/>
                  </a:lnTo>
                  <a:lnTo>
                    <a:pt x="256903" y="2234262"/>
                  </a:lnTo>
                  <a:lnTo>
                    <a:pt x="271027" y="2232765"/>
                  </a:lnTo>
                  <a:lnTo>
                    <a:pt x="296542" y="2229092"/>
                  </a:lnTo>
                  <a:lnTo>
                    <a:pt x="325293" y="2223123"/>
                  </a:lnTo>
                  <a:lnTo>
                    <a:pt x="351655" y="2214797"/>
                  </a:lnTo>
                  <a:lnTo>
                    <a:pt x="375336" y="2203422"/>
                  </a:lnTo>
                  <a:lnTo>
                    <a:pt x="398678" y="2187722"/>
                  </a:lnTo>
                  <a:lnTo>
                    <a:pt x="402696" y="2184621"/>
                  </a:lnTo>
                  <a:lnTo>
                    <a:pt x="421292" y="2169156"/>
                  </a:lnTo>
                  <a:lnTo>
                    <a:pt x="441575" y="2150764"/>
                  </a:lnTo>
                  <a:lnTo>
                    <a:pt x="463642" y="2129645"/>
                  </a:lnTo>
                  <a:lnTo>
                    <a:pt x="487164" y="2106424"/>
                  </a:lnTo>
                  <a:lnTo>
                    <a:pt x="511460" y="2082116"/>
                  </a:lnTo>
                  <a:lnTo>
                    <a:pt x="535653" y="2057951"/>
                  </a:lnTo>
                  <a:lnTo>
                    <a:pt x="558892" y="2035135"/>
                  </a:lnTo>
                  <a:lnTo>
                    <a:pt x="580565" y="2014600"/>
                  </a:lnTo>
                  <a:lnTo>
                    <a:pt x="600437" y="1996875"/>
                  </a:lnTo>
                  <a:lnTo>
                    <a:pt x="614642" y="1985206"/>
                  </a:lnTo>
                  <a:lnTo>
                    <a:pt x="638181" y="1968672"/>
                  </a:lnTo>
                  <a:lnTo>
                    <a:pt x="661616" y="1956676"/>
                  </a:lnTo>
                  <a:lnTo>
                    <a:pt x="687444" y="1947913"/>
                  </a:lnTo>
                  <a:lnTo>
                    <a:pt x="716027" y="1941569"/>
                  </a:lnTo>
                  <a:lnTo>
                    <a:pt x="742685" y="1937509"/>
                  </a:lnTo>
                  <a:lnTo>
                    <a:pt x="759051" y="1935691"/>
                  </a:lnTo>
                  <a:lnTo>
                    <a:pt x="763004" y="1935352"/>
                  </a:lnTo>
                  <a:lnTo>
                    <a:pt x="1017338" y="1935352"/>
                  </a:lnTo>
                  <a:lnTo>
                    <a:pt x="1019552" y="1935022"/>
                  </a:lnTo>
                  <a:lnTo>
                    <a:pt x="1031959" y="1932689"/>
                  </a:lnTo>
                  <a:lnTo>
                    <a:pt x="1055204" y="1926869"/>
                  </a:lnTo>
                  <a:lnTo>
                    <a:pt x="1082514" y="1917271"/>
                  </a:lnTo>
                  <a:lnTo>
                    <a:pt x="1108231" y="1903910"/>
                  </a:lnTo>
                  <a:lnTo>
                    <a:pt x="1131237" y="1885976"/>
                  </a:lnTo>
                  <a:lnTo>
                    <a:pt x="1153192" y="1861647"/>
                  </a:lnTo>
                  <a:lnTo>
                    <a:pt x="1165700" y="1844739"/>
                  </a:lnTo>
                  <a:lnTo>
                    <a:pt x="1181073" y="1821708"/>
                  </a:lnTo>
                  <a:lnTo>
                    <a:pt x="1197582" y="1794984"/>
                  </a:lnTo>
                  <a:lnTo>
                    <a:pt x="1215347" y="1764669"/>
                  </a:lnTo>
                  <a:lnTo>
                    <a:pt x="1234277" y="1731229"/>
                  </a:lnTo>
                  <a:lnTo>
                    <a:pt x="1254089" y="1695505"/>
                  </a:lnTo>
                  <a:lnTo>
                    <a:pt x="1274346" y="1658644"/>
                  </a:lnTo>
                  <a:lnTo>
                    <a:pt x="1294534" y="1621959"/>
                  </a:lnTo>
                  <a:lnTo>
                    <a:pt x="1314151" y="1586735"/>
                  </a:lnTo>
                  <a:lnTo>
                    <a:pt x="1332794" y="1554051"/>
                  </a:lnTo>
                  <a:lnTo>
                    <a:pt x="1350229" y="1524652"/>
                  </a:lnTo>
                  <a:lnTo>
                    <a:pt x="1366419" y="1498904"/>
                  </a:lnTo>
                  <a:lnTo>
                    <a:pt x="1377646" y="1482288"/>
                  </a:lnTo>
                  <a:lnTo>
                    <a:pt x="1400006" y="1453554"/>
                  </a:lnTo>
                  <a:lnTo>
                    <a:pt x="1422147" y="1432357"/>
                  </a:lnTo>
                  <a:lnTo>
                    <a:pt x="1446269" y="1416643"/>
                  </a:lnTo>
                  <a:lnTo>
                    <a:pt x="1473096" y="1405003"/>
                  </a:lnTo>
                  <a:lnTo>
                    <a:pt x="1499527" y="1397079"/>
                  </a:lnTo>
                  <a:lnTo>
                    <a:pt x="1518497" y="1392925"/>
                  </a:lnTo>
                  <a:lnTo>
                    <a:pt x="1525608" y="1391730"/>
                  </a:lnTo>
                  <a:lnTo>
                    <a:pt x="1526008" y="1391676"/>
                  </a:lnTo>
                  <a:lnTo>
                    <a:pt x="1780342" y="1391676"/>
                  </a:lnTo>
                  <a:lnTo>
                    <a:pt x="1782750" y="1391952"/>
                  </a:lnTo>
                  <a:lnTo>
                    <a:pt x="1796101" y="1393906"/>
                  </a:lnTo>
                  <a:lnTo>
                    <a:pt x="1820617" y="1398733"/>
                  </a:lnTo>
                  <a:lnTo>
                    <a:pt x="1848754" y="1406627"/>
                  </a:lnTo>
                  <a:lnTo>
                    <a:pt x="1874842" y="1417623"/>
                  </a:lnTo>
                  <a:lnTo>
                    <a:pt x="1898209" y="1432524"/>
                  </a:lnTo>
                  <a:lnTo>
                    <a:pt x="1920899" y="1452945"/>
                  </a:lnTo>
                  <a:lnTo>
                    <a:pt x="1928704" y="1461217"/>
                  </a:lnTo>
                  <a:lnTo>
                    <a:pt x="1945605" y="1480733"/>
                  </a:lnTo>
                  <a:lnTo>
                    <a:pt x="1963890" y="1503650"/>
                  </a:lnTo>
                  <a:lnTo>
                    <a:pt x="1983677" y="1529816"/>
                  </a:lnTo>
                  <a:lnTo>
                    <a:pt x="2004784" y="1558667"/>
                  </a:lnTo>
                  <a:lnTo>
                    <a:pt x="2026764" y="1589241"/>
                  </a:lnTo>
                  <a:lnTo>
                    <a:pt x="2048988" y="1620291"/>
                  </a:lnTo>
                  <a:lnTo>
                    <a:pt x="2070774" y="1650487"/>
                  </a:lnTo>
                  <a:lnTo>
                    <a:pt x="2091536" y="1678645"/>
                  </a:lnTo>
                  <a:lnTo>
                    <a:pt x="2110895" y="1703913"/>
                  </a:lnTo>
                  <a:lnTo>
                    <a:pt x="2128755" y="1725848"/>
                  </a:lnTo>
                  <a:lnTo>
                    <a:pt x="2140650" y="1739385"/>
                  </a:lnTo>
                  <a:lnTo>
                    <a:pt x="2163667" y="1762003"/>
                  </a:lnTo>
                  <a:lnTo>
                    <a:pt x="2186526" y="1778534"/>
                  </a:lnTo>
                  <a:lnTo>
                    <a:pt x="2211592" y="1790689"/>
                  </a:lnTo>
                  <a:lnTo>
                    <a:pt x="2239411" y="1799582"/>
                  </a:lnTo>
                  <a:lnTo>
                    <a:pt x="2266043" y="1805440"/>
                  </a:lnTo>
                  <a:lnTo>
                    <a:pt x="2283647" y="1808267"/>
                  </a:lnTo>
                  <a:lnTo>
                    <a:pt x="2289012" y="1808927"/>
                  </a:lnTo>
                  <a:lnTo>
                    <a:pt x="2543346" y="1808927"/>
                  </a:lnTo>
                  <a:lnTo>
                    <a:pt x="2546008" y="1808768"/>
                  </a:lnTo>
                  <a:lnTo>
                    <a:pt x="2560571" y="1807652"/>
                  </a:lnTo>
                  <a:lnTo>
                    <a:pt x="2586639" y="1804924"/>
                  </a:lnTo>
                  <a:lnTo>
                    <a:pt x="2615717" y="1800506"/>
                  </a:lnTo>
                  <a:lnTo>
                    <a:pt x="2642227" y="1794338"/>
                  </a:lnTo>
                  <a:lnTo>
                    <a:pt x="2666097" y="1785870"/>
                  </a:lnTo>
                  <a:lnTo>
                    <a:pt x="2689828" y="1774142"/>
                  </a:lnTo>
                  <a:lnTo>
                    <a:pt x="2691708" y="1773089"/>
                  </a:lnTo>
                  <a:lnTo>
                    <a:pt x="2711596" y="1761158"/>
                  </a:lnTo>
                  <a:lnTo>
                    <a:pt x="2733420" y="1746839"/>
                  </a:lnTo>
                  <a:lnTo>
                    <a:pt x="2757245" y="1730342"/>
                  </a:lnTo>
                  <a:lnTo>
                    <a:pt x="2782594" y="1712273"/>
                  </a:lnTo>
                  <a:lnTo>
                    <a:pt x="2808568" y="1693574"/>
                  </a:lnTo>
                  <a:lnTo>
                    <a:pt x="2834087" y="1675332"/>
                  </a:lnTo>
                  <a:lnTo>
                    <a:pt x="2858205" y="1658528"/>
                  </a:lnTo>
                  <a:lnTo>
                    <a:pt x="2880364" y="1643830"/>
                  </a:lnTo>
                  <a:lnTo>
                    <a:pt x="2900538" y="1631513"/>
                  </a:lnTo>
                  <a:lnTo>
                    <a:pt x="2903654" y="1629737"/>
                  </a:lnTo>
                  <a:lnTo>
                    <a:pt x="2927484" y="1617724"/>
                  </a:lnTo>
                  <a:lnTo>
                    <a:pt x="2951243" y="1609044"/>
                  </a:lnTo>
                  <a:lnTo>
                    <a:pt x="2977501" y="1602726"/>
                  </a:lnTo>
                  <a:lnTo>
                    <a:pt x="3006500" y="1598181"/>
                  </a:lnTo>
                  <a:lnTo>
                    <a:pt x="3033117" y="1595322"/>
                  </a:lnTo>
                  <a:lnTo>
                    <a:pt x="3048741" y="1594098"/>
                  </a:lnTo>
                  <a:lnTo>
                    <a:pt x="3052016" y="1593899"/>
                  </a:lnTo>
                  <a:lnTo>
                    <a:pt x="3306350" y="1593899"/>
                  </a:lnTo>
                  <a:lnTo>
                    <a:pt x="3309105" y="1593838"/>
                  </a:lnTo>
                  <a:lnTo>
                    <a:pt x="3324104" y="1593407"/>
                  </a:lnTo>
                  <a:lnTo>
                    <a:pt x="3350710" y="1592357"/>
                  </a:lnTo>
                  <a:lnTo>
                    <a:pt x="3380097" y="1590663"/>
                  </a:lnTo>
                  <a:lnTo>
                    <a:pt x="3406747" y="1588294"/>
                  </a:lnTo>
                  <a:lnTo>
                    <a:pt x="3430812" y="1585027"/>
                  </a:lnTo>
                  <a:lnTo>
                    <a:pt x="3454712" y="1580536"/>
                  </a:lnTo>
                  <a:lnTo>
                    <a:pt x="3476311" y="1575684"/>
                  </a:lnTo>
                  <a:lnTo>
                    <a:pt x="3500198" y="1569792"/>
                  </a:lnTo>
                  <a:lnTo>
                    <a:pt x="3526368" y="1562983"/>
                  </a:lnTo>
                  <a:lnTo>
                    <a:pt x="3554094" y="1555581"/>
                  </a:lnTo>
                  <a:lnTo>
                    <a:pt x="3582143" y="1548057"/>
                  </a:lnTo>
                  <a:lnTo>
                    <a:pt x="3609170" y="1540919"/>
                  </a:lnTo>
                  <a:lnTo>
                    <a:pt x="3634173" y="1534570"/>
                  </a:lnTo>
                  <a:lnTo>
                    <a:pt x="3656796" y="1529228"/>
                  </a:lnTo>
                  <a:lnTo>
                    <a:pt x="3666658" y="1527084"/>
                  </a:lnTo>
                  <a:lnTo>
                    <a:pt x="3690774" y="1522559"/>
                  </a:lnTo>
                  <a:lnTo>
                    <a:pt x="3714852" y="1519302"/>
                  </a:lnTo>
                  <a:lnTo>
                    <a:pt x="3741533" y="1516939"/>
                  </a:lnTo>
                  <a:lnTo>
                    <a:pt x="3770929" y="1515251"/>
                  </a:lnTo>
                  <a:lnTo>
                    <a:pt x="3797467" y="1514208"/>
                  </a:lnTo>
                  <a:lnTo>
                    <a:pt x="3812335" y="1513781"/>
                  </a:lnTo>
                  <a:lnTo>
                    <a:pt x="3815020" y="1513721"/>
                  </a:lnTo>
                  <a:lnTo>
                    <a:pt x="4069355" y="1513721"/>
                  </a:lnTo>
                  <a:lnTo>
                    <a:pt x="4072109" y="1513784"/>
                  </a:lnTo>
                  <a:lnTo>
                    <a:pt x="4087105" y="1514223"/>
                  </a:lnTo>
                  <a:lnTo>
                    <a:pt x="4113707" y="1515291"/>
                  </a:lnTo>
                  <a:lnTo>
                    <a:pt x="4143093" y="1517016"/>
                  </a:lnTo>
                  <a:lnTo>
                    <a:pt x="4169742" y="1519428"/>
                  </a:lnTo>
                  <a:lnTo>
                    <a:pt x="4193806" y="1522754"/>
                  </a:lnTo>
                  <a:lnTo>
                    <a:pt x="4217716" y="1527329"/>
                  </a:lnTo>
                  <a:lnTo>
                    <a:pt x="4239303" y="1532267"/>
                  </a:lnTo>
                  <a:lnTo>
                    <a:pt x="4263175" y="1538262"/>
                  </a:lnTo>
                  <a:lnTo>
                    <a:pt x="4289327" y="1545190"/>
                  </a:lnTo>
                  <a:lnTo>
                    <a:pt x="4317037" y="1552724"/>
                  </a:lnTo>
                  <a:lnTo>
                    <a:pt x="4345070" y="1560381"/>
                  </a:lnTo>
                  <a:lnTo>
                    <a:pt x="4372088" y="1567647"/>
                  </a:lnTo>
                  <a:lnTo>
                    <a:pt x="4397086" y="1574112"/>
                  </a:lnTo>
                  <a:lnTo>
                    <a:pt x="4419705" y="1579553"/>
                  </a:lnTo>
                  <a:lnTo>
                    <a:pt x="4429662" y="1581757"/>
                  </a:lnTo>
                  <a:lnTo>
                    <a:pt x="4453776" y="1586365"/>
                  </a:lnTo>
                  <a:lnTo>
                    <a:pt x="4477852" y="1589682"/>
                  </a:lnTo>
                  <a:lnTo>
                    <a:pt x="4504530" y="1592087"/>
                  </a:lnTo>
                  <a:lnTo>
                    <a:pt x="4533925" y="1593807"/>
                  </a:lnTo>
                  <a:lnTo>
                    <a:pt x="4560463" y="1594869"/>
                  </a:lnTo>
                  <a:lnTo>
                    <a:pt x="4575336" y="1595304"/>
                  </a:lnTo>
                  <a:lnTo>
                    <a:pt x="4578024" y="1595365"/>
                  </a:lnTo>
                  <a:lnTo>
                    <a:pt x="4832359" y="1595365"/>
                  </a:lnTo>
                  <a:lnTo>
                    <a:pt x="4835113" y="1595428"/>
                  </a:lnTo>
                  <a:lnTo>
                    <a:pt x="4850107" y="1595870"/>
                  </a:lnTo>
                  <a:lnTo>
                    <a:pt x="4876709" y="1596946"/>
                  </a:lnTo>
                  <a:lnTo>
                    <a:pt x="4906093" y="1598683"/>
                  </a:lnTo>
                  <a:lnTo>
                    <a:pt x="4932742" y="1601112"/>
                  </a:lnTo>
                  <a:lnTo>
                    <a:pt x="4956806" y="1604462"/>
                  </a:lnTo>
                  <a:lnTo>
                    <a:pt x="4980720" y="1609070"/>
                  </a:lnTo>
                  <a:lnTo>
                    <a:pt x="5002302" y="1614042"/>
                  </a:lnTo>
                  <a:lnTo>
                    <a:pt x="5026168" y="1620079"/>
                  </a:lnTo>
                  <a:lnTo>
                    <a:pt x="5052313" y="1627055"/>
                  </a:lnTo>
                  <a:lnTo>
                    <a:pt x="5080016" y="1634640"/>
                  </a:lnTo>
                  <a:lnTo>
                    <a:pt x="5108043" y="1642351"/>
                  </a:lnTo>
                  <a:lnTo>
                    <a:pt x="5135057" y="1649669"/>
                  </a:lnTo>
                  <a:lnTo>
                    <a:pt x="5160053" y="1656180"/>
                  </a:lnTo>
                  <a:lnTo>
                    <a:pt x="5182671" y="1661661"/>
                  </a:lnTo>
                  <a:lnTo>
                    <a:pt x="5192666" y="1663890"/>
                  </a:lnTo>
                  <a:lnTo>
                    <a:pt x="5216779" y="1668531"/>
                  </a:lnTo>
                  <a:lnTo>
                    <a:pt x="5240855" y="1671871"/>
                  </a:lnTo>
                  <a:lnTo>
                    <a:pt x="5267532" y="1674294"/>
                  </a:lnTo>
                  <a:lnTo>
                    <a:pt x="5296925" y="1676025"/>
                  </a:lnTo>
                  <a:lnTo>
                    <a:pt x="5323464" y="1677096"/>
                  </a:lnTo>
                  <a:lnTo>
                    <a:pt x="5338339" y="1677533"/>
                  </a:lnTo>
                  <a:lnTo>
                    <a:pt x="5341028" y="1677595"/>
                  </a:lnTo>
                  <a:lnTo>
                    <a:pt x="5595363" y="1677595"/>
                  </a:lnTo>
                  <a:lnTo>
                    <a:pt x="5598115" y="1677660"/>
                  </a:lnTo>
                  <a:lnTo>
                    <a:pt x="5613104" y="1678119"/>
                  </a:lnTo>
                  <a:lnTo>
                    <a:pt x="5639698" y="1679237"/>
                  </a:lnTo>
                  <a:lnTo>
                    <a:pt x="5669078" y="1681041"/>
                  </a:lnTo>
                  <a:lnTo>
                    <a:pt x="5695725" y="1683564"/>
                  </a:lnTo>
                  <a:lnTo>
                    <a:pt x="5719786" y="1687044"/>
                  </a:lnTo>
                  <a:lnTo>
                    <a:pt x="5743725" y="1691836"/>
                  </a:lnTo>
                  <a:lnTo>
                    <a:pt x="5765278" y="1696996"/>
                  </a:lnTo>
                  <a:lnTo>
                    <a:pt x="5789109" y="1703260"/>
                  </a:lnTo>
                  <a:lnTo>
                    <a:pt x="5815216" y="1710497"/>
                  </a:lnTo>
                  <a:lnTo>
                    <a:pt x="5842879" y="1718368"/>
                  </a:lnTo>
                  <a:lnTo>
                    <a:pt x="5870874" y="1726371"/>
                  </a:lnTo>
                  <a:lnTo>
                    <a:pt x="5897865" y="1733971"/>
                  </a:lnTo>
                  <a:lnTo>
                    <a:pt x="5922849" y="1740736"/>
                  </a:lnTo>
                  <a:lnTo>
                    <a:pt x="5945460" y="1746435"/>
                  </a:lnTo>
                  <a:lnTo>
                    <a:pt x="5955670" y="1748803"/>
                  </a:lnTo>
                  <a:lnTo>
                    <a:pt x="5979779" y="1753625"/>
                  </a:lnTo>
                  <a:lnTo>
                    <a:pt x="6003850" y="1757096"/>
                  </a:lnTo>
                  <a:lnTo>
                    <a:pt x="6030522" y="1759613"/>
                  </a:lnTo>
                  <a:lnTo>
                    <a:pt x="6059909" y="1761413"/>
                  </a:lnTo>
                  <a:lnTo>
                    <a:pt x="6086449" y="1762525"/>
                  </a:lnTo>
                  <a:lnTo>
                    <a:pt x="6101335" y="1762980"/>
                  </a:lnTo>
                  <a:lnTo>
                    <a:pt x="6104032" y="1763044"/>
                  </a:lnTo>
                  <a:lnTo>
                    <a:pt x="6358367" y="1763044"/>
                  </a:lnTo>
                  <a:lnTo>
                    <a:pt x="6358367" y="1565901"/>
                  </a:lnTo>
                  <a:lnTo>
                    <a:pt x="6104032" y="1565901"/>
                  </a:lnTo>
                  <a:lnTo>
                    <a:pt x="6101269" y="1565860"/>
                  </a:lnTo>
                  <a:lnTo>
                    <a:pt x="6086230" y="1565568"/>
                  </a:lnTo>
                  <a:lnTo>
                    <a:pt x="6059575" y="1564858"/>
                  </a:lnTo>
                  <a:lnTo>
                    <a:pt x="6030161" y="1563712"/>
                  </a:lnTo>
                  <a:lnTo>
                    <a:pt x="6003498" y="1562110"/>
                  </a:lnTo>
                  <a:lnTo>
                    <a:pt x="5979414" y="1559900"/>
                  </a:lnTo>
                  <a:lnTo>
                    <a:pt x="5955670" y="1556888"/>
                  </a:lnTo>
                  <a:lnTo>
                    <a:pt x="5933882" y="1553584"/>
                  </a:lnTo>
                  <a:lnTo>
                    <a:pt x="5909766" y="1549569"/>
                  </a:lnTo>
                  <a:lnTo>
                    <a:pt x="5883337" y="1544927"/>
                  </a:lnTo>
                  <a:lnTo>
                    <a:pt x="5855352" y="1539885"/>
                  </a:lnTo>
                  <a:lnTo>
                    <a:pt x="5827087" y="1534773"/>
                  </a:lnTo>
                  <a:lnTo>
                    <a:pt x="5799910" y="1529937"/>
                  </a:lnTo>
                  <a:lnTo>
                    <a:pt x="5774827" y="1525654"/>
                  </a:lnTo>
                  <a:lnTo>
                    <a:pt x="5752160" y="1522065"/>
                  </a:lnTo>
                  <a:lnTo>
                    <a:pt x="5743725" y="1520834"/>
                  </a:lnTo>
                  <a:lnTo>
                    <a:pt x="5719583" y="1517779"/>
                  </a:lnTo>
                  <a:lnTo>
                    <a:pt x="5695476" y="1515580"/>
                  </a:lnTo>
                  <a:lnTo>
                    <a:pt x="5668756" y="1513987"/>
                  </a:lnTo>
                  <a:lnTo>
                    <a:pt x="5639324" y="1512848"/>
                  </a:lnTo>
                  <a:lnTo>
                    <a:pt x="5612795" y="1512146"/>
                  </a:lnTo>
                  <a:lnTo>
                    <a:pt x="5597997" y="1511860"/>
                  </a:lnTo>
                  <a:lnTo>
                    <a:pt x="5595363" y="1511820"/>
                  </a:lnTo>
                  <a:lnTo>
                    <a:pt x="5341028" y="1511820"/>
                  </a:lnTo>
                  <a:lnTo>
                    <a:pt x="5338263" y="1511782"/>
                  </a:lnTo>
                  <a:lnTo>
                    <a:pt x="5323220" y="1511513"/>
                  </a:lnTo>
                  <a:lnTo>
                    <a:pt x="5296559" y="1510857"/>
                  </a:lnTo>
                  <a:lnTo>
                    <a:pt x="5267141" y="1509799"/>
                  </a:lnTo>
                  <a:lnTo>
                    <a:pt x="5240477" y="1508319"/>
                  </a:lnTo>
                  <a:lnTo>
                    <a:pt x="5216391" y="1506278"/>
                  </a:lnTo>
                  <a:lnTo>
                    <a:pt x="5192666" y="1503499"/>
                  </a:lnTo>
                  <a:lnTo>
                    <a:pt x="5170854" y="1500446"/>
                  </a:lnTo>
                  <a:lnTo>
                    <a:pt x="5146709" y="1496734"/>
                  </a:lnTo>
                  <a:lnTo>
                    <a:pt x="5120247" y="1492444"/>
                  </a:lnTo>
                  <a:lnTo>
                    <a:pt x="5092230" y="1487783"/>
                  </a:lnTo>
                  <a:lnTo>
                    <a:pt x="5063937" y="1483059"/>
                  </a:lnTo>
                  <a:lnTo>
                    <a:pt x="5036742" y="1478593"/>
                  </a:lnTo>
                  <a:lnTo>
                    <a:pt x="5011649" y="1474638"/>
                  </a:lnTo>
                  <a:lnTo>
                    <a:pt x="4988977" y="1471327"/>
                  </a:lnTo>
                  <a:lnTo>
                    <a:pt x="4980720" y="1470215"/>
                  </a:lnTo>
                  <a:lnTo>
                    <a:pt x="4956576" y="1467394"/>
                  </a:lnTo>
                  <a:lnTo>
                    <a:pt x="4932465" y="1465365"/>
                  </a:lnTo>
                  <a:lnTo>
                    <a:pt x="4905740" y="1463893"/>
                  </a:lnTo>
                  <a:lnTo>
                    <a:pt x="4876304" y="1462842"/>
                  </a:lnTo>
                  <a:lnTo>
                    <a:pt x="4849776" y="1462194"/>
                  </a:lnTo>
                  <a:lnTo>
                    <a:pt x="4834987" y="1461931"/>
                  </a:lnTo>
                  <a:lnTo>
                    <a:pt x="4832359" y="1461894"/>
                  </a:lnTo>
                  <a:lnTo>
                    <a:pt x="4578024" y="1461894"/>
                  </a:lnTo>
                  <a:lnTo>
                    <a:pt x="4575272" y="1461828"/>
                  </a:lnTo>
                  <a:lnTo>
                    <a:pt x="4560286" y="1461361"/>
                  </a:lnTo>
                  <a:lnTo>
                    <a:pt x="4533695" y="1460225"/>
                  </a:lnTo>
                  <a:lnTo>
                    <a:pt x="4504317" y="1458391"/>
                  </a:lnTo>
                  <a:lnTo>
                    <a:pt x="4477671" y="1455827"/>
                  </a:lnTo>
                  <a:lnTo>
                    <a:pt x="4453611" y="1452292"/>
                  </a:lnTo>
                  <a:lnTo>
                    <a:pt x="4429662" y="1447418"/>
                  </a:lnTo>
                  <a:lnTo>
                    <a:pt x="4408121" y="1442177"/>
                  </a:lnTo>
                  <a:lnTo>
                    <a:pt x="4384305" y="1435815"/>
                  </a:lnTo>
                  <a:lnTo>
                    <a:pt x="4358216" y="1428464"/>
                  </a:lnTo>
                  <a:lnTo>
                    <a:pt x="4330570" y="1420469"/>
                  </a:lnTo>
                  <a:lnTo>
                    <a:pt x="4302589" y="1412338"/>
                  </a:lnTo>
                  <a:lnTo>
                    <a:pt x="4275608" y="1404616"/>
                  </a:lnTo>
                  <a:lnTo>
                    <a:pt x="4250631" y="1397739"/>
                  </a:lnTo>
                  <a:lnTo>
                    <a:pt x="4228022" y="1391945"/>
                  </a:lnTo>
                  <a:lnTo>
                    <a:pt x="4217716" y="1389515"/>
                  </a:lnTo>
                  <a:lnTo>
                    <a:pt x="4193609" y="1384614"/>
                  </a:lnTo>
                  <a:lnTo>
                    <a:pt x="4169540" y="1381086"/>
                  </a:lnTo>
                  <a:lnTo>
                    <a:pt x="4142871" y="1378528"/>
                  </a:lnTo>
                  <a:lnTo>
                    <a:pt x="4113486" y="1376698"/>
                  </a:lnTo>
                  <a:lnTo>
                    <a:pt x="4086945" y="1375568"/>
                  </a:lnTo>
                  <a:lnTo>
                    <a:pt x="4072055" y="1375105"/>
                  </a:lnTo>
                  <a:lnTo>
                    <a:pt x="4069355" y="1375040"/>
                  </a:lnTo>
                  <a:lnTo>
                    <a:pt x="3815020" y="1375040"/>
                  </a:lnTo>
                  <a:lnTo>
                    <a:pt x="3812250" y="1375026"/>
                  </a:lnTo>
                  <a:lnTo>
                    <a:pt x="3797181" y="1374935"/>
                  </a:lnTo>
                  <a:lnTo>
                    <a:pt x="3770490" y="1374712"/>
                  </a:lnTo>
                  <a:lnTo>
                    <a:pt x="3741054" y="1374353"/>
                  </a:lnTo>
                  <a:lnTo>
                    <a:pt x="3714382" y="1373851"/>
                  </a:lnTo>
                  <a:lnTo>
                    <a:pt x="3690284" y="1373158"/>
                  </a:lnTo>
                  <a:lnTo>
                    <a:pt x="3666658" y="1372219"/>
                  </a:lnTo>
                  <a:lnTo>
                    <a:pt x="3644722" y="1371178"/>
                  </a:lnTo>
                  <a:lnTo>
                    <a:pt x="3620427" y="1369911"/>
                  </a:lnTo>
                  <a:lnTo>
                    <a:pt x="3593795" y="1368447"/>
                  </a:lnTo>
                  <a:lnTo>
                    <a:pt x="3565609" y="1366858"/>
                  </a:lnTo>
                  <a:lnTo>
                    <a:pt x="3537175" y="1365248"/>
                  </a:lnTo>
                  <a:lnTo>
                    <a:pt x="3509885" y="1363731"/>
                  </a:lnTo>
                  <a:lnTo>
                    <a:pt x="3484740" y="1362390"/>
                  </a:lnTo>
                  <a:lnTo>
                    <a:pt x="3462040" y="1361271"/>
                  </a:lnTo>
                  <a:lnTo>
                    <a:pt x="3454712" y="1360938"/>
                  </a:lnTo>
                  <a:lnTo>
                    <a:pt x="3430551" y="1359981"/>
                  </a:lnTo>
                  <a:lnTo>
                    <a:pt x="3406422" y="1359293"/>
                  </a:lnTo>
                  <a:lnTo>
                    <a:pt x="3379673" y="1358794"/>
                  </a:lnTo>
                  <a:lnTo>
                    <a:pt x="3350214" y="1358438"/>
                  </a:lnTo>
                  <a:lnTo>
                    <a:pt x="3323692" y="1358218"/>
                  </a:lnTo>
                  <a:lnTo>
                    <a:pt x="3308947" y="1358129"/>
                  </a:lnTo>
                  <a:lnTo>
                    <a:pt x="3306350" y="1358117"/>
                  </a:lnTo>
                  <a:lnTo>
                    <a:pt x="3052016" y="1358117"/>
                  </a:lnTo>
                  <a:lnTo>
                    <a:pt x="3049624" y="1357835"/>
                  </a:lnTo>
                  <a:lnTo>
                    <a:pt x="3036349" y="1355846"/>
                  </a:lnTo>
                  <a:lnTo>
                    <a:pt x="3011934" y="1350925"/>
                  </a:lnTo>
                  <a:lnTo>
                    <a:pt x="2983861" y="1342872"/>
                  </a:lnTo>
                  <a:lnTo>
                    <a:pt x="2957801" y="1331656"/>
                  </a:lnTo>
                  <a:lnTo>
                    <a:pt x="2934465" y="1316470"/>
                  </a:lnTo>
                  <a:lnTo>
                    <a:pt x="2911836" y="1295672"/>
                  </a:lnTo>
                  <a:lnTo>
                    <a:pt x="2903654" y="1286793"/>
                  </a:lnTo>
                  <a:lnTo>
                    <a:pt x="2886894" y="1266952"/>
                  </a:lnTo>
                  <a:lnTo>
                    <a:pt x="2868774" y="1243678"/>
                  </a:lnTo>
                  <a:lnTo>
                    <a:pt x="2849175" y="1217119"/>
                  </a:lnTo>
                  <a:lnTo>
                    <a:pt x="2828270" y="1187831"/>
                  </a:lnTo>
                  <a:lnTo>
                    <a:pt x="2806488" y="1156768"/>
                  </a:lnTo>
                  <a:lnTo>
                    <a:pt x="2784439" y="1125170"/>
                  </a:lnTo>
                  <a:lnTo>
                    <a:pt x="2762789" y="1094371"/>
                  </a:lnTo>
                  <a:lnTo>
                    <a:pt x="2742120" y="1065569"/>
                  </a:lnTo>
                  <a:lnTo>
                    <a:pt x="2722815" y="1039642"/>
                  </a:lnTo>
                  <a:lnTo>
                    <a:pt x="2704988" y="1017060"/>
                  </a:lnTo>
                  <a:lnTo>
                    <a:pt x="2691708" y="1001495"/>
                  </a:lnTo>
                  <a:lnTo>
                    <a:pt x="2668743" y="978343"/>
                  </a:lnTo>
                  <a:lnTo>
                    <a:pt x="2645942" y="961410"/>
                  </a:lnTo>
                  <a:lnTo>
                    <a:pt x="2620951" y="948950"/>
                  </a:lnTo>
                  <a:lnTo>
                    <a:pt x="2593211" y="939825"/>
                  </a:lnTo>
                  <a:lnTo>
                    <a:pt x="2566588" y="933798"/>
                  </a:lnTo>
                  <a:lnTo>
                    <a:pt x="2548867" y="930869"/>
                  </a:lnTo>
                  <a:lnTo>
                    <a:pt x="2543346" y="930170"/>
                  </a:lnTo>
                  <a:lnTo>
                    <a:pt x="2289012" y="930170"/>
                  </a:lnTo>
                  <a:lnTo>
                    <a:pt x="2287824" y="929879"/>
                  </a:lnTo>
                  <a:lnTo>
                    <a:pt x="2280746" y="927791"/>
                  </a:lnTo>
                  <a:lnTo>
                    <a:pt x="2265799" y="922298"/>
                  </a:lnTo>
                  <a:lnTo>
                    <a:pt x="2245304" y="912633"/>
                  </a:lnTo>
                  <a:lnTo>
                    <a:pt x="2223263" y="898820"/>
                  </a:lnTo>
                  <a:lnTo>
                    <a:pt x="2202395" y="880867"/>
                  </a:lnTo>
                  <a:lnTo>
                    <a:pt x="2183390" y="858137"/>
                  </a:lnTo>
                  <a:lnTo>
                    <a:pt x="2165596" y="829198"/>
                  </a:lnTo>
                  <a:lnTo>
                    <a:pt x="2147827" y="792146"/>
                  </a:lnTo>
                  <a:lnTo>
                    <a:pt x="2140650" y="775142"/>
                  </a:lnTo>
                  <a:lnTo>
                    <a:pt x="2128428" y="744102"/>
                  </a:lnTo>
                  <a:lnTo>
                    <a:pt x="2115505" y="709025"/>
                  </a:lnTo>
                  <a:lnTo>
                    <a:pt x="2101789" y="669911"/>
                  </a:lnTo>
                  <a:lnTo>
                    <a:pt x="2087271" y="627002"/>
                  </a:lnTo>
                  <a:lnTo>
                    <a:pt x="2072031" y="580809"/>
                  </a:lnTo>
                  <a:lnTo>
                    <a:pt x="2056223" y="532104"/>
                  </a:lnTo>
                  <a:lnTo>
                    <a:pt x="2040066" y="481879"/>
                  </a:lnTo>
                  <a:lnTo>
                    <a:pt x="2023820" y="431265"/>
                  </a:lnTo>
                  <a:lnTo>
                    <a:pt x="2007754" y="381431"/>
                  </a:lnTo>
                  <a:lnTo>
                    <a:pt x="1992115" y="333471"/>
                  </a:lnTo>
                  <a:lnTo>
                    <a:pt x="1977104" y="288311"/>
                  </a:lnTo>
                  <a:lnTo>
                    <a:pt x="1962852" y="246638"/>
                  </a:lnTo>
                  <a:lnTo>
                    <a:pt x="1949408" y="208869"/>
                  </a:lnTo>
                  <a:lnTo>
                    <a:pt x="1936737" y="175164"/>
                  </a:lnTo>
                  <a:lnTo>
                    <a:pt x="1928704" y="155028"/>
                  </a:lnTo>
                  <a:lnTo>
                    <a:pt x="1910632" y="114372"/>
                  </a:lnTo>
                  <a:lnTo>
                    <a:pt x="1892996" y="82494"/>
                  </a:lnTo>
                  <a:lnTo>
                    <a:pt x="1874586" y="57548"/>
                  </a:lnTo>
                  <a:lnTo>
                    <a:pt x="1854458" y="37851"/>
                  </a:lnTo>
                  <a:lnTo>
                    <a:pt x="1832670" y="22447"/>
                  </a:lnTo>
                  <a:lnTo>
                    <a:pt x="1811121" y="11141"/>
                  </a:lnTo>
                  <a:lnTo>
                    <a:pt x="1793557" y="4053"/>
                  </a:lnTo>
                  <a:lnTo>
                    <a:pt x="1783379" y="791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5268" y="308"/>
                  </a:lnTo>
                  <a:lnTo>
                    <a:pt x="1520717" y="2532"/>
                  </a:lnTo>
                  <a:lnTo>
                    <a:pt x="1510488" y="8529"/>
                  </a:lnTo>
                  <a:lnTo>
                    <a:pt x="1495144" y="19528"/>
                  </a:lnTo>
                  <a:lnTo>
                    <a:pt x="1476939" y="35849"/>
                  </a:lnTo>
                  <a:lnTo>
                    <a:pt x="1458265" y="57337"/>
                  </a:lnTo>
                  <a:lnTo>
                    <a:pt x="1440575" y="84044"/>
                  </a:lnTo>
                  <a:lnTo>
                    <a:pt x="1424253" y="116661"/>
                  </a:lnTo>
                  <a:lnTo>
                    <a:pt x="1408963" y="156617"/>
                  </a:lnTo>
                  <a:lnTo>
                    <a:pt x="1394016" y="205901"/>
                  </a:lnTo>
                  <a:lnTo>
                    <a:pt x="1378669" y="266446"/>
                  </a:lnTo>
                  <a:lnTo>
                    <a:pt x="1377646" y="270789"/>
                  </a:lnTo>
                  <a:lnTo>
                    <a:pt x="1368285" y="311952"/>
                  </a:lnTo>
                  <a:lnTo>
                    <a:pt x="1358526" y="357276"/>
                  </a:lnTo>
                  <a:lnTo>
                    <a:pt x="1348313" y="406825"/>
                  </a:lnTo>
                  <a:lnTo>
                    <a:pt x="1337621" y="460520"/>
                  </a:lnTo>
                  <a:lnTo>
                    <a:pt x="1326452" y="518128"/>
                  </a:lnTo>
                  <a:lnTo>
                    <a:pt x="1314843" y="579246"/>
                  </a:lnTo>
                  <a:lnTo>
                    <a:pt x="1302856" y="643309"/>
                  </a:lnTo>
                  <a:lnTo>
                    <a:pt x="1290579" y="709602"/>
                  </a:lnTo>
                  <a:lnTo>
                    <a:pt x="1278118" y="777292"/>
                  </a:lnTo>
                  <a:lnTo>
                    <a:pt x="1265593" y="845465"/>
                  </a:lnTo>
                  <a:lnTo>
                    <a:pt x="1253128" y="913182"/>
                  </a:lnTo>
                  <a:lnTo>
                    <a:pt x="1240843" y="979528"/>
                  </a:lnTo>
                  <a:lnTo>
                    <a:pt x="1228846" y="1043667"/>
                  </a:lnTo>
                  <a:lnTo>
                    <a:pt x="1217225" y="1104880"/>
                  </a:lnTo>
                  <a:lnTo>
                    <a:pt x="1206044" y="1162596"/>
                  </a:lnTo>
                  <a:lnTo>
                    <a:pt x="1195337" y="1216409"/>
                  </a:lnTo>
                  <a:lnTo>
                    <a:pt x="1185110" y="1266080"/>
                  </a:lnTo>
                  <a:lnTo>
                    <a:pt x="1175339" y="1311527"/>
                  </a:lnTo>
                  <a:lnTo>
                    <a:pt x="1165968" y="1352809"/>
                  </a:lnTo>
                  <a:lnTo>
                    <a:pt x="1165700" y="1353949"/>
                  </a:lnTo>
                  <a:lnTo>
                    <a:pt x="1150307" y="1415267"/>
                  </a:lnTo>
                  <a:lnTo>
                    <a:pt x="1135355" y="1465229"/>
                  </a:lnTo>
                  <a:lnTo>
                    <a:pt x="1120110" y="1505726"/>
                  </a:lnTo>
                  <a:lnTo>
                    <a:pt x="1103871" y="1538769"/>
                  </a:lnTo>
                  <a:lnTo>
                    <a:pt x="1086268" y="1565830"/>
                  </a:lnTo>
                  <a:lnTo>
                    <a:pt x="1067626" y="1587650"/>
                  </a:lnTo>
                  <a:lnTo>
                    <a:pt x="1049325" y="1604312"/>
                  </a:lnTo>
                  <a:lnTo>
                    <a:pt x="1033717" y="1615655"/>
                  </a:lnTo>
                  <a:lnTo>
                    <a:pt x="1023114" y="1621950"/>
                  </a:lnTo>
                  <a:lnTo>
                    <a:pt x="1018226" y="1624365"/>
                  </a:lnTo>
                  <a:lnTo>
                    <a:pt x="1017338" y="1624739"/>
                  </a:lnTo>
                  <a:lnTo>
                    <a:pt x="763004" y="1624739"/>
                  </a:lnTo>
                  <a:lnTo>
                    <a:pt x="760270" y="1624833"/>
                  </a:lnTo>
                  <a:lnTo>
                    <a:pt x="745370" y="1625491"/>
                  </a:lnTo>
                  <a:lnTo>
                    <a:pt x="718885" y="1627094"/>
                  </a:lnTo>
                  <a:lnTo>
                    <a:pt x="689567" y="1629684"/>
                  </a:lnTo>
                  <a:lnTo>
                    <a:pt x="662948" y="1633304"/>
                  </a:lnTo>
                  <a:lnTo>
                    <a:pt x="638928" y="1638291"/>
                  </a:lnTo>
                  <a:lnTo>
                    <a:pt x="614891" y="1645214"/>
                  </a:lnTo>
                  <a:lnTo>
                    <a:pt x="614642" y="1645295"/>
                  </a:lnTo>
                  <a:lnTo>
                    <a:pt x="593483" y="1652599"/>
                  </a:lnTo>
                  <a:lnTo>
                    <a:pt x="570130" y="1661441"/>
                  </a:lnTo>
                  <a:lnTo>
                    <a:pt x="544565" y="1671653"/>
                  </a:lnTo>
                  <a:lnTo>
                    <a:pt x="517445" y="1682780"/>
                  </a:lnTo>
                  <a:lnTo>
                    <a:pt x="489913" y="1694145"/>
                  </a:lnTo>
                  <a:lnTo>
                    <a:pt x="463246" y="1705008"/>
                  </a:lnTo>
                  <a:lnTo>
                    <a:pt x="438443" y="1714760"/>
                  </a:lnTo>
                  <a:lnTo>
                    <a:pt x="415928" y="1723047"/>
                  </a:lnTo>
                  <a:lnTo>
                    <a:pt x="402696" y="1727516"/>
                  </a:lnTo>
                  <a:lnTo>
                    <a:pt x="378645" y="1734462"/>
                  </a:lnTo>
                  <a:lnTo>
                    <a:pt x="354639" y="1739465"/>
                  </a:lnTo>
                  <a:lnTo>
                    <a:pt x="328054" y="1743097"/>
                  </a:lnTo>
                  <a:lnTo>
                    <a:pt x="298746" y="1745696"/>
                  </a:lnTo>
                  <a:lnTo>
                    <a:pt x="272187" y="1747309"/>
                  </a:lnTo>
                  <a:lnTo>
                    <a:pt x="257146" y="1747975"/>
                  </a:lnTo>
                  <a:lnTo>
                    <a:pt x="254334" y="1748072"/>
                  </a:lnTo>
                  <a:lnTo>
                    <a:pt x="0" y="1748072"/>
                  </a:lnTo>
                  <a:close/>
                </a:path>
              </a:pathLst>
            </a:custGeom>
            <a:solidFill>
              <a:srgbClr val="5E86BD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949593" y="5232528"/>
              <a:ext cx="6358367" cy="842799"/>
            </a:xfrm>
            <a:custGeom>
              <a:avLst/>
              <a:pathLst>
                <a:path w="6358367" h="842799">
                  <a:moveTo>
                    <a:pt x="0" y="842799"/>
                  </a:moveTo>
                  <a:lnTo>
                    <a:pt x="254334" y="842799"/>
                  </a:lnTo>
                  <a:lnTo>
                    <a:pt x="256903" y="842586"/>
                  </a:lnTo>
                  <a:lnTo>
                    <a:pt x="271027" y="841089"/>
                  </a:lnTo>
                  <a:lnTo>
                    <a:pt x="296542" y="837416"/>
                  </a:lnTo>
                  <a:lnTo>
                    <a:pt x="325293" y="831447"/>
                  </a:lnTo>
                  <a:lnTo>
                    <a:pt x="351655" y="823121"/>
                  </a:lnTo>
                  <a:lnTo>
                    <a:pt x="375336" y="811746"/>
                  </a:lnTo>
                  <a:lnTo>
                    <a:pt x="398678" y="796046"/>
                  </a:lnTo>
                  <a:lnTo>
                    <a:pt x="402696" y="792945"/>
                  </a:lnTo>
                  <a:lnTo>
                    <a:pt x="421292" y="777480"/>
                  </a:lnTo>
                  <a:lnTo>
                    <a:pt x="441575" y="759088"/>
                  </a:lnTo>
                  <a:lnTo>
                    <a:pt x="463642" y="737969"/>
                  </a:lnTo>
                  <a:lnTo>
                    <a:pt x="487164" y="714748"/>
                  </a:lnTo>
                  <a:lnTo>
                    <a:pt x="511460" y="690440"/>
                  </a:lnTo>
                  <a:lnTo>
                    <a:pt x="535653" y="666275"/>
                  </a:lnTo>
                  <a:lnTo>
                    <a:pt x="558892" y="643459"/>
                  </a:lnTo>
                  <a:lnTo>
                    <a:pt x="580565" y="622924"/>
                  </a:lnTo>
                  <a:lnTo>
                    <a:pt x="600437" y="605199"/>
                  </a:lnTo>
                  <a:lnTo>
                    <a:pt x="614642" y="593530"/>
                  </a:lnTo>
                  <a:lnTo>
                    <a:pt x="638181" y="576996"/>
                  </a:lnTo>
                  <a:lnTo>
                    <a:pt x="661616" y="565000"/>
                  </a:lnTo>
                  <a:lnTo>
                    <a:pt x="687444" y="556237"/>
                  </a:lnTo>
                  <a:lnTo>
                    <a:pt x="716027" y="549893"/>
                  </a:lnTo>
                  <a:lnTo>
                    <a:pt x="742685" y="545833"/>
                  </a:lnTo>
                  <a:lnTo>
                    <a:pt x="759051" y="544015"/>
                  </a:lnTo>
                  <a:lnTo>
                    <a:pt x="763004" y="543676"/>
                  </a:lnTo>
                  <a:lnTo>
                    <a:pt x="1017338" y="543676"/>
                  </a:lnTo>
                  <a:lnTo>
                    <a:pt x="1019618" y="543362"/>
                  </a:lnTo>
                  <a:lnTo>
                    <a:pt x="1032349" y="541144"/>
                  </a:lnTo>
                  <a:lnTo>
                    <a:pt x="1056035" y="535628"/>
                  </a:lnTo>
                  <a:lnTo>
                    <a:pt x="1083639" y="526558"/>
                  </a:lnTo>
                  <a:lnTo>
                    <a:pt x="1109488" y="513931"/>
                  </a:lnTo>
                  <a:lnTo>
                    <a:pt x="1132615" y="496928"/>
                  </a:lnTo>
                  <a:lnTo>
                    <a:pt x="1154815" y="473778"/>
                  </a:lnTo>
                  <a:lnTo>
                    <a:pt x="1165700" y="460103"/>
                  </a:lnTo>
                  <a:lnTo>
                    <a:pt x="1181550" y="438173"/>
                  </a:lnTo>
                  <a:lnTo>
                    <a:pt x="1198611" y="412630"/>
                  </a:lnTo>
                  <a:lnTo>
                    <a:pt x="1217002" y="383592"/>
                  </a:lnTo>
                  <a:lnTo>
                    <a:pt x="1236610" y="351559"/>
                  </a:lnTo>
                  <a:lnTo>
                    <a:pt x="1257104" y="317412"/>
                  </a:lnTo>
                  <a:lnTo>
                    <a:pt x="1277992" y="282341"/>
                  </a:lnTo>
                  <a:lnTo>
                    <a:pt x="1298708" y="247675"/>
                  </a:lnTo>
                  <a:lnTo>
                    <a:pt x="1318716" y="214679"/>
                  </a:lnTo>
                  <a:lnTo>
                    <a:pt x="1337616" y="184374"/>
                  </a:lnTo>
                  <a:lnTo>
                    <a:pt x="1355202" y="157414"/>
                  </a:lnTo>
                  <a:lnTo>
                    <a:pt x="1371501" y="134063"/>
                  </a:lnTo>
                  <a:lnTo>
                    <a:pt x="1377646" y="125811"/>
                  </a:lnTo>
                  <a:lnTo>
                    <a:pt x="1400234" y="99073"/>
                  </a:lnTo>
                  <a:lnTo>
                    <a:pt x="1422623" y="79412"/>
                  </a:lnTo>
                  <a:lnTo>
                    <a:pt x="1447070" y="64878"/>
                  </a:lnTo>
                  <a:lnTo>
                    <a:pt x="1474244" y="54156"/>
                  </a:lnTo>
                  <a:lnTo>
                    <a:pt x="1500765" y="46937"/>
                  </a:lnTo>
                  <a:lnTo>
                    <a:pt x="1519288" y="43256"/>
                  </a:lnTo>
                  <a:lnTo>
                    <a:pt x="1525743" y="42270"/>
                  </a:lnTo>
                  <a:lnTo>
                    <a:pt x="1526008" y="42238"/>
                  </a:lnTo>
                  <a:lnTo>
                    <a:pt x="1780342" y="42238"/>
                  </a:lnTo>
                  <a:lnTo>
                    <a:pt x="1782804" y="42496"/>
                  </a:lnTo>
                  <a:lnTo>
                    <a:pt x="1796417" y="44314"/>
                  </a:lnTo>
                  <a:lnTo>
                    <a:pt x="1821276" y="48797"/>
                  </a:lnTo>
                  <a:lnTo>
                    <a:pt x="1849627" y="56112"/>
                  </a:lnTo>
                  <a:lnTo>
                    <a:pt x="1875810" y="66305"/>
                  </a:lnTo>
                  <a:lnTo>
                    <a:pt x="1899281" y="80155"/>
                  </a:lnTo>
                  <a:lnTo>
                    <a:pt x="1922188" y="99186"/>
                  </a:lnTo>
                  <a:lnTo>
                    <a:pt x="1928704" y="105504"/>
                  </a:lnTo>
                  <a:lnTo>
                    <a:pt x="1946119" y="123825"/>
                  </a:lnTo>
                  <a:lnTo>
                    <a:pt x="1965008" y="145424"/>
                  </a:lnTo>
                  <a:lnTo>
                    <a:pt x="1985483" y="170131"/>
                  </a:lnTo>
                  <a:lnTo>
                    <a:pt x="2007324" y="197357"/>
                  </a:lnTo>
                  <a:lnTo>
                    <a:pt x="2030019" y="226113"/>
                  </a:lnTo>
                  <a:lnTo>
                    <a:pt x="2052866" y="255140"/>
                  </a:lnTo>
                  <a:lnTo>
                    <a:pt x="2075130" y="283127"/>
                  </a:lnTo>
                  <a:lnTo>
                    <a:pt x="2096205" y="308954"/>
                  </a:lnTo>
                  <a:lnTo>
                    <a:pt x="2115745" y="331860"/>
                  </a:lnTo>
                  <a:lnTo>
                    <a:pt x="2133723" y="351510"/>
                  </a:lnTo>
                  <a:lnTo>
                    <a:pt x="2140650" y="358570"/>
                  </a:lnTo>
                  <a:lnTo>
                    <a:pt x="2163845" y="379285"/>
                  </a:lnTo>
                  <a:lnTo>
                    <a:pt x="2186900" y="394388"/>
                  </a:lnTo>
                  <a:lnTo>
                    <a:pt x="2212226" y="405469"/>
                  </a:lnTo>
                  <a:lnTo>
                    <a:pt x="2240308" y="413546"/>
                  </a:lnTo>
                  <a:lnTo>
                    <a:pt x="2266963" y="418817"/>
                  </a:lnTo>
                  <a:lnTo>
                    <a:pt x="2284158" y="421298"/>
                  </a:lnTo>
                  <a:lnTo>
                    <a:pt x="2289012" y="421836"/>
                  </a:lnTo>
                  <a:lnTo>
                    <a:pt x="2543346" y="421836"/>
                  </a:lnTo>
                  <a:lnTo>
                    <a:pt x="2546004" y="421675"/>
                  </a:lnTo>
                  <a:lnTo>
                    <a:pt x="2560546" y="420536"/>
                  </a:lnTo>
                  <a:lnTo>
                    <a:pt x="2586588" y="417755"/>
                  </a:lnTo>
                  <a:lnTo>
                    <a:pt x="2615650" y="413249"/>
                  </a:lnTo>
                  <a:lnTo>
                    <a:pt x="2642153" y="406958"/>
                  </a:lnTo>
                  <a:lnTo>
                    <a:pt x="2666014" y="398324"/>
                  </a:lnTo>
                  <a:lnTo>
                    <a:pt x="2689726" y="386367"/>
                  </a:lnTo>
                  <a:lnTo>
                    <a:pt x="2691708" y="385234"/>
                  </a:lnTo>
                  <a:lnTo>
                    <a:pt x="2711527" y="373094"/>
                  </a:lnTo>
                  <a:lnTo>
                    <a:pt x="2733267" y="358531"/>
                  </a:lnTo>
                  <a:lnTo>
                    <a:pt x="2756996" y="341754"/>
                  </a:lnTo>
                  <a:lnTo>
                    <a:pt x="2782247" y="323375"/>
                  </a:lnTo>
                  <a:lnTo>
                    <a:pt x="2808133" y="304343"/>
                  </a:lnTo>
                  <a:lnTo>
                    <a:pt x="2833585" y="285756"/>
                  </a:lnTo>
                  <a:lnTo>
                    <a:pt x="2857660" y="268610"/>
                  </a:lnTo>
                  <a:lnTo>
                    <a:pt x="2879796" y="253591"/>
                  </a:lnTo>
                  <a:lnTo>
                    <a:pt x="2899954" y="240983"/>
                  </a:lnTo>
                  <a:lnTo>
                    <a:pt x="2903654" y="238826"/>
                  </a:lnTo>
                  <a:lnTo>
                    <a:pt x="2927470" y="226563"/>
                  </a:lnTo>
                  <a:lnTo>
                    <a:pt x="2951214" y="217700"/>
                  </a:lnTo>
                  <a:lnTo>
                    <a:pt x="2977451" y="211248"/>
                  </a:lnTo>
                  <a:lnTo>
                    <a:pt x="3006430" y="206605"/>
                  </a:lnTo>
                  <a:lnTo>
                    <a:pt x="3033050" y="203683"/>
                  </a:lnTo>
                  <a:lnTo>
                    <a:pt x="3048710" y="202428"/>
                  </a:lnTo>
                  <a:lnTo>
                    <a:pt x="3052016" y="202223"/>
                  </a:lnTo>
                  <a:lnTo>
                    <a:pt x="3306350" y="202223"/>
                  </a:lnTo>
                  <a:lnTo>
                    <a:pt x="3309106" y="202164"/>
                  </a:lnTo>
                  <a:lnTo>
                    <a:pt x="3324109" y="201746"/>
                  </a:lnTo>
                  <a:lnTo>
                    <a:pt x="3350721" y="200729"/>
                  </a:lnTo>
                  <a:lnTo>
                    <a:pt x="3380111" y="199087"/>
                  </a:lnTo>
                  <a:lnTo>
                    <a:pt x="3406763" y="196791"/>
                  </a:lnTo>
                  <a:lnTo>
                    <a:pt x="3430830" y="193625"/>
                  </a:lnTo>
                  <a:lnTo>
                    <a:pt x="3454712" y="189277"/>
                  </a:lnTo>
                  <a:lnTo>
                    <a:pt x="3476332" y="184571"/>
                  </a:lnTo>
                  <a:lnTo>
                    <a:pt x="3500245" y="178856"/>
                  </a:lnTo>
                  <a:lnTo>
                    <a:pt x="3526443" y="172252"/>
                  </a:lnTo>
                  <a:lnTo>
                    <a:pt x="3554198" y="165072"/>
                  </a:lnTo>
                  <a:lnTo>
                    <a:pt x="3582270" y="157777"/>
                  </a:lnTo>
                  <a:lnTo>
                    <a:pt x="3609314" y="150858"/>
                  </a:lnTo>
                  <a:lnTo>
                    <a:pt x="3634327" y="144707"/>
                  </a:lnTo>
                  <a:lnTo>
                    <a:pt x="3656954" y="139534"/>
                  </a:lnTo>
                  <a:lnTo>
                    <a:pt x="3666658" y="137492"/>
                  </a:lnTo>
                  <a:lnTo>
                    <a:pt x="3690776" y="133107"/>
                  </a:lnTo>
                  <a:lnTo>
                    <a:pt x="3714858" y="129951"/>
                  </a:lnTo>
                  <a:lnTo>
                    <a:pt x="3741543" y="127662"/>
                  </a:lnTo>
                  <a:lnTo>
                    <a:pt x="3770944" y="126026"/>
                  </a:lnTo>
                  <a:lnTo>
                    <a:pt x="3797481" y="125016"/>
                  </a:lnTo>
                  <a:lnTo>
                    <a:pt x="3812341" y="124603"/>
                  </a:lnTo>
                  <a:lnTo>
                    <a:pt x="3815020" y="124545"/>
                  </a:lnTo>
                  <a:lnTo>
                    <a:pt x="4069355" y="124545"/>
                  </a:lnTo>
                  <a:lnTo>
                    <a:pt x="4072106" y="124613"/>
                  </a:lnTo>
                  <a:lnTo>
                    <a:pt x="4087090" y="125086"/>
                  </a:lnTo>
                  <a:lnTo>
                    <a:pt x="4113677" y="126237"/>
                  </a:lnTo>
                  <a:lnTo>
                    <a:pt x="4143054" y="128096"/>
                  </a:lnTo>
                  <a:lnTo>
                    <a:pt x="4169700" y="130695"/>
                  </a:lnTo>
                  <a:lnTo>
                    <a:pt x="4193758" y="134278"/>
                  </a:lnTo>
                  <a:lnTo>
                    <a:pt x="4217716" y="139220"/>
                  </a:lnTo>
                  <a:lnTo>
                    <a:pt x="4239246" y="144531"/>
                  </a:lnTo>
                  <a:lnTo>
                    <a:pt x="4263049" y="150976"/>
                  </a:lnTo>
                  <a:lnTo>
                    <a:pt x="4289124" y="158424"/>
                  </a:lnTo>
                  <a:lnTo>
                    <a:pt x="4316755" y="166524"/>
                  </a:lnTo>
                  <a:lnTo>
                    <a:pt x="4344723" y="174763"/>
                  </a:lnTo>
                  <a:lnTo>
                    <a:pt x="4371695" y="182589"/>
                  </a:lnTo>
                  <a:lnTo>
                    <a:pt x="4396668" y="189560"/>
                  </a:lnTo>
                  <a:lnTo>
                    <a:pt x="4419273" y="195435"/>
                  </a:lnTo>
                  <a:lnTo>
                    <a:pt x="4429662" y="197919"/>
                  </a:lnTo>
                  <a:lnTo>
                    <a:pt x="4453768" y="202887"/>
                  </a:lnTo>
                  <a:lnTo>
                    <a:pt x="4477835" y="206463"/>
                  </a:lnTo>
                  <a:lnTo>
                    <a:pt x="4504502" y="209057"/>
                  </a:lnTo>
                  <a:lnTo>
                    <a:pt x="4533885" y="210911"/>
                  </a:lnTo>
                  <a:lnTo>
                    <a:pt x="4560426" y="212058"/>
                  </a:lnTo>
                  <a:lnTo>
                    <a:pt x="4575320" y="212527"/>
                  </a:lnTo>
                  <a:lnTo>
                    <a:pt x="4578024" y="212594"/>
                  </a:lnTo>
                  <a:lnTo>
                    <a:pt x="4832359" y="212594"/>
                  </a:lnTo>
                  <a:lnTo>
                    <a:pt x="4835116" y="212650"/>
                  </a:lnTo>
                  <a:lnTo>
                    <a:pt x="4850126" y="213045"/>
                  </a:lnTo>
                  <a:lnTo>
                    <a:pt x="4876747" y="214005"/>
                  </a:lnTo>
                  <a:lnTo>
                    <a:pt x="4906142" y="215556"/>
                  </a:lnTo>
                  <a:lnTo>
                    <a:pt x="4932797" y="217724"/>
                  </a:lnTo>
                  <a:lnTo>
                    <a:pt x="4956867" y="220715"/>
                  </a:lnTo>
                  <a:lnTo>
                    <a:pt x="4980720" y="224814"/>
                  </a:lnTo>
                  <a:lnTo>
                    <a:pt x="5002375" y="229264"/>
                  </a:lnTo>
                  <a:lnTo>
                    <a:pt x="5026330" y="234669"/>
                  </a:lnTo>
                  <a:lnTo>
                    <a:pt x="5052577" y="240916"/>
                  </a:lnTo>
                  <a:lnTo>
                    <a:pt x="5080379" y="247705"/>
                  </a:lnTo>
                  <a:lnTo>
                    <a:pt x="5108492" y="254601"/>
                  </a:lnTo>
                  <a:lnTo>
                    <a:pt x="5135564" y="261137"/>
                  </a:lnTo>
                  <a:lnTo>
                    <a:pt x="5160591" y="266944"/>
                  </a:lnTo>
                  <a:lnTo>
                    <a:pt x="5183227" y="271824"/>
                  </a:lnTo>
                  <a:lnTo>
                    <a:pt x="5192666" y="273698"/>
                  </a:lnTo>
                  <a:lnTo>
                    <a:pt x="5216789" y="277838"/>
                  </a:lnTo>
                  <a:lnTo>
                    <a:pt x="5240876" y="280817"/>
                  </a:lnTo>
                  <a:lnTo>
                    <a:pt x="5267569" y="282977"/>
                  </a:lnTo>
                  <a:lnTo>
                    <a:pt x="5296976" y="284521"/>
                  </a:lnTo>
                  <a:lnTo>
                    <a:pt x="5323511" y="285475"/>
                  </a:lnTo>
                  <a:lnTo>
                    <a:pt x="5338359" y="285864"/>
                  </a:lnTo>
                  <a:lnTo>
                    <a:pt x="5341028" y="285919"/>
                  </a:lnTo>
                  <a:lnTo>
                    <a:pt x="5595363" y="285919"/>
                  </a:lnTo>
                  <a:lnTo>
                    <a:pt x="5598108" y="285997"/>
                  </a:lnTo>
                  <a:lnTo>
                    <a:pt x="5613060" y="286546"/>
                  </a:lnTo>
                  <a:lnTo>
                    <a:pt x="5639610" y="287882"/>
                  </a:lnTo>
                  <a:lnTo>
                    <a:pt x="5668965" y="290041"/>
                  </a:lnTo>
                  <a:lnTo>
                    <a:pt x="5695601" y="293059"/>
                  </a:lnTo>
                  <a:lnTo>
                    <a:pt x="5719645" y="297218"/>
                  </a:lnTo>
                  <a:lnTo>
                    <a:pt x="5743725" y="302994"/>
                  </a:lnTo>
                  <a:lnTo>
                    <a:pt x="5765114" y="309131"/>
                  </a:lnTo>
                  <a:lnTo>
                    <a:pt x="5788747" y="316572"/>
                  </a:lnTo>
                  <a:lnTo>
                    <a:pt x="5814629" y="325169"/>
                  </a:lnTo>
                  <a:lnTo>
                    <a:pt x="5842067" y="334526"/>
                  </a:lnTo>
                  <a:lnTo>
                    <a:pt x="5869871" y="344058"/>
                  </a:lnTo>
                  <a:lnTo>
                    <a:pt x="5896730" y="353134"/>
                  </a:lnTo>
                  <a:lnTo>
                    <a:pt x="5921640" y="361242"/>
                  </a:lnTo>
                  <a:lnTo>
                    <a:pt x="5944212" y="368097"/>
                  </a:lnTo>
                  <a:lnTo>
                    <a:pt x="5955670" y="371294"/>
                  </a:lnTo>
                  <a:lnTo>
                    <a:pt x="5979756" y="377071"/>
                  </a:lnTo>
                  <a:lnTo>
                    <a:pt x="6003800" y="381230"/>
                  </a:lnTo>
                  <a:lnTo>
                    <a:pt x="6030437" y="384248"/>
                  </a:lnTo>
                  <a:lnTo>
                    <a:pt x="6059792" y="386406"/>
                  </a:lnTo>
                  <a:lnTo>
                    <a:pt x="6086340" y="387742"/>
                  </a:lnTo>
                  <a:lnTo>
                    <a:pt x="6101289" y="388291"/>
                  </a:lnTo>
                  <a:lnTo>
                    <a:pt x="6104032" y="388370"/>
                  </a:lnTo>
                  <a:lnTo>
                    <a:pt x="6358367" y="388370"/>
                  </a:lnTo>
                  <a:lnTo>
                    <a:pt x="6358367" y="371368"/>
                  </a:lnTo>
                  <a:lnTo>
                    <a:pt x="6104032" y="371368"/>
                  </a:lnTo>
                  <a:lnTo>
                    <a:pt x="6101279" y="371303"/>
                  </a:lnTo>
                  <a:lnTo>
                    <a:pt x="6086291" y="370844"/>
                  </a:lnTo>
                  <a:lnTo>
                    <a:pt x="6059697" y="369726"/>
                  </a:lnTo>
                  <a:lnTo>
                    <a:pt x="6030317" y="367921"/>
                  </a:lnTo>
                  <a:lnTo>
                    <a:pt x="6003669" y="365398"/>
                  </a:lnTo>
                  <a:lnTo>
                    <a:pt x="5979609" y="361919"/>
                  </a:lnTo>
                  <a:lnTo>
                    <a:pt x="5955670" y="357127"/>
                  </a:lnTo>
                  <a:lnTo>
                    <a:pt x="5934117" y="351966"/>
                  </a:lnTo>
                  <a:lnTo>
                    <a:pt x="5910285" y="345703"/>
                  </a:lnTo>
                  <a:lnTo>
                    <a:pt x="5884179" y="338466"/>
                  </a:lnTo>
                  <a:lnTo>
                    <a:pt x="5856515" y="330595"/>
                  </a:lnTo>
                  <a:lnTo>
                    <a:pt x="5828520" y="322592"/>
                  </a:lnTo>
                  <a:lnTo>
                    <a:pt x="5801529" y="314992"/>
                  </a:lnTo>
                  <a:lnTo>
                    <a:pt x="5776546" y="308227"/>
                  </a:lnTo>
                  <a:lnTo>
                    <a:pt x="5753935" y="302528"/>
                  </a:lnTo>
                  <a:lnTo>
                    <a:pt x="5743725" y="300160"/>
                  </a:lnTo>
                  <a:lnTo>
                    <a:pt x="5719615" y="295338"/>
                  </a:lnTo>
                  <a:lnTo>
                    <a:pt x="5695544" y="291867"/>
                  </a:lnTo>
                  <a:lnTo>
                    <a:pt x="5668873" y="289350"/>
                  </a:lnTo>
                  <a:lnTo>
                    <a:pt x="5639485" y="287550"/>
                  </a:lnTo>
                  <a:lnTo>
                    <a:pt x="5612945" y="286438"/>
                  </a:lnTo>
                  <a:lnTo>
                    <a:pt x="5598060" y="285983"/>
                  </a:lnTo>
                  <a:lnTo>
                    <a:pt x="5595363" y="285919"/>
                  </a:lnTo>
                  <a:lnTo>
                    <a:pt x="5341028" y="285919"/>
                  </a:lnTo>
                  <a:lnTo>
                    <a:pt x="5338274" y="285856"/>
                  </a:lnTo>
                  <a:lnTo>
                    <a:pt x="5323279" y="285413"/>
                  </a:lnTo>
                  <a:lnTo>
                    <a:pt x="5296678" y="284338"/>
                  </a:lnTo>
                  <a:lnTo>
                    <a:pt x="5267293" y="282600"/>
                  </a:lnTo>
                  <a:lnTo>
                    <a:pt x="5240644" y="280171"/>
                  </a:lnTo>
                  <a:lnTo>
                    <a:pt x="5216581" y="276822"/>
                  </a:lnTo>
                  <a:lnTo>
                    <a:pt x="5192666" y="272214"/>
                  </a:lnTo>
                  <a:lnTo>
                    <a:pt x="5171084" y="267241"/>
                  </a:lnTo>
                  <a:lnTo>
                    <a:pt x="5147219" y="261204"/>
                  </a:lnTo>
                  <a:lnTo>
                    <a:pt x="5121073" y="254228"/>
                  </a:lnTo>
                  <a:lnTo>
                    <a:pt x="5093371" y="246643"/>
                  </a:lnTo>
                  <a:lnTo>
                    <a:pt x="5065343" y="238932"/>
                  </a:lnTo>
                  <a:lnTo>
                    <a:pt x="5038330" y="231614"/>
                  </a:lnTo>
                  <a:lnTo>
                    <a:pt x="5013334" y="225104"/>
                  </a:lnTo>
                  <a:lnTo>
                    <a:pt x="4990716" y="219623"/>
                  </a:lnTo>
                  <a:lnTo>
                    <a:pt x="4980720" y="217394"/>
                  </a:lnTo>
                  <a:lnTo>
                    <a:pt x="4956607" y="212753"/>
                  </a:lnTo>
                  <a:lnTo>
                    <a:pt x="4932532" y="209412"/>
                  </a:lnTo>
                  <a:lnTo>
                    <a:pt x="4905855" y="206990"/>
                  </a:lnTo>
                  <a:lnTo>
                    <a:pt x="4876461" y="205258"/>
                  </a:lnTo>
                  <a:lnTo>
                    <a:pt x="4849923" y="204188"/>
                  </a:lnTo>
                  <a:lnTo>
                    <a:pt x="4835048" y="203750"/>
                  </a:lnTo>
                  <a:lnTo>
                    <a:pt x="4832359" y="203689"/>
                  </a:lnTo>
                  <a:lnTo>
                    <a:pt x="4578024" y="203689"/>
                  </a:lnTo>
                  <a:lnTo>
                    <a:pt x="4575270" y="203626"/>
                  </a:lnTo>
                  <a:lnTo>
                    <a:pt x="4560274" y="203187"/>
                  </a:lnTo>
                  <a:lnTo>
                    <a:pt x="4533671" y="202119"/>
                  </a:lnTo>
                  <a:lnTo>
                    <a:pt x="4504286" y="200394"/>
                  </a:lnTo>
                  <a:lnTo>
                    <a:pt x="4477636" y="197982"/>
                  </a:lnTo>
                  <a:lnTo>
                    <a:pt x="4453573" y="194656"/>
                  </a:lnTo>
                  <a:lnTo>
                    <a:pt x="4429662" y="190081"/>
                  </a:lnTo>
                  <a:lnTo>
                    <a:pt x="4408075" y="185143"/>
                  </a:lnTo>
                  <a:lnTo>
                    <a:pt x="4384204" y="179148"/>
                  </a:lnTo>
                  <a:lnTo>
                    <a:pt x="4358051" y="172220"/>
                  </a:lnTo>
                  <a:lnTo>
                    <a:pt x="4330342" y="164687"/>
                  </a:lnTo>
                  <a:lnTo>
                    <a:pt x="4302308" y="157029"/>
                  </a:lnTo>
                  <a:lnTo>
                    <a:pt x="4275290" y="149763"/>
                  </a:lnTo>
                  <a:lnTo>
                    <a:pt x="4250293" y="143298"/>
                  </a:lnTo>
                  <a:lnTo>
                    <a:pt x="4227673" y="137857"/>
                  </a:lnTo>
                  <a:lnTo>
                    <a:pt x="4217716" y="135653"/>
                  </a:lnTo>
                  <a:lnTo>
                    <a:pt x="4193603" y="131045"/>
                  </a:lnTo>
                  <a:lnTo>
                    <a:pt x="4169526" y="127728"/>
                  </a:lnTo>
                  <a:lnTo>
                    <a:pt x="4142848" y="125323"/>
                  </a:lnTo>
                  <a:lnTo>
                    <a:pt x="4113454" y="123603"/>
                  </a:lnTo>
                  <a:lnTo>
                    <a:pt x="4086915" y="122541"/>
                  </a:lnTo>
                  <a:lnTo>
                    <a:pt x="4072042" y="122106"/>
                  </a:lnTo>
                  <a:lnTo>
                    <a:pt x="4069355" y="122045"/>
                  </a:lnTo>
                  <a:lnTo>
                    <a:pt x="3815020" y="122045"/>
                  </a:lnTo>
                  <a:lnTo>
                    <a:pt x="3812265" y="122107"/>
                  </a:lnTo>
                  <a:lnTo>
                    <a:pt x="3797266" y="122538"/>
                  </a:lnTo>
                  <a:lnTo>
                    <a:pt x="3770660" y="123587"/>
                  </a:lnTo>
                  <a:lnTo>
                    <a:pt x="3741273" y="125282"/>
                  </a:lnTo>
                  <a:lnTo>
                    <a:pt x="3714623" y="127651"/>
                  </a:lnTo>
                  <a:lnTo>
                    <a:pt x="3690558" y="130918"/>
                  </a:lnTo>
                  <a:lnTo>
                    <a:pt x="3666658" y="135408"/>
                  </a:lnTo>
                  <a:lnTo>
                    <a:pt x="3645059" y="140261"/>
                  </a:lnTo>
                  <a:lnTo>
                    <a:pt x="3621172" y="146153"/>
                  </a:lnTo>
                  <a:lnTo>
                    <a:pt x="3595002" y="152961"/>
                  </a:lnTo>
                  <a:lnTo>
                    <a:pt x="3567276" y="160364"/>
                  </a:lnTo>
                  <a:lnTo>
                    <a:pt x="3539228" y="167888"/>
                  </a:lnTo>
                  <a:lnTo>
                    <a:pt x="3512200" y="175026"/>
                  </a:lnTo>
                  <a:lnTo>
                    <a:pt x="3487197" y="181375"/>
                  </a:lnTo>
                  <a:lnTo>
                    <a:pt x="3464575" y="186717"/>
                  </a:lnTo>
                  <a:lnTo>
                    <a:pt x="3454712" y="188860"/>
                  </a:lnTo>
                  <a:lnTo>
                    <a:pt x="3430597" y="193386"/>
                  </a:lnTo>
                  <a:lnTo>
                    <a:pt x="3406519" y="196643"/>
                  </a:lnTo>
                  <a:lnTo>
                    <a:pt x="3379838" y="199005"/>
                  </a:lnTo>
                  <a:lnTo>
                    <a:pt x="3350441" y="200694"/>
                  </a:lnTo>
                  <a:lnTo>
                    <a:pt x="3323903" y="201737"/>
                  </a:lnTo>
                  <a:lnTo>
                    <a:pt x="3309035" y="202164"/>
                  </a:lnTo>
                  <a:lnTo>
                    <a:pt x="3306350" y="202223"/>
                  </a:lnTo>
                  <a:lnTo>
                    <a:pt x="3052016" y="202223"/>
                  </a:lnTo>
                  <a:lnTo>
                    <a:pt x="3049354" y="202382"/>
                  </a:lnTo>
                  <a:lnTo>
                    <a:pt x="3034791" y="203499"/>
                  </a:lnTo>
                  <a:lnTo>
                    <a:pt x="3008723" y="206226"/>
                  </a:lnTo>
                  <a:lnTo>
                    <a:pt x="2979645" y="210644"/>
                  </a:lnTo>
                  <a:lnTo>
                    <a:pt x="2953135" y="216813"/>
                  </a:lnTo>
                  <a:lnTo>
                    <a:pt x="2929265" y="225280"/>
                  </a:lnTo>
                  <a:lnTo>
                    <a:pt x="2905535" y="237009"/>
                  </a:lnTo>
                  <a:lnTo>
                    <a:pt x="2903654" y="238061"/>
                  </a:lnTo>
                  <a:lnTo>
                    <a:pt x="2883766" y="249992"/>
                  </a:lnTo>
                  <a:lnTo>
                    <a:pt x="2861942" y="264311"/>
                  </a:lnTo>
                  <a:lnTo>
                    <a:pt x="2838117" y="280809"/>
                  </a:lnTo>
                  <a:lnTo>
                    <a:pt x="2812768" y="298878"/>
                  </a:lnTo>
                  <a:lnTo>
                    <a:pt x="2786795" y="317577"/>
                  </a:lnTo>
                  <a:lnTo>
                    <a:pt x="2761275" y="335819"/>
                  </a:lnTo>
                  <a:lnTo>
                    <a:pt x="2737157" y="352623"/>
                  </a:lnTo>
                  <a:lnTo>
                    <a:pt x="2714998" y="367320"/>
                  </a:lnTo>
                  <a:lnTo>
                    <a:pt x="2694824" y="379637"/>
                  </a:lnTo>
                  <a:lnTo>
                    <a:pt x="2691708" y="381413"/>
                  </a:lnTo>
                  <a:lnTo>
                    <a:pt x="2667878" y="393426"/>
                  </a:lnTo>
                  <a:lnTo>
                    <a:pt x="2644119" y="402107"/>
                  </a:lnTo>
                  <a:lnTo>
                    <a:pt x="2617861" y="408424"/>
                  </a:lnTo>
                  <a:lnTo>
                    <a:pt x="2588863" y="412969"/>
                  </a:lnTo>
                  <a:lnTo>
                    <a:pt x="2562245" y="415828"/>
                  </a:lnTo>
                  <a:lnTo>
                    <a:pt x="2546621" y="417052"/>
                  </a:lnTo>
                  <a:lnTo>
                    <a:pt x="2543346" y="417251"/>
                  </a:lnTo>
                  <a:lnTo>
                    <a:pt x="2289012" y="417251"/>
                  </a:lnTo>
                  <a:lnTo>
                    <a:pt x="2286604" y="416974"/>
                  </a:lnTo>
                  <a:lnTo>
                    <a:pt x="2273253" y="415021"/>
                  </a:lnTo>
                  <a:lnTo>
                    <a:pt x="2248737" y="410194"/>
                  </a:lnTo>
                  <a:lnTo>
                    <a:pt x="2220600" y="402299"/>
                  </a:lnTo>
                  <a:lnTo>
                    <a:pt x="2194512" y="391304"/>
                  </a:lnTo>
                  <a:lnTo>
                    <a:pt x="2171145" y="376403"/>
                  </a:lnTo>
                  <a:lnTo>
                    <a:pt x="2148455" y="355981"/>
                  </a:lnTo>
                  <a:lnTo>
                    <a:pt x="2140650" y="347709"/>
                  </a:lnTo>
                  <a:lnTo>
                    <a:pt x="2123749" y="328194"/>
                  </a:lnTo>
                  <a:lnTo>
                    <a:pt x="2105464" y="305276"/>
                  </a:lnTo>
                  <a:lnTo>
                    <a:pt x="2085677" y="279110"/>
                  </a:lnTo>
                  <a:lnTo>
                    <a:pt x="2064570" y="250259"/>
                  </a:lnTo>
                  <a:lnTo>
                    <a:pt x="2042590" y="219685"/>
                  </a:lnTo>
                  <a:lnTo>
                    <a:pt x="2020366" y="188635"/>
                  </a:lnTo>
                  <a:lnTo>
                    <a:pt x="1998580" y="158440"/>
                  </a:lnTo>
                  <a:lnTo>
                    <a:pt x="1977818" y="130281"/>
                  </a:lnTo>
                  <a:lnTo>
                    <a:pt x="1958459" y="105014"/>
                  </a:lnTo>
                  <a:lnTo>
                    <a:pt x="1940599" y="83079"/>
                  </a:lnTo>
                  <a:lnTo>
                    <a:pt x="1928704" y="69541"/>
                  </a:lnTo>
                  <a:lnTo>
                    <a:pt x="1905687" y="46924"/>
                  </a:lnTo>
                  <a:lnTo>
                    <a:pt x="1882828" y="30393"/>
                  </a:lnTo>
                  <a:lnTo>
                    <a:pt x="1857762" y="18237"/>
                  </a:lnTo>
                  <a:lnTo>
                    <a:pt x="1829943" y="9344"/>
                  </a:lnTo>
                  <a:lnTo>
                    <a:pt x="1803311" y="3486"/>
                  </a:lnTo>
                  <a:lnTo>
                    <a:pt x="1785707" y="660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3794" y="329"/>
                  </a:lnTo>
                  <a:lnTo>
                    <a:pt x="1511387" y="2662"/>
                  </a:lnTo>
                  <a:lnTo>
                    <a:pt x="1488142" y="8482"/>
                  </a:lnTo>
                  <a:lnTo>
                    <a:pt x="1460832" y="18080"/>
                  </a:lnTo>
                  <a:lnTo>
                    <a:pt x="1435115" y="31441"/>
                  </a:lnTo>
                  <a:lnTo>
                    <a:pt x="1412108" y="49376"/>
                  </a:lnTo>
                  <a:lnTo>
                    <a:pt x="1390153" y="73705"/>
                  </a:lnTo>
                  <a:lnTo>
                    <a:pt x="1377646" y="90612"/>
                  </a:lnTo>
                  <a:lnTo>
                    <a:pt x="1362273" y="113643"/>
                  </a:lnTo>
                  <a:lnTo>
                    <a:pt x="1345763" y="140367"/>
                  </a:lnTo>
                  <a:lnTo>
                    <a:pt x="1327999" y="170682"/>
                  </a:lnTo>
                  <a:lnTo>
                    <a:pt x="1309069" y="204122"/>
                  </a:lnTo>
                  <a:lnTo>
                    <a:pt x="1289257" y="239847"/>
                  </a:lnTo>
                  <a:lnTo>
                    <a:pt x="1269000" y="276707"/>
                  </a:lnTo>
                  <a:lnTo>
                    <a:pt x="1248812" y="313392"/>
                  </a:lnTo>
                  <a:lnTo>
                    <a:pt x="1229195" y="348616"/>
                  </a:lnTo>
                  <a:lnTo>
                    <a:pt x="1210551" y="381300"/>
                  </a:lnTo>
                  <a:lnTo>
                    <a:pt x="1193117" y="410700"/>
                  </a:lnTo>
                  <a:lnTo>
                    <a:pt x="1176927" y="436448"/>
                  </a:lnTo>
                  <a:lnTo>
                    <a:pt x="1165700" y="453063"/>
                  </a:lnTo>
                  <a:lnTo>
                    <a:pt x="1143339" y="481797"/>
                  </a:lnTo>
                  <a:lnTo>
                    <a:pt x="1121199" y="502994"/>
                  </a:lnTo>
                  <a:lnTo>
                    <a:pt x="1097076" y="518708"/>
                  </a:lnTo>
                  <a:lnTo>
                    <a:pt x="1070250" y="530349"/>
                  </a:lnTo>
                  <a:lnTo>
                    <a:pt x="1043819" y="538273"/>
                  </a:lnTo>
                  <a:lnTo>
                    <a:pt x="1024849" y="542427"/>
                  </a:lnTo>
                  <a:lnTo>
                    <a:pt x="1017738" y="543622"/>
                  </a:lnTo>
                  <a:lnTo>
                    <a:pt x="1017338" y="543676"/>
                  </a:lnTo>
                  <a:lnTo>
                    <a:pt x="763004" y="543676"/>
                  </a:lnTo>
                  <a:lnTo>
                    <a:pt x="760435" y="543889"/>
                  </a:lnTo>
                  <a:lnTo>
                    <a:pt x="746311" y="545386"/>
                  </a:lnTo>
                  <a:lnTo>
                    <a:pt x="720796" y="549059"/>
                  </a:lnTo>
                  <a:lnTo>
                    <a:pt x="692045" y="555028"/>
                  </a:lnTo>
                  <a:lnTo>
                    <a:pt x="665683" y="563354"/>
                  </a:lnTo>
                  <a:lnTo>
                    <a:pt x="642001" y="574728"/>
                  </a:lnTo>
                  <a:lnTo>
                    <a:pt x="618659" y="590428"/>
                  </a:lnTo>
                  <a:lnTo>
                    <a:pt x="614642" y="593530"/>
                  </a:lnTo>
                  <a:lnTo>
                    <a:pt x="596046" y="608995"/>
                  </a:lnTo>
                  <a:lnTo>
                    <a:pt x="575763" y="627387"/>
                  </a:lnTo>
                  <a:lnTo>
                    <a:pt x="553696" y="648506"/>
                  </a:lnTo>
                  <a:lnTo>
                    <a:pt x="530173" y="671726"/>
                  </a:lnTo>
                  <a:lnTo>
                    <a:pt x="505877" y="696035"/>
                  </a:lnTo>
                  <a:lnTo>
                    <a:pt x="481685" y="720199"/>
                  </a:lnTo>
                  <a:lnTo>
                    <a:pt x="458446" y="743016"/>
                  </a:lnTo>
                  <a:lnTo>
                    <a:pt x="436773" y="763551"/>
                  </a:lnTo>
                  <a:lnTo>
                    <a:pt x="416900" y="781276"/>
                  </a:lnTo>
                  <a:lnTo>
                    <a:pt x="402696" y="792945"/>
                  </a:lnTo>
                  <a:lnTo>
                    <a:pt x="379157" y="809478"/>
                  </a:lnTo>
                  <a:lnTo>
                    <a:pt x="355722" y="821475"/>
                  </a:lnTo>
                  <a:lnTo>
                    <a:pt x="329894" y="830238"/>
                  </a:lnTo>
                  <a:lnTo>
                    <a:pt x="301311" y="836581"/>
                  </a:lnTo>
                  <a:lnTo>
                    <a:pt x="274653" y="840641"/>
                  </a:lnTo>
                  <a:lnTo>
                    <a:pt x="258287" y="842460"/>
                  </a:lnTo>
                  <a:lnTo>
                    <a:pt x="254334" y="842799"/>
                  </a:lnTo>
                  <a:close/>
                </a:path>
              </a:pathLst>
            </a:custGeom>
            <a:solidFill>
              <a:srgbClr val="68843C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949593" y="5274767"/>
              <a:ext cx="6358367" cy="800560"/>
            </a:xfrm>
            <a:custGeom>
              <a:avLst/>
              <a:pathLst>
                <a:path w="6358367" h="800560">
                  <a:moveTo>
                    <a:pt x="0" y="800560"/>
                  </a:moveTo>
                  <a:lnTo>
                    <a:pt x="254334" y="800560"/>
                  </a:lnTo>
                  <a:lnTo>
                    <a:pt x="256943" y="800368"/>
                  </a:lnTo>
                  <a:lnTo>
                    <a:pt x="271256" y="799018"/>
                  </a:lnTo>
                  <a:lnTo>
                    <a:pt x="297010" y="795712"/>
                  </a:lnTo>
                  <a:lnTo>
                    <a:pt x="325904" y="790348"/>
                  </a:lnTo>
                  <a:lnTo>
                    <a:pt x="352330" y="782861"/>
                  </a:lnTo>
                  <a:lnTo>
                    <a:pt x="376091" y="772613"/>
                  </a:lnTo>
                  <a:lnTo>
                    <a:pt x="399599" y="758445"/>
                  </a:lnTo>
                  <a:lnTo>
                    <a:pt x="402696" y="756316"/>
                  </a:lnTo>
                  <a:lnTo>
                    <a:pt x="421809" y="742190"/>
                  </a:lnTo>
                  <a:lnTo>
                    <a:pt x="442706" y="725328"/>
                  </a:lnTo>
                  <a:lnTo>
                    <a:pt x="465473" y="705938"/>
                  </a:lnTo>
                  <a:lnTo>
                    <a:pt x="489728" y="684648"/>
                  </a:lnTo>
                  <a:lnTo>
                    <a:pt x="514705" y="662458"/>
                  </a:lnTo>
                  <a:lnTo>
                    <a:pt x="539447" y="640559"/>
                  </a:lnTo>
                  <a:lnTo>
                    <a:pt x="563060" y="620081"/>
                  </a:lnTo>
                  <a:lnTo>
                    <a:pt x="584946" y="601857"/>
                  </a:lnTo>
                  <a:lnTo>
                    <a:pt x="604942" y="586313"/>
                  </a:lnTo>
                  <a:lnTo>
                    <a:pt x="614642" y="579337"/>
                  </a:lnTo>
                  <a:lnTo>
                    <a:pt x="638307" y="564595"/>
                  </a:lnTo>
                  <a:lnTo>
                    <a:pt x="661881" y="553918"/>
                  </a:lnTo>
                  <a:lnTo>
                    <a:pt x="687894" y="546131"/>
                  </a:lnTo>
                  <a:lnTo>
                    <a:pt x="716658" y="540509"/>
                  </a:lnTo>
                  <a:lnTo>
                    <a:pt x="743303" y="536938"/>
                  </a:lnTo>
                  <a:lnTo>
                    <a:pt x="759353" y="535368"/>
                  </a:lnTo>
                  <a:lnTo>
                    <a:pt x="763004" y="535092"/>
                  </a:lnTo>
                  <a:lnTo>
                    <a:pt x="1017338" y="535092"/>
                  </a:lnTo>
                  <a:lnTo>
                    <a:pt x="1019566" y="534766"/>
                  </a:lnTo>
                  <a:lnTo>
                    <a:pt x="1032039" y="532455"/>
                  </a:lnTo>
                  <a:lnTo>
                    <a:pt x="1055374" y="526694"/>
                  </a:lnTo>
                  <a:lnTo>
                    <a:pt x="1082745" y="517200"/>
                  </a:lnTo>
                  <a:lnTo>
                    <a:pt x="1108490" y="503984"/>
                  </a:lnTo>
                  <a:lnTo>
                    <a:pt x="1131521" y="486233"/>
                  </a:lnTo>
                  <a:lnTo>
                    <a:pt x="1153525" y="462133"/>
                  </a:lnTo>
                  <a:lnTo>
                    <a:pt x="1165700" y="445910"/>
                  </a:lnTo>
                  <a:lnTo>
                    <a:pt x="1181167" y="423097"/>
                  </a:lnTo>
                  <a:lnTo>
                    <a:pt x="1197786" y="396607"/>
                  </a:lnTo>
                  <a:lnTo>
                    <a:pt x="1215674" y="366544"/>
                  </a:lnTo>
                  <a:lnTo>
                    <a:pt x="1234738" y="333381"/>
                  </a:lnTo>
                  <a:lnTo>
                    <a:pt x="1254685" y="297967"/>
                  </a:lnTo>
                  <a:lnTo>
                    <a:pt x="1275068" y="261459"/>
                  </a:lnTo>
                  <a:lnTo>
                    <a:pt x="1295362" y="225173"/>
                  </a:lnTo>
                  <a:lnTo>
                    <a:pt x="1315059" y="190392"/>
                  </a:lnTo>
                  <a:lnTo>
                    <a:pt x="1333756" y="158183"/>
                  </a:lnTo>
                  <a:lnTo>
                    <a:pt x="1351222" y="129273"/>
                  </a:lnTo>
                  <a:lnTo>
                    <a:pt x="1367434" y="104010"/>
                  </a:lnTo>
                  <a:lnTo>
                    <a:pt x="1377646" y="89182"/>
                  </a:lnTo>
                  <a:lnTo>
                    <a:pt x="1400053" y="60849"/>
                  </a:lnTo>
                  <a:lnTo>
                    <a:pt x="1422245" y="39963"/>
                  </a:lnTo>
                  <a:lnTo>
                    <a:pt x="1446434" y="24487"/>
                  </a:lnTo>
                  <a:lnTo>
                    <a:pt x="1473332" y="13034"/>
                  </a:lnTo>
                  <a:lnTo>
                    <a:pt x="1499783" y="5254"/>
                  </a:lnTo>
                  <a:lnTo>
                    <a:pt x="1518664" y="1199"/>
                  </a:lnTo>
                  <a:lnTo>
                    <a:pt x="1525639" y="49"/>
                  </a:lnTo>
                  <a:lnTo>
                    <a:pt x="1526008" y="0"/>
                  </a:lnTo>
                  <a:lnTo>
                    <a:pt x="1780342" y="0"/>
                  </a:lnTo>
                  <a:lnTo>
                    <a:pt x="1782804" y="257"/>
                  </a:lnTo>
                  <a:lnTo>
                    <a:pt x="1796417" y="2076"/>
                  </a:lnTo>
                  <a:lnTo>
                    <a:pt x="1821276" y="6559"/>
                  </a:lnTo>
                  <a:lnTo>
                    <a:pt x="1849627" y="13874"/>
                  </a:lnTo>
                  <a:lnTo>
                    <a:pt x="1875810" y="24066"/>
                  </a:lnTo>
                  <a:lnTo>
                    <a:pt x="1899281" y="37917"/>
                  </a:lnTo>
                  <a:lnTo>
                    <a:pt x="1922188" y="56947"/>
                  </a:lnTo>
                  <a:lnTo>
                    <a:pt x="1928704" y="63266"/>
                  </a:lnTo>
                  <a:lnTo>
                    <a:pt x="1946119" y="81587"/>
                  </a:lnTo>
                  <a:lnTo>
                    <a:pt x="1965008" y="103186"/>
                  </a:lnTo>
                  <a:lnTo>
                    <a:pt x="1985483" y="127893"/>
                  </a:lnTo>
                  <a:lnTo>
                    <a:pt x="2007324" y="155119"/>
                  </a:lnTo>
                  <a:lnTo>
                    <a:pt x="2030019" y="183875"/>
                  </a:lnTo>
                  <a:lnTo>
                    <a:pt x="2052866" y="212901"/>
                  </a:lnTo>
                  <a:lnTo>
                    <a:pt x="2075130" y="240889"/>
                  </a:lnTo>
                  <a:lnTo>
                    <a:pt x="2096205" y="266715"/>
                  </a:lnTo>
                  <a:lnTo>
                    <a:pt x="2115745" y="289622"/>
                  </a:lnTo>
                  <a:lnTo>
                    <a:pt x="2133723" y="309271"/>
                  </a:lnTo>
                  <a:lnTo>
                    <a:pt x="2140650" y="316332"/>
                  </a:lnTo>
                  <a:lnTo>
                    <a:pt x="2163845" y="337047"/>
                  </a:lnTo>
                  <a:lnTo>
                    <a:pt x="2186900" y="352150"/>
                  </a:lnTo>
                  <a:lnTo>
                    <a:pt x="2212226" y="363230"/>
                  </a:lnTo>
                  <a:lnTo>
                    <a:pt x="2240308" y="371308"/>
                  </a:lnTo>
                  <a:lnTo>
                    <a:pt x="2266963" y="376579"/>
                  </a:lnTo>
                  <a:lnTo>
                    <a:pt x="2284158" y="379060"/>
                  </a:lnTo>
                  <a:lnTo>
                    <a:pt x="2289012" y="379598"/>
                  </a:lnTo>
                  <a:lnTo>
                    <a:pt x="2543346" y="379598"/>
                  </a:lnTo>
                  <a:lnTo>
                    <a:pt x="2546004" y="379436"/>
                  </a:lnTo>
                  <a:lnTo>
                    <a:pt x="2560546" y="378298"/>
                  </a:lnTo>
                  <a:lnTo>
                    <a:pt x="2586588" y="375517"/>
                  </a:lnTo>
                  <a:lnTo>
                    <a:pt x="2615650" y="371011"/>
                  </a:lnTo>
                  <a:lnTo>
                    <a:pt x="2642153" y="364719"/>
                  </a:lnTo>
                  <a:lnTo>
                    <a:pt x="2666014" y="356086"/>
                  </a:lnTo>
                  <a:lnTo>
                    <a:pt x="2689726" y="344129"/>
                  </a:lnTo>
                  <a:lnTo>
                    <a:pt x="2691708" y="342996"/>
                  </a:lnTo>
                  <a:lnTo>
                    <a:pt x="2711527" y="330856"/>
                  </a:lnTo>
                  <a:lnTo>
                    <a:pt x="2733267" y="316292"/>
                  </a:lnTo>
                  <a:lnTo>
                    <a:pt x="2756996" y="299516"/>
                  </a:lnTo>
                  <a:lnTo>
                    <a:pt x="2782247" y="281137"/>
                  </a:lnTo>
                  <a:lnTo>
                    <a:pt x="2808133" y="262104"/>
                  </a:lnTo>
                  <a:lnTo>
                    <a:pt x="2833585" y="243517"/>
                  </a:lnTo>
                  <a:lnTo>
                    <a:pt x="2857660" y="226372"/>
                  </a:lnTo>
                  <a:lnTo>
                    <a:pt x="2879796" y="211352"/>
                  </a:lnTo>
                  <a:lnTo>
                    <a:pt x="2899954" y="198745"/>
                  </a:lnTo>
                  <a:lnTo>
                    <a:pt x="2903654" y="196587"/>
                  </a:lnTo>
                  <a:lnTo>
                    <a:pt x="2927470" y="184324"/>
                  </a:lnTo>
                  <a:lnTo>
                    <a:pt x="2951214" y="175461"/>
                  </a:lnTo>
                  <a:lnTo>
                    <a:pt x="2977451" y="169010"/>
                  </a:lnTo>
                  <a:lnTo>
                    <a:pt x="3006430" y="164367"/>
                  </a:lnTo>
                  <a:lnTo>
                    <a:pt x="3033050" y="161444"/>
                  </a:lnTo>
                  <a:lnTo>
                    <a:pt x="3048710" y="160190"/>
                  </a:lnTo>
                  <a:lnTo>
                    <a:pt x="3052016" y="159985"/>
                  </a:lnTo>
                  <a:lnTo>
                    <a:pt x="3306350" y="159985"/>
                  </a:lnTo>
                  <a:lnTo>
                    <a:pt x="3309106" y="159925"/>
                  </a:lnTo>
                  <a:lnTo>
                    <a:pt x="3324109" y="159507"/>
                  </a:lnTo>
                  <a:lnTo>
                    <a:pt x="3350721" y="158491"/>
                  </a:lnTo>
                  <a:lnTo>
                    <a:pt x="3380111" y="156849"/>
                  </a:lnTo>
                  <a:lnTo>
                    <a:pt x="3406763" y="154553"/>
                  </a:lnTo>
                  <a:lnTo>
                    <a:pt x="3430830" y="151387"/>
                  </a:lnTo>
                  <a:lnTo>
                    <a:pt x="3454712" y="147039"/>
                  </a:lnTo>
                  <a:lnTo>
                    <a:pt x="3476332" y="142332"/>
                  </a:lnTo>
                  <a:lnTo>
                    <a:pt x="3500245" y="136618"/>
                  </a:lnTo>
                  <a:lnTo>
                    <a:pt x="3526443" y="130014"/>
                  </a:lnTo>
                  <a:lnTo>
                    <a:pt x="3554198" y="122834"/>
                  </a:lnTo>
                  <a:lnTo>
                    <a:pt x="3582270" y="115539"/>
                  </a:lnTo>
                  <a:lnTo>
                    <a:pt x="3609314" y="108620"/>
                  </a:lnTo>
                  <a:lnTo>
                    <a:pt x="3634327" y="102469"/>
                  </a:lnTo>
                  <a:lnTo>
                    <a:pt x="3656954" y="97296"/>
                  </a:lnTo>
                  <a:lnTo>
                    <a:pt x="3666658" y="95253"/>
                  </a:lnTo>
                  <a:lnTo>
                    <a:pt x="3690776" y="90868"/>
                  </a:lnTo>
                  <a:lnTo>
                    <a:pt x="3714858" y="87713"/>
                  </a:lnTo>
                  <a:lnTo>
                    <a:pt x="3741543" y="85424"/>
                  </a:lnTo>
                  <a:lnTo>
                    <a:pt x="3770944" y="83788"/>
                  </a:lnTo>
                  <a:lnTo>
                    <a:pt x="3797481" y="82778"/>
                  </a:lnTo>
                  <a:lnTo>
                    <a:pt x="3812341" y="82365"/>
                  </a:lnTo>
                  <a:lnTo>
                    <a:pt x="3815020" y="82307"/>
                  </a:lnTo>
                  <a:lnTo>
                    <a:pt x="4069355" y="82307"/>
                  </a:lnTo>
                  <a:lnTo>
                    <a:pt x="4072106" y="82374"/>
                  </a:lnTo>
                  <a:lnTo>
                    <a:pt x="4087090" y="82848"/>
                  </a:lnTo>
                  <a:lnTo>
                    <a:pt x="4113677" y="83999"/>
                  </a:lnTo>
                  <a:lnTo>
                    <a:pt x="4143054" y="85857"/>
                  </a:lnTo>
                  <a:lnTo>
                    <a:pt x="4169700" y="88456"/>
                  </a:lnTo>
                  <a:lnTo>
                    <a:pt x="4193758" y="92040"/>
                  </a:lnTo>
                  <a:lnTo>
                    <a:pt x="4217716" y="96982"/>
                  </a:lnTo>
                  <a:lnTo>
                    <a:pt x="4239246" y="102293"/>
                  </a:lnTo>
                  <a:lnTo>
                    <a:pt x="4263049" y="108738"/>
                  </a:lnTo>
                  <a:lnTo>
                    <a:pt x="4289124" y="116186"/>
                  </a:lnTo>
                  <a:lnTo>
                    <a:pt x="4316755" y="124286"/>
                  </a:lnTo>
                  <a:lnTo>
                    <a:pt x="4344723" y="132525"/>
                  </a:lnTo>
                  <a:lnTo>
                    <a:pt x="4371695" y="140351"/>
                  </a:lnTo>
                  <a:lnTo>
                    <a:pt x="4396668" y="147322"/>
                  </a:lnTo>
                  <a:lnTo>
                    <a:pt x="4419273" y="153197"/>
                  </a:lnTo>
                  <a:lnTo>
                    <a:pt x="4429662" y="155681"/>
                  </a:lnTo>
                  <a:lnTo>
                    <a:pt x="4453768" y="160649"/>
                  </a:lnTo>
                  <a:lnTo>
                    <a:pt x="4477835" y="164225"/>
                  </a:lnTo>
                  <a:lnTo>
                    <a:pt x="4504502" y="166819"/>
                  </a:lnTo>
                  <a:lnTo>
                    <a:pt x="4533885" y="168673"/>
                  </a:lnTo>
                  <a:lnTo>
                    <a:pt x="4560426" y="169820"/>
                  </a:lnTo>
                  <a:lnTo>
                    <a:pt x="4575320" y="170289"/>
                  </a:lnTo>
                  <a:lnTo>
                    <a:pt x="4578024" y="170355"/>
                  </a:lnTo>
                  <a:lnTo>
                    <a:pt x="4832359" y="170355"/>
                  </a:lnTo>
                  <a:lnTo>
                    <a:pt x="4835116" y="170412"/>
                  </a:lnTo>
                  <a:lnTo>
                    <a:pt x="4850126" y="170806"/>
                  </a:lnTo>
                  <a:lnTo>
                    <a:pt x="4876747" y="171767"/>
                  </a:lnTo>
                  <a:lnTo>
                    <a:pt x="4906142" y="173317"/>
                  </a:lnTo>
                  <a:lnTo>
                    <a:pt x="4932797" y="175486"/>
                  </a:lnTo>
                  <a:lnTo>
                    <a:pt x="4956867" y="178476"/>
                  </a:lnTo>
                  <a:lnTo>
                    <a:pt x="4980720" y="182576"/>
                  </a:lnTo>
                  <a:lnTo>
                    <a:pt x="5002375" y="187026"/>
                  </a:lnTo>
                  <a:lnTo>
                    <a:pt x="5026330" y="192431"/>
                  </a:lnTo>
                  <a:lnTo>
                    <a:pt x="5052577" y="198677"/>
                  </a:lnTo>
                  <a:lnTo>
                    <a:pt x="5080379" y="205467"/>
                  </a:lnTo>
                  <a:lnTo>
                    <a:pt x="5108492" y="212363"/>
                  </a:lnTo>
                  <a:lnTo>
                    <a:pt x="5135564" y="218899"/>
                  </a:lnTo>
                  <a:lnTo>
                    <a:pt x="5160591" y="224706"/>
                  </a:lnTo>
                  <a:lnTo>
                    <a:pt x="5183227" y="229586"/>
                  </a:lnTo>
                  <a:lnTo>
                    <a:pt x="5192666" y="231459"/>
                  </a:lnTo>
                  <a:lnTo>
                    <a:pt x="5216789" y="235599"/>
                  </a:lnTo>
                  <a:lnTo>
                    <a:pt x="5240876" y="238579"/>
                  </a:lnTo>
                  <a:lnTo>
                    <a:pt x="5267569" y="240739"/>
                  </a:lnTo>
                  <a:lnTo>
                    <a:pt x="5296976" y="242283"/>
                  </a:lnTo>
                  <a:lnTo>
                    <a:pt x="5323511" y="243237"/>
                  </a:lnTo>
                  <a:lnTo>
                    <a:pt x="5338359" y="243626"/>
                  </a:lnTo>
                  <a:lnTo>
                    <a:pt x="5341028" y="243680"/>
                  </a:lnTo>
                  <a:lnTo>
                    <a:pt x="5595363" y="243680"/>
                  </a:lnTo>
                  <a:lnTo>
                    <a:pt x="5598108" y="243759"/>
                  </a:lnTo>
                  <a:lnTo>
                    <a:pt x="5613060" y="244308"/>
                  </a:lnTo>
                  <a:lnTo>
                    <a:pt x="5639610" y="245644"/>
                  </a:lnTo>
                  <a:lnTo>
                    <a:pt x="5668965" y="247803"/>
                  </a:lnTo>
                  <a:lnTo>
                    <a:pt x="5695601" y="250820"/>
                  </a:lnTo>
                  <a:lnTo>
                    <a:pt x="5719645" y="254980"/>
                  </a:lnTo>
                  <a:lnTo>
                    <a:pt x="5743725" y="260755"/>
                  </a:lnTo>
                  <a:lnTo>
                    <a:pt x="5765114" y="266893"/>
                  </a:lnTo>
                  <a:lnTo>
                    <a:pt x="5788747" y="274334"/>
                  </a:lnTo>
                  <a:lnTo>
                    <a:pt x="5814629" y="282931"/>
                  </a:lnTo>
                  <a:lnTo>
                    <a:pt x="5842067" y="292287"/>
                  </a:lnTo>
                  <a:lnTo>
                    <a:pt x="5869871" y="301819"/>
                  </a:lnTo>
                  <a:lnTo>
                    <a:pt x="5896730" y="310895"/>
                  </a:lnTo>
                  <a:lnTo>
                    <a:pt x="5921640" y="319003"/>
                  </a:lnTo>
                  <a:lnTo>
                    <a:pt x="5944212" y="325858"/>
                  </a:lnTo>
                  <a:lnTo>
                    <a:pt x="5955670" y="329056"/>
                  </a:lnTo>
                  <a:lnTo>
                    <a:pt x="5979756" y="334833"/>
                  </a:lnTo>
                  <a:lnTo>
                    <a:pt x="6003800" y="338992"/>
                  </a:lnTo>
                  <a:lnTo>
                    <a:pt x="6030437" y="342010"/>
                  </a:lnTo>
                  <a:lnTo>
                    <a:pt x="6059792" y="344168"/>
                  </a:lnTo>
                  <a:lnTo>
                    <a:pt x="6086340" y="345504"/>
                  </a:lnTo>
                  <a:lnTo>
                    <a:pt x="6101289" y="346053"/>
                  </a:lnTo>
                  <a:lnTo>
                    <a:pt x="6104032" y="346131"/>
                  </a:lnTo>
                  <a:lnTo>
                    <a:pt x="6358367" y="346131"/>
                  </a:lnTo>
                  <a:lnTo>
                    <a:pt x="6104032" y="346131"/>
                  </a:lnTo>
                  <a:lnTo>
                    <a:pt x="6101287" y="346053"/>
                  </a:lnTo>
                  <a:lnTo>
                    <a:pt x="6086334" y="345504"/>
                  </a:lnTo>
                  <a:lnTo>
                    <a:pt x="6059785" y="344168"/>
                  </a:lnTo>
                  <a:lnTo>
                    <a:pt x="6030430" y="342009"/>
                  </a:lnTo>
                  <a:lnTo>
                    <a:pt x="6003794" y="338991"/>
                  </a:lnTo>
                  <a:lnTo>
                    <a:pt x="5979750" y="334832"/>
                  </a:lnTo>
                  <a:lnTo>
                    <a:pt x="5955670" y="329056"/>
                  </a:lnTo>
                  <a:lnTo>
                    <a:pt x="5934280" y="322919"/>
                  </a:lnTo>
                  <a:lnTo>
                    <a:pt x="5910648" y="315477"/>
                  </a:lnTo>
                  <a:lnTo>
                    <a:pt x="5884766" y="306881"/>
                  </a:lnTo>
                  <a:lnTo>
                    <a:pt x="5857327" y="297524"/>
                  </a:lnTo>
                  <a:lnTo>
                    <a:pt x="5829523" y="287992"/>
                  </a:lnTo>
                  <a:lnTo>
                    <a:pt x="5802665" y="278916"/>
                  </a:lnTo>
                  <a:lnTo>
                    <a:pt x="5777754" y="270808"/>
                  </a:lnTo>
                  <a:lnTo>
                    <a:pt x="5755182" y="263953"/>
                  </a:lnTo>
                  <a:lnTo>
                    <a:pt x="5743725" y="260755"/>
                  </a:lnTo>
                  <a:lnTo>
                    <a:pt x="5719639" y="254979"/>
                  </a:lnTo>
                  <a:lnTo>
                    <a:pt x="5695594" y="250820"/>
                  </a:lnTo>
                  <a:lnTo>
                    <a:pt x="5668958" y="247802"/>
                  </a:lnTo>
                  <a:lnTo>
                    <a:pt x="5639603" y="245644"/>
                  </a:lnTo>
                  <a:lnTo>
                    <a:pt x="5613055" y="244307"/>
                  </a:lnTo>
                  <a:lnTo>
                    <a:pt x="5598106" y="243758"/>
                  </a:lnTo>
                  <a:lnTo>
                    <a:pt x="5595363" y="243680"/>
                  </a:lnTo>
                  <a:lnTo>
                    <a:pt x="5341028" y="243680"/>
                  </a:lnTo>
                  <a:lnTo>
                    <a:pt x="5338271" y="243624"/>
                  </a:lnTo>
                  <a:lnTo>
                    <a:pt x="5323260" y="243229"/>
                  </a:lnTo>
                  <a:lnTo>
                    <a:pt x="5296639" y="242269"/>
                  </a:lnTo>
                  <a:lnTo>
                    <a:pt x="5267244" y="240718"/>
                  </a:lnTo>
                  <a:lnTo>
                    <a:pt x="5240590" y="238550"/>
                  </a:lnTo>
                  <a:lnTo>
                    <a:pt x="5216519" y="235559"/>
                  </a:lnTo>
                  <a:lnTo>
                    <a:pt x="5192666" y="231459"/>
                  </a:lnTo>
                  <a:lnTo>
                    <a:pt x="5171011" y="227009"/>
                  </a:lnTo>
                  <a:lnTo>
                    <a:pt x="5147056" y="221604"/>
                  </a:lnTo>
                  <a:lnTo>
                    <a:pt x="5120810" y="215358"/>
                  </a:lnTo>
                  <a:lnTo>
                    <a:pt x="5093007" y="208569"/>
                  </a:lnTo>
                  <a:lnTo>
                    <a:pt x="5064894" y="201673"/>
                  </a:lnTo>
                  <a:lnTo>
                    <a:pt x="5037822" y="195136"/>
                  </a:lnTo>
                  <a:lnTo>
                    <a:pt x="5012795" y="189330"/>
                  </a:lnTo>
                  <a:lnTo>
                    <a:pt x="4990160" y="184450"/>
                  </a:lnTo>
                  <a:lnTo>
                    <a:pt x="4980720" y="182576"/>
                  </a:lnTo>
                  <a:lnTo>
                    <a:pt x="4956597" y="178436"/>
                  </a:lnTo>
                  <a:lnTo>
                    <a:pt x="4932510" y="175457"/>
                  </a:lnTo>
                  <a:lnTo>
                    <a:pt x="4905818" y="173296"/>
                  </a:lnTo>
                  <a:lnTo>
                    <a:pt x="4876410" y="171752"/>
                  </a:lnTo>
                  <a:lnTo>
                    <a:pt x="4849875" y="170799"/>
                  </a:lnTo>
                  <a:lnTo>
                    <a:pt x="4835028" y="170410"/>
                  </a:lnTo>
                  <a:lnTo>
                    <a:pt x="4832359" y="170355"/>
                  </a:lnTo>
                  <a:lnTo>
                    <a:pt x="4578024" y="170355"/>
                  </a:lnTo>
                  <a:lnTo>
                    <a:pt x="4575272" y="170288"/>
                  </a:lnTo>
                  <a:lnTo>
                    <a:pt x="4560289" y="169815"/>
                  </a:lnTo>
                  <a:lnTo>
                    <a:pt x="4533701" y="168664"/>
                  </a:lnTo>
                  <a:lnTo>
                    <a:pt x="4504324" y="166805"/>
                  </a:lnTo>
                  <a:lnTo>
                    <a:pt x="4477679" y="164206"/>
                  </a:lnTo>
                  <a:lnTo>
                    <a:pt x="4453621" y="160622"/>
                  </a:lnTo>
                  <a:lnTo>
                    <a:pt x="4429662" y="155681"/>
                  </a:lnTo>
                  <a:lnTo>
                    <a:pt x="4408132" y="150370"/>
                  </a:lnTo>
                  <a:lnTo>
                    <a:pt x="4384329" y="143924"/>
                  </a:lnTo>
                  <a:lnTo>
                    <a:pt x="4358255" y="136477"/>
                  </a:lnTo>
                  <a:lnTo>
                    <a:pt x="4330624" y="128376"/>
                  </a:lnTo>
                  <a:lnTo>
                    <a:pt x="4302656" y="120137"/>
                  </a:lnTo>
                  <a:lnTo>
                    <a:pt x="4275684" y="112311"/>
                  </a:lnTo>
                  <a:lnTo>
                    <a:pt x="4250711" y="105340"/>
                  </a:lnTo>
                  <a:lnTo>
                    <a:pt x="4228105" y="99465"/>
                  </a:lnTo>
                  <a:lnTo>
                    <a:pt x="4217716" y="96982"/>
                  </a:lnTo>
                  <a:lnTo>
                    <a:pt x="4193611" y="92014"/>
                  </a:lnTo>
                  <a:lnTo>
                    <a:pt x="4169543" y="88437"/>
                  </a:lnTo>
                  <a:lnTo>
                    <a:pt x="4142877" y="85844"/>
                  </a:lnTo>
                  <a:lnTo>
                    <a:pt x="4113494" y="83989"/>
                  </a:lnTo>
                  <a:lnTo>
                    <a:pt x="4086953" y="82843"/>
                  </a:lnTo>
                  <a:lnTo>
                    <a:pt x="4072058" y="82373"/>
                  </a:lnTo>
                  <a:lnTo>
                    <a:pt x="4069355" y="82307"/>
                  </a:lnTo>
                  <a:lnTo>
                    <a:pt x="3815020" y="82307"/>
                  </a:lnTo>
                  <a:lnTo>
                    <a:pt x="3812264" y="82367"/>
                  </a:lnTo>
                  <a:lnTo>
                    <a:pt x="3797261" y="82785"/>
                  </a:lnTo>
                  <a:lnTo>
                    <a:pt x="3770649" y="83801"/>
                  </a:lnTo>
                  <a:lnTo>
                    <a:pt x="3741259" y="85443"/>
                  </a:lnTo>
                  <a:lnTo>
                    <a:pt x="3714608" y="87739"/>
                  </a:lnTo>
                  <a:lnTo>
                    <a:pt x="3690540" y="90906"/>
                  </a:lnTo>
                  <a:lnTo>
                    <a:pt x="3666658" y="95253"/>
                  </a:lnTo>
                  <a:lnTo>
                    <a:pt x="3645038" y="99960"/>
                  </a:lnTo>
                  <a:lnTo>
                    <a:pt x="3621126" y="105674"/>
                  </a:lnTo>
                  <a:lnTo>
                    <a:pt x="3594927" y="112278"/>
                  </a:lnTo>
                  <a:lnTo>
                    <a:pt x="3567172" y="119458"/>
                  </a:lnTo>
                  <a:lnTo>
                    <a:pt x="3539100" y="126753"/>
                  </a:lnTo>
                  <a:lnTo>
                    <a:pt x="3512056" y="133672"/>
                  </a:lnTo>
                  <a:lnTo>
                    <a:pt x="3487044" y="139823"/>
                  </a:lnTo>
                  <a:lnTo>
                    <a:pt x="3464417" y="144996"/>
                  </a:lnTo>
                  <a:lnTo>
                    <a:pt x="3454712" y="147039"/>
                  </a:lnTo>
                  <a:lnTo>
                    <a:pt x="3430594" y="151424"/>
                  </a:lnTo>
                  <a:lnTo>
                    <a:pt x="3406512" y="154580"/>
                  </a:lnTo>
                  <a:lnTo>
                    <a:pt x="3379827" y="156868"/>
                  </a:lnTo>
                  <a:lnTo>
                    <a:pt x="3350426" y="158504"/>
                  </a:lnTo>
                  <a:lnTo>
                    <a:pt x="3323890" y="159514"/>
                  </a:lnTo>
                  <a:lnTo>
                    <a:pt x="3309029" y="159927"/>
                  </a:lnTo>
                  <a:lnTo>
                    <a:pt x="3306350" y="159985"/>
                  </a:lnTo>
                  <a:lnTo>
                    <a:pt x="3052016" y="159985"/>
                  </a:lnTo>
                  <a:lnTo>
                    <a:pt x="3049358" y="160147"/>
                  </a:lnTo>
                  <a:lnTo>
                    <a:pt x="3034816" y="161285"/>
                  </a:lnTo>
                  <a:lnTo>
                    <a:pt x="3008774" y="164067"/>
                  </a:lnTo>
                  <a:lnTo>
                    <a:pt x="2979712" y="168573"/>
                  </a:lnTo>
                  <a:lnTo>
                    <a:pt x="2953209" y="174864"/>
                  </a:lnTo>
                  <a:lnTo>
                    <a:pt x="2929348" y="183498"/>
                  </a:lnTo>
                  <a:lnTo>
                    <a:pt x="2905636" y="195454"/>
                  </a:lnTo>
                  <a:lnTo>
                    <a:pt x="2903654" y="196587"/>
                  </a:lnTo>
                  <a:lnTo>
                    <a:pt x="2883835" y="208727"/>
                  </a:lnTo>
                  <a:lnTo>
                    <a:pt x="2862095" y="223291"/>
                  </a:lnTo>
                  <a:lnTo>
                    <a:pt x="2838366" y="240067"/>
                  </a:lnTo>
                  <a:lnTo>
                    <a:pt x="2813115" y="258446"/>
                  </a:lnTo>
                  <a:lnTo>
                    <a:pt x="2787229" y="277479"/>
                  </a:lnTo>
                  <a:lnTo>
                    <a:pt x="2761777" y="296066"/>
                  </a:lnTo>
                  <a:lnTo>
                    <a:pt x="2737702" y="313211"/>
                  </a:lnTo>
                  <a:lnTo>
                    <a:pt x="2715566" y="328231"/>
                  </a:lnTo>
                  <a:lnTo>
                    <a:pt x="2695408" y="340838"/>
                  </a:lnTo>
                  <a:lnTo>
                    <a:pt x="2691708" y="342996"/>
                  </a:lnTo>
                  <a:lnTo>
                    <a:pt x="2667892" y="355259"/>
                  </a:lnTo>
                  <a:lnTo>
                    <a:pt x="2644148" y="364122"/>
                  </a:lnTo>
                  <a:lnTo>
                    <a:pt x="2617911" y="370574"/>
                  </a:lnTo>
                  <a:lnTo>
                    <a:pt x="2588932" y="375216"/>
                  </a:lnTo>
                  <a:lnTo>
                    <a:pt x="2562312" y="378139"/>
                  </a:lnTo>
                  <a:lnTo>
                    <a:pt x="2546652" y="379393"/>
                  </a:lnTo>
                  <a:lnTo>
                    <a:pt x="2543346" y="379598"/>
                  </a:lnTo>
                  <a:lnTo>
                    <a:pt x="2289012" y="379598"/>
                  </a:lnTo>
                  <a:lnTo>
                    <a:pt x="2286550" y="379340"/>
                  </a:lnTo>
                  <a:lnTo>
                    <a:pt x="2272937" y="377522"/>
                  </a:lnTo>
                  <a:lnTo>
                    <a:pt x="2248078" y="373039"/>
                  </a:lnTo>
                  <a:lnTo>
                    <a:pt x="2219727" y="365724"/>
                  </a:lnTo>
                  <a:lnTo>
                    <a:pt x="2193544" y="355531"/>
                  </a:lnTo>
                  <a:lnTo>
                    <a:pt x="2170073" y="341681"/>
                  </a:lnTo>
                  <a:lnTo>
                    <a:pt x="2147166" y="322650"/>
                  </a:lnTo>
                  <a:lnTo>
                    <a:pt x="2140650" y="316332"/>
                  </a:lnTo>
                  <a:lnTo>
                    <a:pt x="2123235" y="298011"/>
                  </a:lnTo>
                  <a:lnTo>
                    <a:pt x="2104346" y="276412"/>
                  </a:lnTo>
                  <a:lnTo>
                    <a:pt x="2083871" y="251705"/>
                  </a:lnTo>
                  <a:lnTo>
                    <a:pt x="2062030" y="224479"/>
                  </a:lnTo>
                  <a:lnTo>
                    <a:pt x="2039335" y="195723"/>
                  </a:lnTo>
                  <a:lnTo>
                    <a:pt x="2016488" y="166696"/>
                  </a:lnTo>
                  <a:lnTo>
                    <a:pt x="1994224" y="138709"/>
                  </a:lnTo>
                  <a:lnTo>
                    <a:pt x="1973149" y="112882"/>
                  </a:lnTo>
                  <a:lnTo>
                    <a:pt x="1953609" y="89976"/>
                  </a:lnTo>
                  <a:lnTo>
                    <a:pt x="1935631" y="70326"/>
                  </a:lnTo>
                  <a:lnTo>
                    <a:pt x="1928704" y="63266"/>
                  </a:lnTo>
                  <a:lnTo>
                    <a:pt x="1905509" y="42551"/>
                  </a:lnTo>
                  <a:lnTo>
                    <a:pt x="1882454" y="27448"/>
                  </a:lnTo>
                  <a:lnTo>
                    <a:pt x="1857128" y="16367"/>
                  </a:lnTo>
                  <a:lnTo>
                    <a:pt x="1829046" y="8290"/>
                  </a:lnTo>
                  <a:lnTo>
                    <a:pt x="1802391" y="3019"/>
                  </a:lnTo>
                  <a:lnTo>
                    <a:pt x="1785196" y="538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3728" y="313"/>
                  </a:lnTo>
                  <a:lnTo>
                    <a:pt x="1510997" y="2532"/>
                  </a:lnTo>
                  <a:lnTo>
                    <a:pt x="1487311" y="8048"/>
                  </a:lnTo>
                  <a:lnTo>
                    <a:pt x="1459707" y="17118"/>
                  </a:lnTo>
                  <a:lnTo>
                    <a:pt x="1433858" y="29744"/>
                  </a:lnTo>
                  <a:lnTo>
                    <a:pt x="1410731" y="46747"/>
                  </a:lnTo>
                  <a:lnTo>
                    <a:pt x="1388531" y="69897"/>
                  </a:lnTo>
                  <a:lnTo>
                    <a:pt x="1377646" y="83573"/>
                  </a:lnTo>
                  <a:lnTo>
                    <a:pt x="1361796" y="105502"/>
                  </a:lnTo>
                  <a:lnTo>
                    <a:pt x="1344735" y="131045"/>
                  </a:lnTo>
                  <a:lnTo>
                    <a:pt x="1326344" y="160083"/>
                  </a:lnTo>
                  <a:lnTo>
                    <a:pt x="1306736" y="192117"/>
                  </a:lnTo>
                  <a:lnTo>
                    <a:pt x="1286241" y="226263"/>
                  </a:lnTo>
                  <a:lnTo>
                    <a:pt x="1265353" y="261334"/>
                  </a:lnTo>
                  <a:lnTo>
                    <a:pt x="1244638" y="296001"/>
                  </a:lnTo>
                  <a:lnTo>
                    <a:pt x="1224629" y="328996"/>
                  </a:lnTo>
                  <a:lnTo>
                    <a:pt x="1205730" y="359301"/>
                  </a:lnTo>
                  <a:lnTo>
                    <a:pt x="1188144" y="386261"/>
                  </a:lnTo>
                  <a:lnTo>
                    <a:pt x="1171844" y="409613"/>
                  </a:lnTo>
                  <a:lnTo>
                    <a:pt x="1165700" y="417865"/>
                  </a:lnTo>
                  <a:lnTo>
                    <a:pt x="1143112" y="444603"/>
                  </a:lnTo>
                  <a:lnTo>
                    <a:pt x="1120723" y="464264"/>
                  </a:lnTo>
                  <a:lnTo>
                    <a:pt x="1096276" y="478798"/>
                  </a:lnTo>
                  <a:lnTo>
                    <a:pt x="1069102" y="489519"/>
                  </a:lnTo>
                  <a:lnTo>
                    <a:pt x="1042581" y="496738"/>
                  </a:lnTo>
                  <a:lnTo>
                    <a:pt x="1024058" y="500420"/>
                  </a:lnTo>
                  <a:lnTo>
                    <a:pt x="1017602" y="501405"/>
                  </a:lnTo>
                  <a:lnTo>
                    <a:pt x="1017338" y="501438"/>
                  </a:lnTo>
                  <a:lnTo>
                    <a:pt x="763004" y="501438"/>
                  </a:lnTo>
                  <a:lnTo>
                    <a:pt x="760435" y="501650"/>
                  </a:lnTo>
                  <a:lnTo>
                    <a:pt x="746311" y="503148"/>
                  </a:lnTo>
                  <a:lnTo>
                    <a:pt x="720796" y="506821"/>
                  </a:lnTo>
                  <a:lnTo>
                    <a:pt x="692045" y="512790"/>
                  </a:lnTo>
                  <a:lnTo>
                    <a:pt x="665683" y="521115"/>
                  </a:lnTo>
                  <a:lnTo>
                    <a:pt x="642001" y="532490"/>
                  </a:lnTo>
                  <a:lnTo>
                    <a:pt x="618659" y="548190"/>
                  </a:lnTo>
                  <a:lnTo>
                    <a:pt x="614642" y="551292"/>
                  </a:lnTo>
                  <a:lnTo>
                    <a:pt x="596046" y="566757"/>
                  </a:lnTo>
                  <a:lnTo>
                    <a:pt x="575763" y="585149"/>
                  </a:lnTo>
                  <a:lnTo>
                    <a:pt x="553696" y="606268"/>
                  </a:lnTo>
                  <a:lnTo>
                    <a:pt x="530173" y="629488"/>
                  </a:lnTo>
                  <a:lnTo>
                    <a:pt x="505877" y="653797"/>
                  </a:lnTo>
                  <a:lnTo>
                    <a:pt x="481685" y="677961"/>
                  </a:lnTo>
                  <a:lnTo>
                    <a:pt x="458446" y="700778"/>
                  </a:lnTo>
                  <a:lnTo>
                    <a:pt x="436773" y="721312"/>
                  </a:lnTo>
                  <a:lnTo>
                    <a:pt x="416900" y="739038"/>
                  </a:lnTo>
                  <a:lnTo>
                    <a:pt x="402696" y="750707"/>
                  </a:lnTo>
                  <a:lnTo>
                    <a:pt x="379157" y="767240"/>
                  </a:lnTo>
                  <a:lnTo>
                    <a:pt x="355722" y="779236"/>
                  </a:lnTo>
                  <a:lnTo>
                    <a:pt x="329894" y="788000"/>
                  </a:lnTo>
                  <a:lnTo>
                    <a:pt x="301311" y="794343"/>
                  </a:lnTo>
                  <a:lnTo>
                    <a:pt x="274653" y="798403"/>
                  </a:lnTo>
                  <a:lnTo>
                    <a:pt x="258287" y="800221"/>
                  </a:lnTo>
                  <a:lnTo>
                    <a:pt x="254334" y="800560"/>
                  </a:lnTo>
                  <a:close/>
                </a:path>
              </a:pathLst>
            </a:custGeom>
            <a:solidFill>
              <a:srgbClr val="D0191B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949593" y="5274767"/>
              <a:ext cx="6358367" cy="899143"/>
            </a:xfrm>
            <a:custGeom>
              <a:avLst/>
              <a:pathLst>
                <a:path w="6358367" h="899143">
                  <a:moveTo>
                    <a:pt x="0" y="800560"/>
                  </a:moveTo>
                  <a:lnTo>
                    <a:pt x="254334" y="800560"/>
                  </a:lnTo>
                  <a:lnTo>
                    <a:pt x="256948" y="800371"/>
                  </a:lnTo>
                  <a:lnTo>
                    <a:pt x="271286" y="799042"/>
                  </a:lnTo>
                  <a:lnTo>
                    <a:pt x="297071" y="795788"/>
                  </a:lnTo>
                  <a:lnTo>
                    <a:pt x="325983" y="790508"/>
                  </a:lnTo>
                  <a:lnTo>
                    <a:pt x="352418" y="783141"/>
                  </a:lnTo>
                  <a:lnTo>
                    <a:pt x="376190" y="773052"/>
                  </a:lnTo>
                  <a:lnTo>
                    <a:pt x="399719" y="759102"/>
                  </a:lnTo>
                  <a:lnTo>
                    <a:pt x="402696" y="757090"/>
                  </a:lnTo>
                  <a:lnTo>
                    <a:pt x="421880" y="743157"/>
                  </a:lnTo>
                  <a:lnTo>
                    <a:pt x="442863" y="726516"/>
                  </a:lnTo>
                  <a:lnTo>
                    <a:pt x="465728" y="707377"/>
                  </a:lnTo>
                  <a:lnTo>
                    <a:pt x="490084" y="686367"/>
                  </a:lnTo>
                  <a:lnTo>
                    <a:pt x="515155" y="664482"/>
                  </a:lnTo>
                  <a:lnTo>
                    <a:pt x="539971" y="642907"/>
                  </a:lnTo>
                  <a:lnTo>
                    <a:pt x="563634" y="622759"/>
                  </a:lnTo>
                  <a:lnTo>
                    <a:pt x="585547" y="604858"/>
                  </a:lnTo>
                  <a:lnTo>
                    <a:pt x="605560" y="589614"/>
                  </a:lnTo>
                  <a:lnTo>
                    <a:pt x="614642" y="583208"/>
                  </a:lnTo>
                  <a:lnTo>
                    <a:pt x="638323" y="568716"/>
                  </a:lnTo>
                  <a:lnTo>
                    <a:pt x="661916" y="558222"/>
                  </a:lnTo>
                  <a:lnTo>
                    <a:pt x="687953" y="550570"/>
                  </a:lnTo>
                  <a:lnTo>
                    <a:pt x="716740" y="545047"/>
                  </a:lnTo>
                  <a:lnTo>
                    <a:pt x="743383" y="541542"/>
                  </a:lnTo>
                  <a:lnTo>
                    <a:pt x="759391" y="540006"/>
                  </a:lnTo>
                  <a:lnTo>
                    <a:pt x="763004" y="539738"/>
                  </a:lnTo>
                  <a:lnTo>
                    <a:pt x="1017338" y="539738"/>
                  </a:lnTo>
                  <a:lnTo>
                    <a:pt x="1020087" y="539665"/>
                  </a:lnTo>
                  <a:lnTo>
                    <a:pt x="1035055" y="539154"/>
                  </a:lnTo>
                  <a:lnTo>
                    <a:pt x="1061625" y="537911"/>
                  </a:lnTo>
                  <a:lnTo>
                    <a:pt x="1090991" y="535903"/>
                  </a:lnTo>
                  <a:lnTo>
                    <a:pt x="1117632" y="533096"/>
                  </a:lnTo>
                  <a:lnTo>
                    <a:pt x="1141684" y="529226"/>
                  </a:lnTo>
                  <a:lnTo>
                    <a:pt x="1165700" y="523871"/>
                  </a:lnTo>
                  <a:lnTo>
                    <a:pt x="1187162" y="518147"/>
                  </a:lnTo>
                  <a:lnTo>
                    <a:pt x="1210883" y="511205"/>
                  </a:lnTo>
                  <a:lnTo>
                    <a:pt x="1236865" y="503183"/>
                  </a:lnTo>
                  <a:lnTo>
                    <a:pt x="1264404" y="494456"/>
                  </a:lnTo>
                  <a:lnTo>
                    <a:pt x="1292293" y="485572"/>
                  </a:lnTo>
                  <a:lnTo>
                    <a:pt x="1319210" y="477123"/>
                  </a:lnTo>
                  <a:lnTo>
                    <a:pt x="1344153" y="469587"/>
                  </a:lnTo>
                  <a:lnTo>
                    <a:pt x="1366743" y="463226"/>
                  </a:lnTo>
                  <a:lnTo>
                    <a:pt x="1377646" y="460403"/>
                  </a:lnTo>
                  <a:lnTo>
                    <a:pt x="1401742" y="455033"/>
                  </a:lnTo>
                  <a:lnTo>
                    <a:pt x="1425798" y="451168"/>
                  </a:lnTo>
                  <a:lnTo>
                    <a:pt x="1452450" y="448363"/>
                  </a:lnTo>
                  <a:lnTo>
                    <a:pt x="1481820" y="446358"/>
                  </a:lnTo>
                  <a:lnTo>
                    <a:pt x="1508365" y="445117"/>
                  </a:lnTo>
                  <a:lnTo>
                    <a:pt x="1523285" y="444608"/>
                  </a:lnTo>
                  <a:lnTo>
                    <a:pt x="1526008" y="444536"/>
                  </a:lnTo>
                  <a:lnTo>
                    <a:pt x="1780342" y="444536"/>
                  </a:lnTo>
                  <a:lnTo>
                    <a:pt x="1782998" y="444700"/>
                  </a:lnTo>
                  <a:lnTo>
                    <a:pt x="1797530" y="445848"/>
                  </a:lnTo>
                  <a:lnTo>
                    <a:pt x="1823559" y="448654"/>
                  </a:lnTo>
                  <a:lnTo>
                    <a:pt x="1852615" y="453201"/>
                  </a:lnTo>
                  <a:lnTo>
                    <a:pt x="1879114" y="459549"/>
                  </a:lnTo>
                  <a:lnTo>
                    <a:pt x="1902971" y="468259"/>
                  </a:lnTo>
                  <a:lnTo>
                    <a:pt x="1926674" y="480321"/>
                  </a:lnTo>
                  <a:lnTo>
                    <a:pt x="1928704" y="481493"/>
                  </a:lnTo>
                  <a:lnTo>
                    <a:pt x="1948490" y="493729"/>
                  </a:lnTo>
                  <a:lnTo>
                    <a:pt x="1970192" y="508405"/>
                  </a:lnTo>
                  <a:lnTo>
                    <a:pt x="1993877" y="525309"/>
                  </a:lnTo>
                  <a:lnTo>
                    <a:pt x="2019082" y="543830"/>
                  </a:lnTo>
                  <a:lnTo>
                    <a:pt x="2044927" y="563016"/>
                  </a:lnTo>
                  <a:lnTo>
                    <a:pt x="2070347" y="581762"/>
                  </a:lnTo>
                  <a:lnTo>
                    <a:pt x="2094402" y="599066"/>
                  </a:lnTo>
                  <a:lnTo>
                    <a:pt x="2116528" y="614234"/>
                  </a:lnTo>
                  <a:lnTo>
                    <a:pt x="2136679" y="626976"/>
                  </a:lnTo>
                  <a:lnTo>
                    <a:pt x="2140650" y="629317"/>
                  </a:lnTo>
                  <a:lnTo>
                    <a:pt x="2164460" y="641695"/>
                  </a:lnTo>
                  <a:lnTo>
                    <a:pt x="2188196" y="650643"/>
                  </a:lnTo>
                  <a:lnTo>
                    <a:pt x="2214424" y="657156"/>
                  </a:lnTo>
                  <a:lnTo>
                    <a:pt x="2243394" y="661844"/>
                  </a:lnTo>
                  <a:lnTo>
                    <a:pt x="2270015" y="664797"/>
                  </a:lnTo>
                  <a:lnTo>
                    <a:pt x="2285692" y="666065"/>
                  </a:lnTo>
                  <a:lnTo>
                    <a:pt x="2289012" y="666273"/>
                  </a:lnTo>
                  <a:lnTo>
                    <a:pt x="2543346" y="666273"/>
                  </a:lnTo>
                  <a:lnTo>
                    <a:pt x="2546041" y="666139"/>
                  </a:lnTo>
                  <a:lnTo>
                    <a:pt x="2560758" y="665201"/>
                  </a:lnTo>
                  <a:lnTo>
                    <a:pt x="2587018" y="662913"/>
                  </a:lnTo>
                  <a:lnTo>
                    <a:pt x="2616206" y="659211"/>
                  </a:lnTo>
                  <a:lnTo>
                    <a:pt x="2642766" y="654039"/>
                  </a:lnTo>
                  <a:lnTo>
                    <a:pt x="2666704" y="646928"/>
                  </a:lnTo>
                  <a:lnTo>
                    <a:pt x="2690574" y="637067"/>
                  </a:lnTo>
                  <a:lnTo>
                    <a:pt x="2691708" y="636539"/>
                  </a:lnTo>
                  <a:lnTo>
                    <a:pt x="2712139" y="626356"/>
                  </a:lnTo>
                  <a:lnTo>
                    <a:pt x="2734615" y="614088"/>
                  </a:lnTo>
                  <a:lnTo>
                    <a:pt x="2759182" y="599939"/>
                  </a:lnTo>
                  <a:lnTo>
                    <a:pt x="2785291" y="584473"/>
                  </a:lnTo>
                  <a:lnTo>
                    <a:pt x="2811942" y="568554"/>
                  </a:lnTo>
                  <a:lnTo>
                    <a:pt x="2837972" y="553155"/>
                  </a:lnTo>
                  <a:lnTo>
                    <a:pt x="2862403" y="539124"/>
                  </a:lnTo>
                  <a:lnTo>
                    <a:pt x="2884726" y="527000"/>
                  </a:lnTo>
                  <a:lnTo>
                    <a:pt x="2903654" y="517604"/>
                  </a:lnTo>
                  <a:lnTo>
                    <a:pt x="2927585" y="507600"/>
                  </a:lnTo>
                  <a:lnTo>
                    <a:pt x="2951458" y="500382"/>
                  </a:lnTo>
                  <a:lnTo>
                    <a:pt x="2977865" y="495135"/>
                  </a:lnTo>
                  <a:lnTo>
                    <a:pt x="3007006" y="491369"/>
                  </a:lnTo>
                  <a:lnTo>
                    <a:pt x="3033600" y="489015"/>
                  </a:lnTo>
                  <a:lnTo>
                    <a:pt x="3048959" y="488023"/>
                  </a:lnTo>
                  <a:lnTo>
                    <a:pt x="3052016" y="487870"/>
                  </a:lnTo>
                  <a:lnTo>
                    <a:pt x="3306350" y="487870"/>
                  </a:lnTo>
                  <a:lnTo>
                    <a:pt x="3309082" y="487773"/>
                  </a:lnTo>
                  <a:lnTo>
                    <a:pt x="3323971" y="487095"/>
                  </a:lnTo>
                  <a:lnTo>
                    <a:pt x="3350443" y="485445"/>
                  </a:lnTo>
                  <a:lnTo>
                    <a:pt x="3379754" y="482777"/>
                  </a:lnTo>
                  <a:lnTo>
                    <a:pt x="3406369" y="479049"/>
                  </a:lnTo>
                  <a:lnTo>
                    <a:pt x="3430384" y="473913"/>
                  </a:lnTo>
                  <a:lnTo>
                    <a:pt x="3454412" y="466784"/>
                  </a:lnTo>
                  <a:lnTo>
                    <a:pt x="3454712" y="466683"/>
                  </a:lnTo>
                  <a:lnTo>
                    <a:pt x="3475826" y="459172"/>
                  </a:lnTo>
                  <a:lnTo>
                    <a:pt x="3499125" y="450081"/>
                  </a:lnTo>
                  <a:lnTo>
                    <a:pt x="3524628" y="439584"/>
                  </a:lnTo>
                  <a:lnTo>
                    <a:pt x="3551686" y="428143"/>
                  </a:lnTo>
                  <a:lnTo>
                    <a:pt x="3579164" y="416452"/>
                  </a:lnTo>
                  <a:lnTo>
                    <a:pt x="3605793" y="405269"/>
                  </a:lnTo>
                  <a:lnTo>
                    <a:pt x="3630574" y="395220"/>
                  </a:lnTo>
                  <a:lnTo>
                    <a:pt x="3653079" y="386671"/>
                  </a:lnTo>
                  <a:lnTo>
                    <a:pt x="3666658" y="381939"/>
                  </a:lnTo>
                  <a:lnTo>
                    <a:pt x="3690702" y="374782"/>
                  </a:lnTo>
                  <a:lnTo>
                    <a:pt x="3714700" y="369626"/>
                  </a:lnTo>
                  <a:lnTo>
                    <a:pt x="3741275" y="365884"/>
                  </a:lnTo>
                  <a:lnTo>
                    <a:pt x="3770573" y="363204"/>
                  </a:lnTo>
                  <a:lnTo>
                    <a:pt x="3797135" y="361541"/>
                  </a:lnTo>
                  <a:lnTo>
                    <a:pt x="3812194" y="360853"/>
                  </a:lnTo>
                  <a:lnTo>
                    <a:pt x="3815020" y="360753"/>
                  </a:lnTo>
                  <a:lnTo>
                    <a:pt x="4069355" y="360753"/>
                  </a:lnTo>
                  <a:lnTo>
                    <a:pt x="4072036" y="360897"/>
                  </a:lnTo>
                  <a:lnTo>
                    <a:pt x="4086694" y="361908"/>
                  </a:lnTo>
                  <a:lnTo>
                    <a:pt x="4112879" y="364377"/>
                  </a:lnTo>
                  <a:lnTo>
                    <a:pt x="4142025" y="368373"/>
                  </a:lnTo>
                  <a:lnTo>
                    <a:pt x="4168566" y="373954"/>
                  </a:lnTo>
                  <a:lnTo>
                    <a:pt x="4192477" y="381623"/>
                  </a:lnTo>
                  <a:lnTo>
                    <a:pt x="4216293" y="392253"/>
                  </a:lnTo>
                  <a:lnTo>
                    <a:pt x="4217716" y="392970"/>
                  </a:lnTo>
                  <a:lnTo>
                    <a:pt x="4237930" y="403880"/>
                  </a:lnTo>
                  <a:lnTo>
                    <a:pt x="4260145" y="417004"/>
                  </a:lnTo>
                  <a:lnTo>
                    <a:pt x="4284415" y="432134"/>
                  </a:lnTo>
                  <a:lnTo>
                    <a:pt x="4310221" y="448687"/>
                  </a:lnTo>
                  <a:lnTo>
                    <a:pt x="4336603" y="465762"/>
                  </a:lnTo>
                  <a:lnTo>
                    <a:pt x="4362432" y="482335"/>
                  </a:lnTo>
                  <a:lnTo>
                    <a:pt x="4386741" y="497503"/>
                  </a:lnTo>
                  <a:lnTo>
                    <a:pt x="4409001" y="510673"/>
                  </a:lnTo>
                  <a:lnTo>
                    <a:pt x="4429252" y="521629"/>
                  </a:lnTo>
                  <a:lnTo>
                    <a:pt x="4429662" y="521837"/>
                  </a:lnTo>
                  <a:lnTo>
                    <a:pt x="4453554" y="532660"/>
                  </a:lnTo>
                  <a:lnTo>
                    <a:pt x="4477383" y="540475"/>
                  </a:lnTo>
                  <a:lnTo>
                    <a:pt x="4503732" y="546158"/>
                  </a:lnTo>
                  <a:lnTo>
                    <a:pt x="4532818" y="550240"/>
                  </a:lnTo>
                  <a:lnTo>
                    <a:pt x="4559422" y="552799"/>
                  </a:lnTo>
                  <a:lnTo>
                    <a:pt x="4574884" y="553883"/>
                  </a:lnTo>
                  <a:lnTo>
                    <a:pt x="4578024" y="554054"/>
                  </a:lnTo>
                  <a:lnTo>
                    <a:pt x="4832359" y="554054"/>
                  </a:lnTo>
                  <a:lnTo>
                    <a:pt x="4834951" y="554255"/>
                  </a:lnTo>
                  <a:lnTo>
                    <a:pt x="4849185" y="555668"/>
                  </a:lnTo>
                  <a:lnTo>
                    <a:pt x="4874841" y="559132"/>
                  </a:lnTo>
                  <a:lnTo>
                    <a:pt x="4903676" y="564756"/>
                  </a:lnTo>
                  <a:lnTo>
                    <a:pt x="4930076" y="572603"/>
                  </a:lnTo>
                  <a:lnTo>
                    <a:pt x="4953804" y="583335"/>
                  </a:lnTo>
                  <a:lnTo>
                    <a:pt x="4977243" y="598163"/>
                  </a:lnTo>
                  <a:lnTo>
                    <a:pt x="4980720" y="600679"/>
                  </a:lnTo>
                  <a:lnTo>
                    <a:pt x="4999613" y="615385"/>
                  </a:lnTo>
                  <a:lnTo>
                    <a:pt x="5020248" y="632912"/>
                  </a:lnTo>
                  <a:lnTo>
                    <a:pt x="5042717" y="653054"/>
                  </a:lnTo>
                  <a:lnTo>
                    <a:pt x="5066660" y="675183"/>
                  </a:lnTo>
                  <a:lnTo>
                    <a:pt x="5091348" y="698293"/>
                  </a:lnTo>
                  <a:lnTo>
                    <a:pt x="5115859" y="721170"/>
                  </a:lnTo>
                  <a:lnTo>
                    <a:pt x="5139316" y="742653"/>
                  </a:lnTo>
                  <a:lnTo>
                    <a:pt x="5161115" y="761863"/>
                  </a:lnTo>
                  <a:lnTo>
                    <a:pt x="5181059" y="778332"/>
                  </a:lnTo>
                  <a:lnTo>
                    <a:pt x="5192666" y="787181"/>
                  </a:lnTo>
                  <a:lnTo>
                    <a:pt x="5216279" y="802686"/>
                  </a:lnTo>
                  <a:lnTo>
                    <a:pt x="5239796" y="813924"/>
                  </a:lnTo>
                  <a:lnTo>
                    <a:pt x="5265732" y="822126"/>
                  </a:lnTo>
                  <a:lnTo>
                    <a:pt x="5294422" y="828054"/>
                  </a:lnTo>
                  <a:lnTo>
                    <a:pt x="5321073" y="831832"/>
                  </a:lnTo>
                  <a:lnTo>
                    <a:pt x="5337254" y="833505"/>
                  </a:lnTo>
                  <a:lnTo>
                    <a:pt x="5341028" y="833807"/>
                  </a:lnTo>
                  <a:lnTo>
                    <a:pt x="5595363" y="833807"/>
                  </a:lnTo>
                  <a:lnTo>
                    <a:pt x="5598123" y="833857"/>
                  </a:lnTo>
                  <a:lnTo>
                    <a:pt x="5613146" y="834209"/>
                  </a:lnTo>
                  <a:lnTo>
                    <a:pt x="5639782" y="835065"/>
                  </a:lnTo>
                  <a:lnTo>
                    <a:pt x="5669186" y="836448"/>
                  </a:lnTo>
                  <a:lnTo>
                    <a:pt x="5695844" y="838382"/>
                  </a:lnTo>
                  <a:lnTo>
                    <a:pt x="5719920" y="841049"/>
                  </a:lnTo>
                  <a:lnTo>
                    <a:pt x="5743725" y="844696"/>
                  </a:lnTo>
                  <a:lnTo>
                    <a:pt x="5765439" y="848673"/>
                  </a:lnTo>
                  <a:lnTo>
                    <a:pt x="5789466" y="853505"/>
                  </a:lnTo>
                  <a:lnTo>
                    <a:pt x="5815794" y="859089"/>
                  </a:lnTo>
                  <a:lnTo>
                    <a:pt x="5843679" y="865158"/>
                  </a:lnTo>
                  <a:lnTo>
                    <a:pt x="5871860" y="871317"/>
                  </a:lnTo>
                  <a:lnTo>
                    <a:pt x="5898979" y="877149"/>
                  </a:lnTo>
                  <a:lnTo>
                    <a:pt x="5924032" y="882323"/>
                  </a:lnTo>
                  <a:lnTo>
                    <a:pt x="5946681" y="886666"/>
                  </a:lnTo>
                  <a:lnTo>
                    <a:pt x="5955670" y="888254"/>
                  </a:lnTo>
                  <a:lnTo>
                    <a:pt x="5979802" y="891944"/>
                  </a:lnTo>
                  <a:lnTo>
                    <a:pt x="6003898" y="894599"/>
                  </a:lnTo>
                  <a:lnTo>
                    <a:pt x="6030603" y="896524"/>
                  </a:lnTo>
                  <a:lnTo>
                    <a:pt x="6060021" y="897900"/>
                  </a:lnTo>
                  <a:lnTo>
                    <a:pt x="6086553" y="898749"/>
                  </a:lnTo>
                  <a:lnTo>
                    <a:pt x="6101379" y="899095"/>
                  </a:lnTo>
                  <a:lnTo>
                    <a:pt x="6104032" y="899143"/>
                  </a:lnTo>
                  <a:lnTo>
                    <a:pt x="6358367" y="899143"/>
                  </a:lnTo>
                  <a:lnTo>
                    <a:pt x="6358367" y="346131"/>
                  </a:lnTo>
                  <a:lnTo>
                    <a:pt x="6104032" y="346131"/>
                  </a:lnTo>
                  <a:lnTo>
                    <a:pt x="6101287" y="346053"/>
                  </a:lnTo>
                  <a:lnTo>
                    <a:pt x="6086334" y="345504"/>
                  </a:lnTo>
                  <a:lnTo>
                    <a:pt x="6059785" y="344168"/>
                  </a:lnTo>
                  <a:lnTo>
                    <a:pt x="6030430" y="342009"/>
                  </a:lnTo>
                  <a:lnTo>
                    <a:pt x="6003794" y="338991"/>
                  </a:lnTo>
                  <a:lnTo>
                    <a:pt x="5979750" y="334832"/>
                  </a:lnTo>
                  <a:lnTo>
                    <a:pt x="5955670" y="329056"/>
                  </a:lnTo>
                  <a:lnTo>
                    <a:pt x="5934280" y="322919"/>
                  </a:lnTo>
                  <a:lnTo>
                    <a:pt x="5910648" y="315477"/>
                  </a:lnTo>
                  <a:lnTo>
                    <a:pt x="5884766" y="306881"/>
                  </a:lnTo>
                  <a:lnTo>
                    <a:pt x="5857327" y="297524"/>
                  </a:lnTo>
                  <a:lnTo>
                    <a:pt x="5829523" y="287992"/>
                  </a:lnTo>
                  <a:lnTo>
                    <a:pt x="5802665" y="278916"/>
                  </a:lnTo>
                  <a:lnTo>
                    <a:pt x="5777754" y="270808"/>
                  </a:lnTo>
                  <a:lnTo>
                    <a:pt x="5755182" y="263953"/>
                  </a:lnTo>
                  <a:lnTo>
                    <a:pt x="5743725" y="260755"/>
                  </a:lnTo>
                  <a:lnTo>
                    <a:pt x="5719639" y="254979"/>
                  </a:lnTo>
                  <a:lnTo>
                    <a:pt x="5695594" y="250820"/>
                  </a:lnTo>
                  <a:lnTo>
                    <a:pt x="5668958" y="247802"/>
                  </a:lnTo>
                  <a:lnTo>
                    <a:pt x="5639603" y="245644"/>
                  </a:lnTo>
                  <a:lnTo>
                    <a:pt x="5613055" y="244307"/>
                  </a:lnTo>
                  <a:lnTo>
                    <a:pt x="5598106" y="243758"/>
                  </a:lnTo>
                  <a:lnTo>
                    <a:pt x="5595363" y="243680"/>
                  </a:lnTo>
                  <a:lnTo>
                    <a:pt x="5341028" y="243680"/>
                  </a:lnTo>
                  <a:lnTo>
                    <a:pt x="5338271" y="243624"/>
                  </a:lnTo>
                  <a:lnTo>
                    <a:pt x="5323260" y="243229"/>
                  </a:lnTo>
                  <a:lnTo>
                    <a:pt x="5296639" y="242269"/>
                  </a:lnTo>
                  <a:lnTo>
                    <a:pt x="5267244" y="240718"/>
                  </a:lnTo>
                  <a:lnTo>
                    <a:pt x="5240590" y="238550"/>
                  </a:lnTo>
                  <a:lnTo>
                    <a:pt x="5216519" y="235559"/>
                  </a:lnTo>
                  <a:lnTo>
                    <a:pt x="5192666" y="231459"/>
                  </a:lnTo>
                  <a:lnTo>
                    <a:pt x="5171011" y="227009"/>
                  </a:lnTo>
                  <a:lnTo>
                    <a:pt x="5147056" y="221604"/>
                  </a:lnTo>
                  <a:lnTo>
                    <a:pt x="5120810" y="215358"/>
                  </a:lnTo>
                  <a:lnTo>
                    <a:pt x="5093007" y="208569"/>
                  </a:lnTo>
                  <a:lnTo>
                    <a:pt x="5064894" y="201673"/>
                  </a:lnTo>
                  <a:lnTo>
                    <a:pt x="5037822" y="195136"/>
                  </a:lnTo>
                  <a:lnTo>
                    <a:pt x="5012795" y="189330"/>
                  </a:lnTo>
                  <a:lnTo>
                    <a:pt x="4990160" y="184450"/>
                  </a:lnTo>
                  <a:lnTo>
                    <a:pt x="4980720" y="182576"/>
                  </a:lnTo>
                  <a:lnTo>
                    <a:pt x="4956597" y="178436"/>
                  </a:lnTo>
                  <a:lnTo>
                    <a:pt x="4932510" y="175457"/>
                  </a:lnTo>
                  <a:lnTo>
                    <a:pt x="4905818" y="173296"/>
                  </a:lnTo>
                  <a:lnTo>
                    <a:pt x="4876410" y="171752"/>
                  </a:lnTo>
                  <a:lnTo>
                    <a:pt x="4849875" y="170799"/>
                  </a:lnTo>
                  <a:lnTo>
                    <a:pt x="4835028" y="170410"/>
                  </a:lnTo>
                  <a:lnTo>
                    <a:pt x="4832359" y="170355"/>
                  </a:lnTo>
                  <a:lnTo>
                    <a:pt x="4578024" y="170355"/>
                  </a:lnTo>
                  <a:lnTo>
                    <a:pt x="4575272" y="170288"/>
                  </a:lnTo>
                  <a:lnTo>
                    <a:pt x="4560289" y="169815"/>
                  </a:lnTo>
                  <a:lnTo>
                    <a:pt x="4533701" y="168664"/>
                  </a:lnTo>
                  <a:lnTo>
                    <a:pt x="4504324" y="166805"/>
                  </a:lnTo>
                  <a:lnTo>
                    <a:pt x="4477679" y="164206"/>
                  </a:lnTo>
                  <a:lnTo>
                    <a:pt x="4453621" y="160622"/>
                  </a:lnTo>
                  <a:lnTo>
                    <a:pt x="4429662" y="155681"/>
                  </a:lnTo>
                  <a:lnTo>
                    <a:pt x="4408132" y="150370"/>
                  </a:lnTo>
                  <a:lnTo>
                    <a:pt x="4384329" y="143924"/>
                  </a:lnTo>
                  <a:lnTo>
                    <a:pt x="4358255" y="136477"/>
                  </a:lnTo>
                  <a:lnTo>
                    <a:pt x="4330624" y="128376"/>
                  </a:lnTo>
                  <a:lnTo>
                    <a:pt x="4302656" y="120137"/>
                  </a:lnTo>
                  <a:lnTo>
                    <a:pt x="4275684" y="112311"/>
                  </a:lnTo>
                  <a:lnTo>
                    <a:pt x="4250711" y="105340"/>
                  </a:lnTo>
                  <a:lnTo>
                    <a:pt x="4228105" y="99465"/>
                  </a:lnTo>
                  <a:lnTo>
                    <a:pt x="4217716" y="96982"/>
                  </a:lnTo>
                  <a:lnTo>
                    <a:pt x="4193611" y="92014"/>
                  </a:lnTo>
                  <a:lnTo>
                    <a:pt x="4169543" y="88437"/>
                  </a:lnTo>
                  <a:lnTo>
                    <a:pt x="4142877" y="85844"/>
                  </a:lnTo>
                  <a:lnTo>
                    <a:pt x="4113494" y="83989"/>
                  </a:lnTo>
                  <a:lnTo>
                    <a:pt x="4086953" y="82843"/>
                  </a:lnTo>
                  <a:lnTo>
                    <a:pt x="4072058" y="82373"/>
                  </a:lnTo>
                  <a:lnTo>
                    <a:pt x="4069355" y="82307"/>
                  </a:lnTo>
                  <a:lnTo>
                    <a:pt x="3815020" y="82307"/>
                  </a:lnTo>
                  <a:lnTo>
                    <a:pt x="3812264" y="82367"/>
                  </a:lnTo>
                  <a:lnTo>
                    <a:pt x="3797261" y="82785"/>
                  </a:lnTo>
                  <a:lnTo>
                    <a:pt x="3770649" y="83801"/>
                  </a:lnTo>
                  <a:lnTo>
                    <a:pt x="3741259" y="85443"/>
                  </a:lnTo>
                  <a:lnTo>
                    <a:pt x="3714608" y="87739"/>
                  </a:lnTo>
                  <a:lnTo>
                    <a:pt x="3690540" y="90906"/>
                  </a:lnTo>
                  <a:lnTo>
                    <a:pt x="3666658" y="95253"/>
                  </a:lnTo>
                  <a:lnTo>
                    <a:pt x="3645038" y="99960"/>
                  </a:lnTo>
                  <a:lnTo>
                    <a:pt x="3621126" y="105674"/>
                  </a:lnTo>
                  <a:lnTo>
                    <a:pt x="3594927" y="112278"/>
                  </a:lnTo>
                  <a:lnTo>
                    <a:pt x="3567172" y="119458"/>
                  </a:lnTo>
                  <a:lnTo>
                    <a:pt x="3539100" y="126753"/>
                  </a:lnTo>
                  <a:lnTo>
                    <a:pt x="3512056" y="133672"/>
                  </a:lnTo>
                  <a:lnTo>
                    <a:pt x="3487044" y="139823"/>
                  </a:lnTo>
                  <a:lnTo>
                    <a:pt x="3464417" y="144996"/>
                  </a:lnTo>
                  <a:lnTo>
                    <a:pt x="3454712" y="147039"/>
                  </a:lnTo>
                  <a:lnTo>
                    <a:pt x="3430594" y="151424"/>
                  </a:lnTo>
                  <a:lnTo>
                    <a:pt x="3406512" y="154580"/>
                  </a:lnTo>
                  <a:lnTo>
                    <a:pt x="3379827" y="156868"/>
                  </a:lnTo>
                  <a:lnTo>
                    <a:pt x="3350426" y="158504"/>
                  </a:lnTo>
                  <a:lnTo>
                    <a:pt x="3323890" y="159514"/>
                  </a:lnTo>
                  <a:lnTo>
                    <a:pt x="3309029" y="159927"/>
                  </a:lnTo>
                  <a:lnTo>
                    <a:pt x="3306350" y="159985"/>
                  </a:lnTo>
                  <a:lnTo>
                    <a:pt x="3052016" y="159985"/>
                  </a:lnTo>
                  <a:lnTo>
                    <a:pt x="3049358" y="160147"/>
                  </a:lnTo>
                  <a:lnTo>
                    <a:pt x="3034816" y="161285"/>
                  </a:lnTo>
                  <a:lnTo>
                    <a:pt x="3008774" y="164067"/>
                  </a:lnTo>
                  <a:lnTo>
                    <a:pt x="2979712" y="168573"/>
                  </a:lnTo>
                  <a:lnTo>
                    <a:pt x="2953209" y="174864"/>
                  </a:lnTo>
                  <a:lnTo>
                    <a:pt x="2929348" y="183498"/>
                  </a:lnTo>
                  <a:lnTo>
                    <a:pt x="2905636" y="195454"/>
                  </a:lnTo>
                  <a:lnTo>
                    <a:pt x="2903654" y="196587"/>
                  </a:lnTo>
                  <a:lnTo>
                    <a:pt x="2883835" y="208727"/>
                  </a:lnTo>
                  <a:lnTo>
                    <a:pt x="2862095" y="223291"/>
                  </a:lnTo>
                  <a:lnTo>
                    <a:pt x="2838366" y="240067"/>
                  </a:lnTo>
                  <a:lnTo>
                    <a:pt x="2813115" y="258446"/>
                  </a:lnTo>
                  <a:lnTo>
                    <a:pt x="2787229" y="277479"/>
                  </a:lnTo>
                  <a:lnTo>
                    <a:pt x="2761777" y="296066"/>
                  </a:lnTo>
                  <a:lnTo>
                    <a:pt x="2737702" y="313211"/>
                  </a:lnTo>
                  <a:lnTo>
                    <a:pt x="2715566" y="328231"/>
                  </a:lnTo>
                  <a:lnTo>
                    <a:pt x="2695408" y="340838"/>
                  </a:lnTo>
                  <a:lnTo>
                    <a:pt x="2691708" y="342996"/>
                  </a:lnTo>
                  <a:lnTo>
                    <a:pt x="2667892" y="355259"/>
                  </a:lnTo>
                  <a:lnTo>
                    <a:pt x="2644148" y="364122"/>
                  </a:lnTo>
                  <a:lnTo>
                    <a:pt x="2617911" y="370574"/>
                  </a:lnTo>
                  <a:lnTo>
                    <a:pt x="2588932" y="375216"/>
                  </a:lnTo>
                  <a:lnTo>
                    <a:pt x="2562312" y="378139"/>
                  </a:lnTo>
                  <a:lnTo>
                    <a:pt x="2546652" y="379393"/>
                  </a:lnTo>
                  <a:lnTo>
                    <a:pt x="2543346" y="379598"/>
                  </a:lnTo>
                  <a:lnTo>
                    <a:pt x="2289012" y="379598"/>
                  </a:lnTo>
                  <a:lnTo>
                    <a:pt x="2286550" y="379340"/>
                  </a:lnTo>
                  <a:lnTo>
                    <a:pt x="2272937" y="377522"/>
                  </a:lnTo>
                  <a:lnTo>
                    <a:pt x="2248078" y="373039"/>
                  </a:lnTo>
                  <a:lnTo>
                    <a:pt x="2219727" y="365724"/>
                  </a:lnTo>
                  <a:lnTo>
                    <a:pt x="2193544" y="355531"/>
                  </a:lnTo>
                  <a:lnTo>
                    <a:pt x="2170073" y="341681"/>
                  </a:lnTo>
                  <a:lnTo>
                    <a:pt x="2147166" y="322650"/>
                  </a:lnTo>
                  <a:lnTo>
                    <a:pt x="2140650" y="316332"/>
                  </a:lnTo>
                  <a:lnTo>
                    <a:pt x="2123235" y="298011"/>
                  </a:lnTo>
                  <a:lnTo>
                    <a:pt x="2104346" y="276412"/>
                  </a:lnTo>
                  <a:lnTo>
                    <a:pt x="2083871" y="251705"/>
                  </a:lnTo>
                  <a:lnTo>
                    <a:pt x="2062030" y="224479"/>
                  </a:lnTo>
                  <a:lnTo>
                    <a:pt x="2039335" y="195723"/>
                  </a:lnTo>
                  <a:lnTo>
                    <a:pt x="2016488" y="166696"/>
                  </a:lnTo>
                  <a:lnTo>
                    <a:pt x="1994224" y="138709"/>
                  </a:lnTo>
                  <a:lnTo>
                    <a:pt x="1973149" y="112882"/>
                  </a:lnTo>
                  <a:lnTo>
                    <a:pt x="1953609" y="89976"/>
                  </a:lnTo>
                  <a:lnTo>
                    <a:pt x="1935631" y="70326"/>
                  </a:lnTo>
                  <a:lnTo>
                    <a:pt x="1928704" y="63266"/>
                  </a:lnTo>
                  <a:lnTo>
                    <a:pt x="1905509" y="42551"/>
                  </a:lnTo>
                  <a:lnTo>
                    <a:pt x="1882454" y="27448"/>
                  </a:lnTo>
                  <a:lnTo>
                    <a:pt x="1857128" y="16367"/>
                  </a:lnTo>
                  <a:lnTo>
                    <a:pt x="1829046" y="8290"/>
                  </a:lnTo>
                  <a:lnTo>
                    <a:pt x="1802391" y="3019"/>
                  </a:lnTo>
                  <a:lnTo>
                    <a:pt x="1785196" y="538"/>
                  </a:lnTo>
                  <a:lnTo>
                    <a:pt x="1780342" y="0"/>
                  </a:lnTo>
                  <a:lnTo>
                    <a:pt x="1526008" y="0"/>
                  </a:lnTo>
                  <a:lnTo>
                    <a:pt x="1523780" y="326"/>
                  </a:lnTo>
                  <a:lnTo>
                    <a:pt x="1511307" y="2637"/>
                  </a:lnTo>
                  <a:lnTo>
                    <a:pt x="1487971" y="8397"/>
                  </a:lnTo>
                  <a:lnTo>
                    <a:pt x="1460600" y="17891"/>
                  </a:lnTo>
                  <a:lnTo>
                    <a:pt x="1434856" y="31107"/>
                  </a:lnTo>
                  <a:lnTo>
                    <a:pt x="1411825" y="48859"/>
                  </a:lnTo>
                  <a:lnTo>
                    <a:pt x="1389821" y="72958"/>
                  </a:lnTo>
                  <a:lnTo>
                    <a:pt x="1377646" y="89182"/>
                  </a:lnTo>
                  <a:lnTo>
                    <a:pt x="1362178" y="111994"/>
                  </a:lnTo>
                  <a:lnTo>
                    <a:pt x="1345560" y="138484"/>
                  </a:lnTo>
                  <a:lnTo>
                    <a:pt x="1327672" y="168547"/>
                  </a:lnTo>
                  <a:lnTo>
                    <a:pt x="1308608" y="201710"/>
                  </a:lnTo>
                  <a:lnTo>
                    <a:pt x="1288661" y="237124"/>
                  </a:lnTo>
                  <a:lnTo>
                    <a:pt x="1268278" y="273632"/>
                  </a:lnTo>
                  <a:lnTo>
                    <a:pt x="1247984" y="309918"/>
                  </a:lnTo>
                  <a:lnTo>
                    <a:pt x="1228287" y="344700"/>
                  </a:lnTo>
                  <a:lnTo>
                    <a:pt x="1209590" y="376909"/>
                  </a:lnTo>
                  <a:lnTo>
                    <a:pt x="1192124" y="405818"/>
                  </a:lnTo>
                  <a:lnTo>
                    <a:pt x="1175912" y="431081"/>
                  </a:lnTo>
                  <a:lnTo>
                    <a:pt x="1165700" y="445910"/>
                  </a:lnTo>
                  <a:lnTo>
                    <a:pt x="1143293" y="474242"/>
                  </a:lnTo>
                  <a:lnTo>
                    <a:pt x="1121101" y="495129"/>
                  </a:lnTo>
                  <a:lnTo>
                    <a:pt x="1096912" y="510604"/>
                  </a:lnTo>
                  <a:lnTo>
                    <a:pt x="1070014" y="522058"/>
                  </a:lnTo>
                  <a:lnTo>
                    <a:pt x="1043563" y="529837"/>
                  </a:lnTo>
                  <a:lnTo>
                    <a:pt x="1024682" y="533893"/>
                  </a:lnTo>
                  <a:lnTo>
                    <a:pt x="1017707" y="535043"/>
                  </a:lnTo>
                  <a:lnTo>
                    <a:pt x="1017338" y="535092"/>
                  </a:lnTo>
                  <a:lnTo>
                    <a:pt x="763004" y="535092"/>
                  </a:lnTo>
                  <a:lnTo>
                    <a:pt x="760395" y="535284"/>
                  </a:lnTo>
                  <a:lnTo>
                    <a:pt x="746082" y="536634"/>
                  </a:lnTo>
                  <a:lnTo>
                    <a:pt x="720328" y="539940"/>
                  </a:lnTo>
                  <a:lnTo>
                    <a:pt x="691434" y="545305"/>
                  </a:lnTo>
                  <a:lnTo>
                    <a:pt x="665008" y="552791"/>
                  </a:lnTo>
                  <a:lnTo>
                    <a:pt x="641246" y="563039"/>
                  </a:lnTo>
                  <a:lnTo>
                    <a:pt x="617739" y="577207"/>
                  </a:lnTo>
                  <a:lnTo>
                    <a:pt x="614642" y="579337"/>
                  </a:lnTo>
                  <a:lnTo>
                    <a:pt x="595529" y="593463"/>
                  </a:lnTo>
                  <a:lnTo>
                    <a:pt x="574632" y="610324"/>
                  </a:lnTo>
                  <a:lnTo>
                    <a:pt x="551864" y="629714"/>
                  </a:lnTo>
                  <a:lnTo>
                    <a:pt x="527610" y="651004"/>
                  </a:lnTo>
                  <a:lnTo>
                    <a:pt x="502633" y="673194"/>
                  </a:lnTo>
                  <a:lnTo>
                    <a:pt x="477891" y="695093"/>
                  </a:lnTo>
                  <a:lnTo>
                    <a:pt x="454278" y="715572"/>
                  </a:lnTo>
                  <a:lnTo>
                    <a:pt x="432392" y="733795"/>
                  </a:lnTo>
                  <a:lnTo>
                    <a:pt x="412396" y="749339"/>
                  </a:lnTo>
                  <a:lnTo>
                    <a:pt x="402696" y="756316"/>
                  </a:lnTo>
                  <a:lnTo>
                    <a:pt x="379031" y="771057"/>
                  </a:lnTo>
                  <a:lnTo>
                    <a:pt x="355457" y="781734"/>
                  </a:lnTo>
                  <a:lnTo>
                    <a:pt x="329443" y="789521"/>
                  </a:lnTo>
                  <a:lnTo>
                    <a:pt x="300680" y="795143"/>
                  </a:lnTo>
                  <a:lnTo>
                    <a:pt x="274035" y="798715"/>
                  </a:lnTo>
                  <a:lnTo>
                    <a:pt x="257985" y="800284"/>
                  </a:lnTo>
                  <a:lnTo>
                    <a:pt x="254334" y="800560"/>
                  </a:lnTo>
                  <a:close/>
                </a:path>
              </a:pathLst>
            </a:custGeom>
            <a:solidFill>
              <a:srgbClr val="C2ACCA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949593" y="5635520"/>
              <a:ext cx="6358367" cy="538390"/>
            </a:xfrm>
            <a:custGeom>
              <a:avLst/>
              <a:pathLst>
                <a:path w="6358367" h="538390">
                  <a:moveTo>
                    <a:pt x="0" y="439807"/>
                  </a:moveTo>
                  <a:lnTo>
                    <a:pt x="254334" y="439807"/>
                  </a:lnTo>
                  <a:lnTo>
                    <a:pt x="256948" y="439618"/>
                  </a:lnTo>
                  <a:lnTo>
                    <a:pt x="271286" y="438289"/>
                  </a:lnTo>
                  <a:lnTo>
                    <a:pt x="297071" y="435035"/>
                  </a:lnTo>
                  <a:lnTo>
                    <a:pt x="325983" y="429755"/>
                  </a:lnTo>
                  <a:lnTo>
                    <a:pt x="352418" y="422387"/>
                  </a:lnTo>
                  <a:lnTo>
                    <a:pt x="376190" y="412298"/>
                  </a:lnTo>
                  <a:lnTo>
                    <a:pt x="399719" y="398348"/>
                  </a:lnTo>
                  <a:lnTo>
                    <a:pt x="402696" y="396336"/>
                  </a:lnTo>
                  <a:lnTo>
                    <a:pt x="421880" y="382403"/>
                  </a:lnTo>
                  <a:lnTo>
                    <a:pt x="442863" y="365763"/>
                  </a:lnTo>
                  <a:lnTo>
                    <a:pt x="465728" y="346624"/>
                  </a:lnTo>
                  <a:lnTo>
                    <a:pt x="490084" y="325614"/>
                  </a:lnTo>
                  <a:lnTo>
                    <a:pt x="515155" y="303728"/>
                  </a:lnTo>
                  <a:lnTo>
                    <a:pt x="539971" y="282153"/>
                  </a:lnTo>
                  <a:lnTo>
                    <a:pt x="563634" y="262005"/>
                  </a:lnTo>
                  <a:lnTo>
                    <a:pt x="585547" y="244104"/>
                  </a:lnTo>
                  <a:lnTo>
                    <a:pt x="605560" y="228860"/>
                  </a:lnTo>
                  <a:lnTo>
                    <a:pt x="614642" y="222455"/>
                  </a:lnTo>
                  <a:lnTo>
                    <a:pt x="638323" y="207963"/>
                  </a:lnTo>
                  <a:lnTo>
                    <a:pt x="661916" y="197469"/>
                  </a:lnTo>
                  <a:lnTo>
                    <a:pt x="687953" y="189817"/>
                  </a:lnTo>
                  <a:lnTo>
                    <a:pt x="716740" y="184294"/>
                  </a:lnTo>
                  <a:lnTo>
                    <a:pt x="743383" y="180789"/>
                  </a:lnTo>
                  <a:lnTo>
                    <a:pt x="759391" y="179252"/>
                  </a:lnTo>
                  <a:lnTo>
                    <a:pt x="763004" y="178985"/>
                  </a:lnTo>
                  <a:lnTo>
                    <a:pt x="1017338" y="178985"/>
                  </a:lnTo>
                  <a:lnTo>
                    <a:pt x="1020087" y="178912"/>
                  </a:lnTo>
                  <a:lnTo>
                    <a:pt x="1035055" y="178401"/>
                  </a:lnTo>
                  <a:lnTo>
                    <a:pt x="1061625" y="177158"/>
                  </a:lnTo>
                  <a:lnTo>
                    <a:pt x="1090991" y="175150"/>
                  </a:lnTo>
                  <a:lnTo>
                    <a:pt x="1117632" y="172342"/>
                  </a:lnTo>
                  <a:lnTo>
                    <a:pt x="1141684" y="168472"/>
                  </a:lnTo>
                  <a:lnTo>
                    <a:pt x="1165700" y="163118"/>
                  </a:lnTo>
                  <a:lnTo>
                    <a:pt x="1187162" y="157394"/>
                  </a:lnTo>
                  <a:lnTo>
                    <a:pt x="1210883" y="150451"/>
                  </a:lnTo>
                  <a:lnTo>
                    <a:pt x="1236865" y="142430"/>
                  </a:lnTo>
                  <a:lnTo>
                    <a:pt x="1264404" y="133702"/>
                  </a:lnTo>
                  <a:lnTo>
                    <a:pt x="1292293" y="124818"/>
                  </a:lnTo>
                  <a:lnTo>
                    <a:pt x="1319210" y="116369"/>
                  </a:lnTo>
                  <a:lnTo>
                    <a:pt x="1344153" y="108834"/>
                  </a:lnTo>
                  <a:lnTo>
                    <a:pt x="1366743" y="102473"/>
                  </a:lnTo>
                  <a:lnTo>
                    <a:pt x="1377646" y="99650"/>
                  </a:lnTo>
                  <a:lnTo>
                    <a:pt x="1401742" y="94280"/>
                  </a:lnTo>
                  <a:lnTo>
                    <a:pt x="1425798" y="90414"/>
                  </a:lnTo>
                  <a:lnTo>
                    <a:pt x="1452450" y="87610"/>
                  </a:lnTo>
                  <a:lnTo>
                    <a:pt x="1481820" y="85604"/>
                  </a:lnTo>
                  <a:lnTo>
                    <a:pt x="1508365" y="84364"/>
                  </a:lnTo>
                  <a:lnTo>
                    <a:pt x="1523285" y="83855"/>
                  </a:lnTo>
                  <a:lnTo>
                    <a:pt x="1526008" y="83783"/>
                  </a:lnTo>
                  <a:lnTo>
                    <a:pt x="1780342" y="83783"/>
                  </a:lnTo>
                  <a:lnTo>
                    <a:pt x="1782998" y="83946"/>
                  </a:lnTo>
                  <a:lnTo>
                    <a:pt x="1797530" y="85095"/>
                  </a:lnTo>
                  <a:lnTo>
                    <a:pt x="1823559" y="87901"/>
                  </a:lnTo>
                  <a:lnTo>
                    <a:pt x="1852615" y="92448"/>
                  </a:lnTo>
                  <a:lnTo>
                    <a:pt x="1879114" y="98795"/>
                  </a:lnTo>
                  <a:lnTo>
                    <a:pt x="1902971" y="107506"/>
                  </a:lnTo>
                  <a:lnTo>
                    <a:pt x="1926674" y="119568"/>
                  </a:lnTo>
                  <a:lnTo>
                    <a:pt x="1928704" y="120739"/>
                  </a:lnTo>
                  <a:lnTo>
                    <a:pt x="1948490" y="132975"/>
                  </a:lnTo>
                  <a:lnTo>
                    <a:pt x="1970192" y="147651"/>
                  </a:lnTo>
                  <a:lnTo>
                    <a:pt x="1993877" y="164556"/>
                  </a:lnTo>
                  <a:lnTo>
                    <a:pt x="2019082" y="183077"/>
                  </a:lnTo>
                  <a:lnTo>
                    <a:pt x="2044927" y="202263"/>
                  </a:lnTo>
                  <a:lnTo>
                    <a:pt x="2070347" y="221009"/>
                  </a:lnTo>
                  <a:lnTo>
                    <a:pt x="2094402" y="238312"/>
                  </a:lnTo>
                  <a:lnTo>
                    <a:pt x="2116528" y="253481"/>
                  </a:lnTo>
                  <a:lnTo>
                    <a:pt x="2136679" y="266222"/>
                  </a:lnTo>
                  <a:lnTo>
                    <a:pt x="2140650" y="268563"/>
                  </a:lnTo>
                  <a:lnTo>
                    <a:pt x="2164460" y="280942"/>
                  </a:lnTo>
                  <a:lnTo>
                    <a:pt x="2188196" y="289889"/>
                  </a:lnTo>
                  <a:lnTo>
                    <a:pt x="2214424" y="296403"/>
                  </a:lnTo>
                  <a:lnTo>
                    <a:pt x="2243394" y="301091"/>
                  </a:lnTo>
                  <a:lnTo>
                    <a:pt x="2270015" y="304043"/>
                  </a:lnTo>
                  <a:lnTo>
                    <a:pt x="2285692" y="305312"/>
                  </a:lnTo>
                  <a:lnTo>
                    <a:pt x="2289012" y="305520"/>
                  </a:lnTo>
                  <a:lnTo>
                    <a:pt x="2543346" y="305520"/>
                  </a:lnTo>
                  <a:lnTo>
                    <a:pt x="2546041" y="305386"/>
                  </a:lnTo>
                  <a:lnTo>
                    <a:pt x="2560758" y="304448"/>
                  </a:lnTo>
                  <a:lnTo>
                    <a:pt x="2587018" y="302160"/>
                  </a:lnTo>
                  <a:lnTo>
                    <a:pt x="2616206" y="298457"/>
                  </a:lnTo>
                  <a:lnTo>
                    <a:pt x="2642766" y="293285"/>
                  </a:lnTo>
                  <a:lnTo>
                    <a:pt x="2666704" y="286174"/>
                  </a:lnTo>
                  <a:lnTo>
                    <a:pt x="2690574" y="276314"/>
                  </a:lnTo>
                  <a:lnTo>
                    <a:pt x="2691708" y="275786"/>
                  </a:lnTo>
                  <a:lnTo>
                    <a:pt x="2712139" y="265602"/>
                  </a:lnTo>
                  <a:lnTo>
                    <a:pt x="2734615" y="253335"/>
                  </a:lnTo>
                  <a:lnTo>
                    <a:pt x="2759182" y="239185"/>
                  </a:lnTo>
                  <a:lnTo>
                    <a:pt x="2785291" y="223719"/>
                  </a:lnTo>
                  <a:lnTo>
                    <a:pt x="2811942" y="207800"/>
                  </a:lnTo>
                  <a:lnTo>
                    <a:pt x="2837972" y="192402"/>
                  </a:lnTo>
                  <a:lnTo>
                    <a:pt x="2862403" y="178370"/>
                  </a:lnTo>
                  <a:lnTo>
                    <a:pt x="2884726" y="166247"/>
                  </a:lnTo>
                  <a:lnTo>
                    <a:pt x="2903654" y="156850"/>
                  </a:lnTo>
                  <a:lnTo>
                    <a:pt x="2927585" y="146847"/>
                  </a:lnTo>
                  <a:lnTo>
                    <a:pt x="2951458" y="139628"/>
                  </a:lnTo>
                  <a:lnTo>
                    <a:pt x="2977865" y="134381"/>
                  </a:lnTo>
                  <a:lnTo>
                    <a:pt x="3007006" y="130615"/>
                  </a:lnTo>
                  <a:lnTo>
                    <a:pt x="3033600" y="128261"/>
                  </a:lnTo>
                  <a:lnTo>
                    <a:pt x="3048959" y="127269"/>
                  </a:lnTo>
                  <a:lnTo>
                    <a:pt x="3052016" y="127116"/>
                  </a:lnTo>
                  <a:lnTo>
                    <a:pt x="3306350" y="127116"/>
                  </a:lnTo>
                  <a:lnTo>
                    <a:pt x="3309082" y="127020"/>
                  </a:lnTo>
                  <a:lnTo>
                    <a:pt x="3323971" y="126342"/>
                  </a:lnTo>
                  <a:lnTo>
                    <a:pt x="3350443" y="124691"/>
                  </a:lnTo>
                  <a:lnTo>
                    <a:pt x="3379754" y="122024"/>
                  </a:lnTo>
                  <a:lnTo>
                    <a:pt x="3406369" y="118295"/>
                  </a:lnTo>
                  <a:lnTo>
                    <a:pt x="3430384" y="113160"/>
                  </a:lnTo>
                  <a:lnTo>
                    <a:pt x="3454412" y="106030"/>
                  </a:lnTo>
                  <a:lnTo>
                    <a:pt x="3454712" y="105930"/>
                  </a:lnTo>
                  <a:lnTo>
                    <a:pt x="3475826" y="98419"/>
                  </a:lnTo>
                  <a:lnTo>
                    <a:pt x="3499125" y="89328"/>
                  </a:lnTo>
                  <a:lnTo>
                    <a:pt x="3524628" y="78830"/>
                  </a:lnTo>
                  <a:lnTo>
                    <a:pt x="3551686" y="67390"/>
                  </a:lnTo>
                  <a:lnTo>
                    <a:pt x="3579164" y="55699"/>
                  </a:lnTo>
                  <a:lnTo>
                    <a:pt x="3605793" y="44515"/>
                  </a:lnTo>
                  <a:lnTo>
                    <a:pt x="3630574" y="34467"/>
                  </a:lnTo>
                  <a:lnTo>
                    <a:pt x="3653079" y="25918"/>
                  </a:lnTo>
                  <a:lnTo>
                    <a:pt x="3666658" y="21186"/>
                  </a:lnTo>
                  <a:lnTo>
                    <a:pt x="3690702" y="14029"/>
                  </a:lnTo>
                  <a:lnTo>
                    <a:pt x="3714700" y="8873"/>
                  </a:lnTo>
                  <a:lnTo>
                    <a:pt x="3741275" y="5130"/>
                  </a:lnTo>
                  <a:lnTo>
                    <a:pt x="3770573" y="2451"/>
                  </a:lnTo>
                  <a:lnTo>
                    <a:pt x="3797135" y="788"/>
                  </a:lnTo>
                  <a:lnTo>
                    <a:pt x="3812194" y="100"/>
                  </a:lnTo>
                  <a:lnTo>
                    <a:pt x="3815020" y="0"/>
                  </a:lnTo>
                  <a:lnTo>
                    <a:pt x="4069355" y="0"/>
                  </a:lnTo>
                  <a:lnTo>
                    <a:pt x="4072036" y="143"/>
                  </a:lnTo>
                  <a:lnTo>
                    <a:pt x="4086694" y="1155"/>
                  </a:lnTo>
                  <a:lnTo>
                    <a:pt x="4112879" y="3624"/>
                  </a:lnTo>
                  <a:lnTo>
                    <a:pt x="4142025" y="7620"/>
                  </a:lnTo>
                  <a:lnTo>
                    <a:pt x="4168566" y="13201"/>
                  </a:lnTo>
                  <a:lnTo>
                    <a:pt x="4192477" y="20870"/>
                  </a:lnTo>
                  <a:lnTo>
                    <a:pt x="4216293" y="31499"/>
                  </a:lnTo>
                  <a:lnTo>
                    <a:pt x="4217716" y="32216"/>
                  </a:lnTo>
                  <a:lnTo>
                    <a:pt x="4237930" y="43126"/>
                  </a:lnTo>
                  <a:lnTo>
                    <a:pt x="4260145" y="56250"/>
                  </a:lnTo>
                  <a:lnTo>
                    <a:pt x="4284415" y="71381"/>
                  </a:lnTo>
                  <a:lnTo>
                    <a:pt x="4310221" y="87933"/>
                  </a:lnTo>
                  <a:lnTo>
                    <a:pt x="4336603" y="105008"/>
                  </a:lnTo>
                  <a:lnTo>
                    <a:pt x="4362432" y="121581"/>
                  </a:lnTo>
                  <a:lnTo>
                    <a:pt x="4386741" y="136749"/>
                  </a:lnTo>
                  <a:lnTo>
                    <a:pt x="4409001" y="149919"/>
                  </a:lnTo>
                  <a:lnTo>
                    <a:pt x="4429252" y="160876"/>
                  </a:lnTo>
                  <a:lnTo>
                    <a:pt x="4429662" y="161084"/>
                  </a:lnTo>
                  <a:lnTo>
                    <a:pt x="4453554" y="171907"/>
                  </a:lnTo>
                  <a:lnTo>
                    <a:pt x="4477383" y="179721"/>
                  </a:lnTo>
                  <a:lnTo>
                    <a:pt x="4503732" y="185404"/>
                  </a:lnTo>
                  <a:lnTo>
                    <a:pt x="4532818" y="189487"/>
                  </a:lnTo>
                  <a:lnTo>
                    <a:pt x="4559422" y="192045"/>
                  </a:lnTo>
                  <a:lnTo>
                    <a:pt x="4574884" y="193130"/>
                  </a:lnTo>
                  <a:lnTo>
                    <a:pt x="4578024" y="193300"/>
                  </a:lnTo>
                  <a:lnTo>
                    <a:pt x="4832359" y="193300"/>
                  </a:lnTo>
                  <a:lnTo>
                    <a:pt x="4834951" y="193501"/>
                  </a:lnTo>
                  <a:lnTo>
                    <a:pt x="4849185" y="194915"/>
                  </a:lnTo>
                  <a:lnTo>
                    <a:pt x="4874841" y="198378"/>
                  </a:lnTo>
                  <a:lnTo>
                    <a:pt x="4903676" y="204003"/>
                  </a:lnTo>
                  <a:lnTo>
                    <a:pt x="4930076" y="211849"/>
                  </a:lnTo>
                  <a:lnTo>
                    <a:pt x="4953804" y="222582"/>
                  </a:lnTo>
                  <a:lnTo>
                    <a:pt x="4977243" y="237409"/>
                  </a:lnTo>
                  <a:lnTo>
                    <a:pt x="4980720" y="239926"/>
                  </a:lnTo>
                  <a:lnTo>
                    <a:pt x="4999613" y="254632"/>
                  </a:lnTo>
                  <a:lnTo>
                    <a:pt x="5020248" y="272158"/>
                  </a:lnTo>
                  <a:lnTo>
                    <a:pt x="5042717" y="292300"/>
                  </a:lnTo>
                  <a:lnTo>
                    <a:pt x="5066660" y="314430"/>
                  </a:lnTo>
                  <a:lnTo>
                    <a:pt x="5091348" y="337539"/>
                  </a:lnTo>
                  <a:lnTo>
                    <a:pt x="5115859" y="360417"/>
                  </a:lnTo>
                  <a:lnTo>
                    <a:pt x="5139316" y="381900"/>
                  </a:lnTo>
                  <a:lnTo>
                    <a:pt x="5161115" y="401110"/>
                  </a:lnTo>
                  <a:lnTo>
                    <a:pt x="5181059" y="417578"/>
                  </a:lnTo>
                  <a:lnTo>
                    <a:pt x="5192666" y="426428"/>
                  </a:lnTo>
                  <a:lnTo>
                    <a:pt x="5216279" y="441933"/>
                  </a:lnTo>
                  <a:lnTo>
                    <a:pt x="5239796" y="453171"/>
                  </a:lnTo>
                  <a:lnTo>
                    <a:pt x="5265732" y="461373"/>
                  </a:lnTo>
                  <a:lnTo>
                    <a:pt x="5294422" y="467301"/>
                  </a:lnTo>
                  <a:lnTo>
                    <a:pt x="5321073" y="471078"/>
                  </a:lnTo>
                  <a:lnTo>
                    <a:pt x="5337254" y="472752"/>
                  </a:lnTo>
                  <a:lnTo>
                    <a:pt x="5341028" y="473053"/>
                  </a:lnTo>
                  <a:lnTo>
                    <a:pt x="5595363" y="473053"/>
                  </a:lnTo>
                  <a:lnTo>
                    <a:pt x="5598123" y="473103"/>
                  </a:lnTo>
                  <a:lnTo>
                    <a:pt x="5613146" y="473455"/>
                  </a:lnTo>
                  <a:lnTo>
                    <a:pt x="5639782" y="474312"/>
                  </a:lnTo>
                  <a:lnTo>
                    <a:pt x="5669186" y="475695"/>
                  </a:lnTo>
                  <a:lnTo>
                    <a:pt x="5695844" y="477628"/>
                  </a:lnTo>
                  <a:lnTo>
                    <a:pt x="5719920" y="480296"/>
                  </a:lnTo>
                  <a:lnTo>
                    <a:pt x="5743725" y="483943"/>
                  </a:lnTo>
                  <a:lnTo>
                    <a:pt x="5765439" y="487919"/>
                  </a:lnTo>
                  <a:lnTo>
                    <a:pt x="5789466" y="492751"/>
                  </a:lnTo>
                  <a:lnTo>
                    <a:pt x="5815794" y="498336"/>
                  </a:lnTo>
                  <a:lnTo>
                    <a:pt x="5843679" y="504404"/>
                  </a:lnTo>
                  <a:lnTo>
                    <a:pt x="5871860" y="510563"/>
                  </a:lnTo>
                  <a:lnTo>
                    <a:pt x="5898979" y="516396"/>
                  </a:lnTo>
                  <a:lnTo>
                    <a:pt x="5924032" y="521570"/>
                  </a:lnTo>
                  <a:lnTo>
                    <a:pt x="5946681" y="525913"/>
                  </a:lnTo>
                  <a:lnTo>
                    <a:pt x="5955670" y="527500"/>
                  </a:lnTo>
                  <a:lnTo>
                    <a:pt x="5979802" y="531190"/>
                  </a:lnTo>
                  <a:lnTo>
                    <a:pt x="6003898" y="533846"/>
                  </a:lnTo>
                  <a:lnTo>
                    <a:pt x="6030603" y="535771"/>
                  </a:lnTo>
                  <a:lnTo>
                    <a:pt x="6060021" y="537147"/>
                  </a:lnTo>
                  <a:lnTo>
                    <a:pt x="6086553" y="537996"/>
                  </a:lnTo>
                  <a:lnTo>
                    <a:pt x="6101379" y="538342"/>
                  </a:lnTo>
                  <a:lnTo>
                    <a:pt x="6104032" y="538390"/>
                  </a:lnTo>
                  <a:lnTo>
                    <a:pt x="6358367" y="538390"/>
                  </a:lnTo>
                  <a:lnTo>
                    <a:pt x="6104032" y="538390"/>
                  </a:lnTo>
                  <a:lnTo>
                    <a:pt x="6101272" y="538340"/>
                  </a:lnTo>
                  <a:lnTo>
                    <a:pt x="6086249" y="537988"/>
                  </a:lnTo>
                  <a:lnTo>
                    <a:pt x="6059613" y="537131"/>
                  </a:lnTo>
                  <a:lnTo>
                    <a:pt x="6030209" y="535748"/>
                  </a:lnTo>
                  <a:lnTo>
                    <a:pt x="6003551" y="533815"/>
                  </a:lnTo>
                  <a:lnTo>
                    <a:pt x="5979474" y="531147"/>
                  </a:lnTo>
                  <a:lnTo>
                    <a:pt x="5955670" y="527500"/>
                  </a:lnTo>
                  <a:lnTo>
                    <a:pt x="5933956" y="523524"/>
                  </a:lnTo>
                  <a:lnTo>
                    <a:pt x="5909929" y="518692"/>
                  </a:lnTo>
                  <a:lnTo>
                    <a:pt x="5883600" y="513107"/>
                  </a:lnTo>
                  <a:lnTo>
                    <a:pt x="5855716" y="507039"/>
                  </a:lnTo>
                  <a:lnTo>
                    <a:pt x="5827535" y="500880"/>
                  </a:lnTo>
                  <a:lnTo>
                    <a:pt x="5800416" y="495048"/>
                  </a:lnTo>
                  <a:lnTo>
                    <a:pt x="5775363" y="489873"/>
                  </a:lnTo>
                  <a:lnTo>
                    <a:pt x="5752714" y="485530"/>
                  </a:lnTo>
                  <a:lnTo>
                    <a:pt x="5743725" y="483943"/>
                  </a:lnTo>
                  <a:lnTo>
                    <a:pt x="5719593" y="480253"/>
                  </a:lnTo>
                  <a:lnTo>
                    <a:pt x="5695497" y="477597"/>
                  </a:lnTo>
                  <a:lnTo>
                    <a:pt x="5668792" y="475672"/>
                  </a:lnTo>
                  <a:lnTo>
                    <a:pt x="5639373" y="474296"/>
                  </a:lnTo>
                  <a:lnTo>
                    <a:pt x="5612841" y="473447"/>
                  </a:lnTo>
                  <a:lnTo>
                    <a:pt x="5598016" y="473101"/>
                  </a:lnTo>
                  <a:lnTo>
                    <a:pt x="5595363" y="473053"/>
                  </a:lnTo>
                  <a:lnTo>
                    <a:pt x="5341028" y="473053"/>
                  </a:lnTo>
                  <a:lnTo>
                    <a:pt x="5338436" y="472852"/>
                  </a:lnTo>
                  <a:lnTo>
                    <a:pt x="5324201" y="471439"/>
                  </a:lnTo>
                  <a:lnTo>
                    <a:pt x="5298546" y="467975"/>
                  </a:lnTo>
                  <a:lnTo>
                    <a:pt x="5269711" y="462351"/>
                  </a:lnTo>
                  <a:lnTo>
                    <a:pt x="5243311" y="454504"/>
                  </a:lnTo>
                  <a:lnTo>
                    <a:pt x="5219583" y="443772"/>
                  </a:lnTo>
                  <a:lnTo>
                    <a:pt x="5196144" y="428944"/>
                  </a:lnTo>
                  <a:lnTo>
                    <a:pt x="5192666" y="426428"/>
                  </a:lnTo>
                  <a:lnTo>
                    <a:pt x="5173774" y="411722"/>
                  </a:lnTo>
                  <a:lnTo>
                    <a:pt x="5153139" y="394195"/>
                  </a:lnTo>
                  <a:lnTo>
                    <a:pt x="5130670" y="374053"/>
                  </a:lnTo>
                  <a:lnTo>
                    <a:pt x="5106727" y="351924"/>
                  </a:lnTo>
                  <a:lnTo>
                    <a:pt x="5082038" y="328814"/>
                  </a:lnTo>
                  <a:lnTo>
                    <a:pt x="5057528" y="305937"/>
                  </a:lnTo>
                  <a:lnTo>
                    <a:pt x="5034070" y="284454"/>
                  </a:lnTo>
                  <a:lnTo>
                    <a:pt x="5012272" y="265244"/>
                  </a:lnTo>
                  <a:lnTo>
                    <a:pt x="4992327" y="248775"/>
                  </a:lnTo>
                  <a:lnTo>
                    <a:pt x="4980720" y="239926"/>
                  </a:lnTo>
                  <a:lnTo>
                    <a:pt x="4957108" y="224421"/>
                  </a:lnTo>
                  <a:lnTo>
                    <a:pt x="4933591" y="213182"/>
                  </a:lnTo>
                  <a:lnTo>
                    <a:pt x="4907654" y="204981"/>
                  </a:lnTo>
                  <a:lnTo>
                    <a:pt x="4878965" y="199053"/>
                  </a:lnTo>
                  <a:lnTo>
                    <a:pt x="4852313" y="195275"/>
                  </a:lnTo>
                  <a:lnTo>
                    <a:pt x="4836132" y="193602"/>
                  </a:lnTo>
                  <a:lnTo>
                    <a:pt x="4832359" y="193300"/>
                  </a:lnTo>
                  <a:lnTo>
                    <a:pt x="4578024" y="193300"/>
                  </a:lnTo>
                  <a:lnTo>
                    <a:pt x="4575342" y="193156"/>
                  </a:lnTo>
                  <a:lnTo>
                    <a:pt x="4560685" y="192145"/>
                  </a:lnTo>
                  <a:lnTo>
                    <a:pt x="4534499" y="189676"/>
                  </a:lnTo>
                  <a:lnTo>
                    <a:pt x="4505353" y="185680"/>
                  </a:lnTo>
                  <a:lnTo>
                    <a:pt x="4478813" y="180099"/>
                  </a:lnTo>
                  <a:lnTo>
                    <a:pt x="4454901" y="172430"/>
                  </a:lnTo>
                  <a:lnTo>
                    <a:pt x="4431085" y="161801"/>
                  </a:lnTo>
                  <a:lnTo>
                    <a:pt x="4429662" y="161084"/>
                  </a:lnTo>
                  <a:lnTo>
                    <a:pt x="4409448" y="150174"/>
                  </a:lnTo>
                  <a:lnTo>
                    <a:pt x="4387233" y="137050"/>
                  </a:lnTo>
                  <a:lnTo>
                    <a:pt x="4362964" y="121919"/>
                  </a:lnTo>
                  <a:lnTo>
                    <a:pt x="4337158" y="105367"/>
                  </a:lnTo>
                  <a:lnTo>
                    <a:pt x="4310776" y="88292"/>
                  </a:lnTo>
                  <a:lnTo>
                    <a:pt x="4284947" y="71719"/>
                  </a:lnTo>
                  <a:lnTo>
                    <a:pt x="4260637" y="56551"/>
                  </a:lnTo>
                  <a:lnTo>
                    <a:pt x="4238377" y="43381"/>
                  </a:lnTo>
                  <a:lnTo>
                    <a:pt x="4218126" y="32424"/>
                  </a:lnTo>
                  <a:lnTo>
                    <a:pt x="4217716" y="32216"/>
                  </a:lnTo>
                  <a:lnTo>
                    <a:pt x="4193824" y="21393"/>
                  </a:lnTo>
                  <a:lnTo>
                    <a:pt x="4169996" y="13579"/>
                  </a:lnTo>
                  <a:lnTo>
                    <a:pt x="4143646" y="7896"/>
                  </a:lnTo>
                  <a:lnTo>
                    <a:pt x="4114560" y="3813"/>
                  </a:lnTo>
                  <a:lnTo>
                    <a:pt x="4087957" y="1255"/>
                  </a:lnTo>
                  <a:lnTo>
                    <a:pt x="4072495" y="170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288" y="96"/>
                  </a:lnTo>
                  <a:lnTo>
                    <a:pt x="3797399" y="774"/>
                  </a:lnTo>
                  <a:lnTo>
                    <a:pt x="3770927" y="2424"/>
                  </a:lnTo>
                  <a:lnTo>
                    <a:pt x="3741617" y="5092"/>
                  </a:lnTo>
                  <a:lnTo>
                    <a:pt x="3715001" y="8820"/>
                  </a:lnTo>
                  <a:lnTo>
                    <a:pt x="3690986" y="13956"/>
                  </a:lnTo>
                  <a:lnTo>
                    <a:pt x="3666958" y="21086"/>
                  </a:lnTo>
                  <a:lnTo>
                    <a:pt x="3666658" y="21186"/>
                  </a:lnTo>
                  <a:lnTo>
                    <a:pt x="3645544" y="28697"/>
                  </a:lnTo>
                  <a:lnTo>
                    <a:pt x="3622245" y="37788"/>
                  </a:lnTo>
                  <a:lnTo>
                    <a:pt x="3596742" y="48285"/>
                  </a:lnTo>
                  <a:lnTo>
                    <a:pt x="3569685" y="59726"/>
                  </a:lnTo>
                  <a:lnTo>
                    <a:pt x="3542206" y="71417"/>
                  </a:lnTo>
                  <a:lnTo>
                    <a:pt x="3515577" y="82601"/>
                  </a:lnTo>
                  <a:lnTo>
                    <a:pt x="3490796" y="92649"/>
                  </a:lnTo>
                  <a:lnTo>
                    <a:pt x="3468291" y="101198"/>
                  </a:lnTo>
                  <a:lnTo>
                    <a:pt x="3454712" y="105930"/>
                  </a:lnTo>
                  <a:lnTo>
                    <a:pt x="3430668" y="113087"/>
                  </a:lnTo>
                  <a:lnTo>
                    <a:pt x="3406670" y="118243"/>
                  </a:lnTo>
                  <a:lnTo>
                    <a:pt x="3380095" y="121985"/>
                  </a:lnTo>
                  <a:lnTo>
                    <a:pt x="3350797" y="124665"/>
                  </a:lnTo>
                  <a:lnTo>
                    <a:pt x="3324236" y="126328"/>
                  </a:lnTo>
                  <a:lnTo>
                    <a:pt x="3309176" y="127016"/>
                  </a:lnTo>
                  <a:lnTo>
                    <a:pt x="3306350" y="127116"/>
                  </a:lnTo>
                  <a:lnTo>
                    <a:pt x="3052016" y="127116"/>
                  </a:lnTo>
                  <a:lnTo>
                    <a:pt x="3049321" y="127250"/>
                  </a:lnTo>
                  <a:lnTo>
                    <a:pt x="3034604" y="128188"/>
                  </a:lnTo>
                  <a:lnTo>
                    <a:pt x="3008345" y="130476"/>
                  </a:lnTo>
                  <a:lnTo>
                    <a:pt x="2979156" y="134178"/>
                  </a:lnTo>
                  <a:lnTo>
                    <a:pt x="2952596" y="139350"/>
                  </a:lnTo>
                  <a:lnTo>
                    <a:pt x="2928658" y="146462"/>
                  </a:lnTo>
                  <a:lnTo>
                    <a:pt x="2904788" y="156322"/>
                  </a:lnTo>
                  <a:lnTo>
                    <a:pt x="2903654" y="156850"/>
                  </a:lnTo>
                  <a:lnTo>
                    <a:pt x="2883223" y="167033"/>
                  </a:lnTo>
                  <a:lnTo>
                    <a:pt x="2860747" y="179301"/>
                  </a:lnTo>
                  <a:lnTo>
                    <a:pt x="2836180" y="193451"/>
                  </a:lnTo>
                  <a:lnTo>
                    <a:pt x="2810071" y="208916"/>
                  </a:lnTo>
                  <a:lnTo>
                    <a:pt x="2783420" y="224835"/>
                  </a:lnTo>
                  <a:lnTo>
                    <a:pt x="2757390" y="240234"/>
                  </a:lnTo>
                  <a:lnTo>
                    <a:pt x="2732959" y="254265"/>
                  </a:lnTo>
                  <a:lnTo>
                    <a:pt x="2710637" y="266389"/>
                  </a:lnTo>
                  <a:lnTo>
                    <a:pt x="2691708" y="275786"/>
                  </a:lnTo>
                  <a:lnTo>
                    <a:pt x="2667777" y="285789"/>
                  </a:lnTo>
                  <a:lnTo>
                    <a:pt x="2643905" y="293007"/>
                  </a:lnTo>
                  <a:lnTo>
                    <a:pt x="2617497" y="298254"/>
                  </a:lnTo>
                  <a:lnTo>
                    <a:pt x="2588356" y="302021"/>
                  </a:lnTo>
                  <a:lnTo>
                    <a:pt x="2561762" y="304375"/>
                  </a:lnTo>
                  <a:lnTo>
                    <a:pt x="2546403" y="305367"/>
                  </a:lnTo>
                  <a:lnTo>
                    <a:pt x="2543346" y="305520"/>
                  </a:lnTo>
                  <a:lnTo>
                    <a:pt x="2289012" y="305520"/>
                  </a:lnTo>
                  <a:lnTo>
                    <a:pt x="2286356" y="305356"/>
                  </a:lnTo>
                  <a:lnTo>
                    <a:pt x="2271824" y="304208"/>
                  </a:lnTo>
                  <a:lnTo>
                    <a:pt x="2245795" y="301402"/>
                  </a:lnTo>
                  <a:lnTo>
                    <a:pt x="2216739" y="296855"/>
                  </a:lnTo>
                  <a:lnTo>
                    <a:pt x="2190240" y="290507"/>
                  </a:lnTo>
                  <a:lnTo>
                    <a:pt x="2166383" y="281797"/>
                  </a:lnTo>
                  <a:lnTo>
                    <a:pt x="2142680" y="269735"/>
                  </a:lnTo>
                  <a:lnTo>
                    <a:pt x="2140650" y="268563"/>
                  </a:lnTo>
                  <a:lnTo>
                    <a:pt x="2120864" y="256327"/>
                  </a:lnTo>
                  <a:lnTo>
                    <a:pt x="2099162" y="241651"/>
                  </a:lnTo>
                  <a:lnTo>
                    <a:pt x="2075477" y="224747"/>
                  </a:lnTo>
                  <a:lnTo>
                    <a:pt x="2050272" y="206226"/>
                  </a:lnTo>
                  <a:lnTo>
                    <a:pt x="2024427" y="187040"/>
                  </a:lnTo>
                  <a:lnTo>
                    <a:pt x="1999007" y="168293"/>
                  </a:lnTo>
                  <a:lnTo>
                    <a:pt x="1974952" y="150990"/>
                  </a:lnTo>
                  <a:lnTo>
                    <a:pt x="1952826" y="135822"/>
                  </a:lnTo>
                  <a:lnTo>
                    <a:pt x="1932675" y="123080"/>
                  </a:lnTo>
                  <a:lnTo>
                    <a:pt x="1928704" y="120739"/>
                  </a:lnTo>
                  <a:lnTo>
                    <a:pt x="1904894" y="108361"/>
                  </a:lnTo>
                  <a:lnTo>
                    <a:pt x="1881158" y="99413"/>
                  </a:lnTo>
                  <a:lnTo>
                    <a:pt x="1854930" y="92900"/>
                  </a:lnTo>
                  <a:lnTo>
                    <a:pt x="1825960" y="88212"/>
                  </a:lnTo>
                  <a:lnTo>
                    <a:pt x="1799339" y="85259"/>
                  </a:lnTo>
                  <a:lnTo>
                    <a:pt x="1783662" y="83991"/>
                  </a:lnTo>
                  <a:lnTo>
                    <a:pt x="1780342" y="83783"/>
                  </a:lnTo>
                  <a:lnTo>
                    <a:pt x="1526008" y="83783"/>
                  </a:lnTo>
                  <a:lnTo>
                    <a:pt x="1523259" y="83856"/>
                  </a:lnTo>
                  <a:lnTo>
                    <a:pt x="1508290" y="84367"/>
                  </a:lnTo>
                  <a:lnTo>
                    <a:pt x="1481721" y="85610"/>
                  </a:lnTo>
                  <a:lnTo>
                    <a:pt x="1452355" y="87618"/>
                  </a:lnTo>
                  <a:lnTo>
                    <a:pt x="1425714" y="90425"/>
                  </a:lnTo>
                  <a:lnTo>
                    <a:pt x="1401662" y="94295"/>
                  </a:lnTo>
                  <a:lnTo>
                    <a:pt x="1377646" y="99650"/>
                  </a:lnTo>
                  <a:lnTo>
                    <a:pt x="1356183" y="105373"/>
                  </a:lnTo>
                  <a:lnTo>
                    <a:pt x="1332462" y="112316"/>
                  </a:lnTo>
                  <a:lnTo>
                    <a:pt x="1306481" y="120338"/>
                  </a:lnTo>
                  <a:lnTo>
                    <a:pt x="1278942" y="129065"/>
                  </a:lnTo>
                  <a:lnTo>
                    <a:pt x="1251053" y="137949"/>
                  </a:lnTo>
                  <a:lnTo>
                    <a:pt x="1224136" y="146398"/>
                  </a:lnTo>
                  <a:lnTo>
                    <a:pt x="1199193" y="153934"/>
                  </a:lnTo>
                  <a:lnTo>
                    <a:pt x="1176603" y="160295"/>
                  </a:lnTo>
                  <a:lnTo>
                    <a:pt x="1165700" y="163118"/>
                  </a:lnTo>
                  <a:lnTo>
                    <a:pt x="1141604" y="168487"/>
                  </a:lnTo>
                  <a:lnTo>
                    <a:pt x="1117548" y="172353"/>
                  </a:lnTo>
                  <a:lnTo>
                    <a:pt x="1090895" y="175158"/>
                  </a:lnTo>
                  <a:lnTo>
                    <a:pt x="1061526" y="177163"/>
                  </a:lnTo>
                  <a:lnTo>
                    <a:pt x="1034981" y="178404"/>
                  </a:lnTo>
                  <a:lnTo>
                    <a:pt x="1020061" y="178912"/>
                  </a:lnTo>
                  <a:lnTo>
                    <a:pt x="1017338" y="178985"/>
                  </a:lnTo>
                  <a:lnTo>
                    <a:pt x="763004" y="178985"/>
                  </a:lnTo>
                  <a:lnTo>
                    <a:pt x="760389" y="179173"/>
                  </a:lnTo>
                  <a:lnTo>
                    <a:pt x="746052" y="180503"/>
                  </a:lnTo>
                  <a:lnTo>
                    <a:pt x="720267" y="183757"/>
                  </a:lnTo>
                  <a:lnTo>
                    <a:pt x="691355" y="189036"/>
                  </a:lnTo>
                  <a:lnTo>
                    <a:pt x="664920" y="196404"/>
                  </a:lnTo>
                  <a:lnTo>
                    <a:pt x="641148" y="206493"/>
                  </a:lnTo>
                  <a:lnTo>
                    <a:pt x="617618" y="220443"/>
                  </a:lnTo>
                  <a:lnTo>
                    <a:pt x="614642" y="222455"/>
                  </a:lnTo>
                  <a:lnTo>
                    <a:pt x="595457" y="236388"/>
                  </a:lnTo>
                  <a:lnTo>
                    <a:pt x="574475" y="253029"/>
                  </a:lnTo>
                  <a:lnTo>
                    <a:pt x="551610" y="272168"/>
                  </a:lnTo>
                  <a:lnTo>
                    <a:pt x="527253" y="293178"/>
                  </a:lnTo>
                  <a:lnTo>
                    <a:pt x="502183" y="315063"/>
                  </a:lnTo>
                  <a:lnTo>
                    <a:pt x="477367" y="336638"/>
                  </a:lnTo>
                  <a:lnTo>
                    <a:pt x="453704" y="356786"/>
                  </a:lnTo>
                  <a:lnTo>
                    <a:pt x="431791" y="374687"/>
                  </a:lnTo>
                  <a:lnTo>
                    <a:pt x="411778" y="389931"/>
                  </a:lnTo>
                  <a:lnTo>
                    <a:pt x="402696" y="396336"/>
                  </a:lnTo>
                  <a:lnTo>
                    <a:pt x="379015" y="410829"/>
                  </a:lnTo>
                  <a:lnTo>
                    <a:pt x="355422" y="421323"/>
                  </a:lnTo>
                  <a:lnTo>
                    <a:pt x="329384" y="428975"/>
                  </a:lnTo>
                  <a:lnTo>
                    <a:pt x="300597" y="434497"/>
                  </a:lnTo>
                  <a:lnTo>
                    <a:pt x="273954" y="438002"/>
                  </a:lnTo>
                  <a:lnTo>
                    <a:pt x="257946" y="439539"/>
                  </a:lnTo>
                  <a:lnTo>
                    <a:pt x="254334" y="439807"/>
                  </a:lnTo>
                  <a:close/>
                </a:path>
              </a:pathLst>
            </a:custGeom>
            <a:solidFill>
              <a:srgbClr val="DE6463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949593" y="5635520"/>
              <a:ext cx="6358367" cy="544032"/>
            </a:xfrm>
            <a:custGeom>
              <a:avLst/>
              <a:pathLst>
                <a:path w="6358367" h="544032">
                  <a:moveTo>
                    <a:pt x="0" y="439807"/>
                  </a:moveTo>
                  <a:lnTo>
                    <a:pt x="254334" y="439807"/>
                  </a:lnTo>
                  <a:lnTo>
                    <a:pt x="257074" y="439721"/>
                  </a:lnTo>
                  <a:lnTo>
                    <a:pt x="272002" y="439119"/>
                  </a:lnTo>
                  <a:lnTo>
                    <a:pt x="298522" y="437653"/>
                  </a:lnTo>
                  <a:lnTo>
                    <a:pt x="327860" y="435285"/>
                  </a:lnTo>
                  <a:lnTo>
                    <a:pt x="354488" y="431975"/>
                  </a:lnTo>
                  <a:lnTo>
                    <a:pt x="378521" y="427414"/>
                  </a:lnTo>
                  <a:lnTo>
                    <a:pt x="402696" y="421047"/>
                  </a:lnTo>
                  <a:lnTo>
                    <a:pt x="423978" y="414340"/>
                  </a:lnTo>
                  <a:lnTo>
                    <a:pt x="447480" y="406213"/>
                  </a:lnTo>
                  <a:lnTo>
                    <a:pt x="473213" y="396827"/>
                  </a:lnTo>
                  <a:lnTo>
                    <a:pt x="500503" y="386605"/>
                  </a:lnTo>
                  <a:lnTo>
                    <a:pt x="528180" y="376179"/>
                  </a:lnTo>
                  <a:lnTo>
                    <a:pt x="554950" y="366234"/>
                  </a:lnTo>
                  <a:lnTo>
                    <a:pt x="579810" y="357329"/>
                  </a:lnTo>
                  <a:lnTo>
                    <a:pt x="602356" y="349782"/>
                  </a:lnTo>
                  <a:lnTo>
                    <a:pt x="614642" y="346006"/>
                  </a:lnTo>
                  <a:lnTo>
                    <a:pt x="638711" y="339663"/>
                  </a:lnTo>
                  <a:lnTo>
                    <a:pt x="662738" y="335095"/>
                  </a:lnTo>
                  <a:lnTo>
                    <a:pt x="689351" y="331780"/>
                  </a:lnTo>
                  <a:lnTo>
                    <a:pt x="718684" y="329408"/>
                  </a:lnTo>
                  <a:lnTo>
                    <a:pt x="745237" y="327938"/>
                  </a:lnTo>
                  <a:lnTo>
                    <a:pt x="760229" y="327333"/>
                  </a:lnTo>
                  <a:lnTo>
                    <a:pt x="763004" y="327246"/>
                  </a:lnTo>
                  <a:lnTo>
                    <a:pt x="1017338" y="327246"/>
                  </a:lnTo>
                  <a:lnTo>
                    <a:pt x="1020073" y="327154"/>
                  </a:lnTo>
                  <a:lnTo>
                    <a:pt x="1034980" y="326508"/>
                  </a:lnTo>
                  <a:lnTo>
                    <a:pt x="1061473" y="324936"/>
                  </a:lnTo>
                  <a:lnTo>
                    <a:pt x="1090795" y="322396"/>
                  </a:lnTo>
                  <a:lnTo>
                    <a:pt x="1117416" y="318846"/>
                  </a:lnTo>
                  <a:lnTo>
                    <a:pt x="1141439" y="313954"/>
                  </a:lnTo>
                  <a:lnTo>
                    <a:pt x="1165483" y="307163"/>
                  </a:lnTo>
                  <a:lnTo>
                    <a:pt x="1165700" y="307094"/>
                  </a:lnTo>
                  <a:lnTo>
                    <a:pt x="1186887" y="299923"/>
                  </a:lnTo>
                  <a:lnTo>
                    <a:pt x="1210275" y="291240"/>
                  </a:lnTo>
                  <a:lnTo>
                    <a:pt x="1235878" y="281213"/>
                  </a:lnTo>
                  <a:lnTo>
                    <a:pt x="1263037" y="270288"/>
                  </a:lnTo>
                  <a:lnTo>
                    <a:pt x="1290603" y="259133"/>
                  </a:lnTo>
                  <a:lnTo>
                    <a:pt x="1317293" y="248475"/>
                  </a:lnTo>
                  <a:lnTo>
                    <a:pt x="1342110" y="238914"/>
                  </a:lnTo>
                  <a:lnTo>
                    <a:pt x="1364632" y="230793"/>
                  </a:lnTo>
                  <a:lnTo>
                    <a:pt x="1377646" y="226487"/>
                  </a:lnTo>
                  <a:lnTo>
                    <a:pt x="1401701" y="219676"/>
                  </a:lnTo>
                  <a:lnTo>
                    <a:pt x="1425712" y="214771"/>
                  </a:lnTo>
                  <a:lnTo>
                    <a:pt x="1452304" y="211211"/>
                  </a:lnTo>
                  <a:lnTo>
                    <a:pt x="1481617" y="208662"/>
                  </a:lnTo>
                  <a:lnTo>
                    <a:pt x="1508175" y="207082"/>
                  </a:lnTo>
                  <a:lnTo>
                    <a:pt x="1523205" y="206429"/>
                  </a:lnTo>
                  <a:lnTo>
                    <a:pt x="1526008" y="206335"/>
                  </a:lnTo>
                  <a:lnTo>
                    <a:pt x="1780342" y="206335"/>
                  </a:lnTo>
                  <a:lnTo>
                    <a:pt x="1783062" y="206444"/>
                  </a:lnTo>
                  <a:lnTo>
                    <a:pt x="1797898" y="207212"/>
                  </a:lnTo>
                  <a:lnTo>
                    <a:pt x="1824305" y="209084"/>
                  </a:lnTo>
                  <a:lnTo>
                    <a:pt x="1853579" y="212110"/>
                  </a:lnTo>
                  <a:lnTo>
                    <a:pt x="1880177" y="216339"/>
                  </a:lnTo>
                  <a:lnTo>
                    <a:pt x="1904168" y="222160"/>
                  </a:lnTo>
                  <a:lnTo>
                    <a:pt x="1928147" y="230239"/>
                  </a:lnTo>
                  <a:lnTo>
                    <a:pt x="1928704" y="230450"/>
                  </a:lnTo>
                  <a:lnTo>
                    <a:pt x="1949598" y="238906"/>
                  </a:lnTo>
                  <a:lnTo>
                    <a:pt x="1972632" y="249124"/>
                  </a:lnTo>
                  <a:lnTo>
                    <a:pt x="1997833" y="260921"/>
                  </a:lnTo>
                  <a:lnTo>
                    <a:pt x="2024586" y="273789"/>
                  </a:lnTo>
                  <a:lnTo>
                    <a:pt x="2051801" y="286971"/>
                  </a:lnTo>
                  <a:lnTo>
                    <a:pt x="2078242" y="299626"/>
                  </a:lnTo>
                  <a:lnTo>
                    <a:pt x="2102916" y="311049"/>
                  </a:lnTo>
                  <a:lnTo>
                    <a:pt x="2125364" y="320816"/>
                  </a:lnTo>
                  <a:lnTo>
                    <a:pt x="2140650" y="326909"/>
                  </a:lnTo>
                  <a:lnTo>
                    <a:pt x="2164659" y="335045"/>
                  </a:lnTo>
                  <a:lnTo>
                    <a:pt x="2188619" y="340909"/>
                  </a:lnTo>
                  <a:lnTo>
                    <a:pt x="2215142" y="345167"/>
                  </a:lnTo>
                  <a:lnTo>
                    <a:pt x="2244392" y="348219"/>
                  </a:lnTo>
                  <a:lnTo>
                    <a:pt x="2270964" y="350117"/>
                  </a:lnTo>
                  <a:lnTo>
                    <a:pt x="2286116" y="350907"/>
                  </a:lnTo>
                  <a:lnTo>
                    <a:pt x="2289012" y="351024"/>
                  </a:lnTo>
                  <a:lnTo>
                    <a:pt x="2543346" y="351024"/>
                  </a:lnTo>
                  <a:lnTo>
                    <a:pt x="2546044" y="350892"/>
                  </a:lnTo>
                  <a:lnTo>
                    <a:pt x="2560773" y="349970"/>
                  </a:lnTo>
                  <a:lnTo>
                    <a:pt x="2587047" y="347720"/>
                  </a:lnTo>
                  <a:lnTo>
                    <a:pt x="2616245" y="344080"/>
                  </a:lnTo>
                  <a:lnTo>
                    <a:pt x="2642808" y="338995"/>
                  </a:lnTo>
                  <a:lnTo>
                    <a:pt x="2666752" y="332003"/>
                  </a:lnTo>
                  <a:lnTo>
                    <a:pt x="2690633" y="322307"/>
                  </a:lnTo>
                  <a:lnTo>
                    <a:pt x="2691708" y="321815"/>
                  </a:lnTo>
                  <a:lnTo>
                    <a:pt x="2712184" y="311788"/>
                  </a:lnTo>
                  <a:lnTo>
                    <a:pt x="2734714" y="299705"/>
                  </a:lnTo>
                  <a:lnTo>
                    <a:pt x="2759343" y="285768"/>
                  </a:lnTo>
                  <a:lnTo>
                    <a:pt x="2785515" y="270536"/>
                  </a:lnTo>
                  <a:lnTo>
                    <a:pt x="2812222" y="254866"/>
                  </a:lnTo>
                  <a:lnTo>
                    <a:pt x="2838292" y="239719"/>
                  </a:lnTo>
                  <a:lnTo>
                    <a:pt x="2862748" y="225929"/>
                  </a:lnTo>
                  <a:lnTo>
                    <a:pt x="2885083" y="214027"/>
                  </a:lnTo>
                  <a:lnTo>
                    <a:pt x="2903654" y="204979"/>
                  </a:lnTo>
                  <a:lnTo>
                    <a:pt x="2927593" y="195149"/>
                  </a:lnTo>
                  <a:lnTo>
                    <a:pt x="2951474" y="188057"/>
                  </a:lnTo>
                  <a:lnTo>
                    <a:pt x="2977894" y="182902"/>
                  </a:lnTo>
                  <a:lnTo>
                    <a:pt x="3007046" y="179203"/>
                  </a:lnTo>
                  <a:lnTo>
                    <a:pt x="3033637" y="176892"/>
                  </a:lnTo>
                  <a:lnTo>
                    <a:pt x="3048975" y="175919"/>
                  </a:lnTo>
                  <a:lnTo>
                    <a:pt x="3052016" y="175770"/>
                  </a:lnTo>
                  <a:lnTo>
                    <a:pt x="3306350" y="175770"/>
                  </a:lnTo>
                  <a:lnTo>
                    <a:pt x="3309055" y="175645"/>
                  </a:lnTo>
                  <a:lnTo>
                    <a:pt x="3323816" y="174766"/>
                  </a:lnTo>
                  <a:lnTo>
                    <a:pt x="3350131" y="172623"/>
                  </a:lnTo>
                  <a:lnTo>
                    <a:pt x="3379351" y="169157"/>
                  </a:lnTo>
                  <a:lnTo>
                    <a:pt x="3405925" y="164314"/>
                  </a:lnTo>
                  <a:lnTo>
                    <a:pt x="3429883" y="157653"/>
                  </a:lnTo>
                  <a:lnTo>
                    <a:pt x="3453794" y="148413"/>
                  </a:lnTo>
                  <a:lnTo>
                    <a:pt x="3454712" y="148014"/>
                  </a:lnTo>
                  <a:lnTo>
                    <a:pt x="3475311" y="138426"/>
                  </a:lnTo>
                  <a:lnTo>
                    <a:pt x="3497990" y="126862"/>
                  </a:lnTo>
                  <a:lnTo>
                    <a:pt x="3522787" y="113519"/>
                  </a:lnTo>
                  <a:lnTo>
                    <a:pt x="3549130" y="98946"/>
                  </a:lnTo>
                  <a:lnTo>
                    <a:pt x="3575988" y="83971"/>
                  </a:lnTo>
                  <a:lnTo>
                    <a:pt x="3602169" y="69525"/>
                  </a:lnTo>
                  <a:lnTo>
                    <a:pt x="3626690" y="56407"/>
                  </a:lnTo>
                  <a:lnTo>
                    <a:pt x="3649060" y="45116"/>
                  </a:lnTo>
                  <a:lnTo>
                    <a:pt x="3666658" y="36990"/>
                  </a:lnTo>
                  <a:lnTo>
                    <a:pt x="3690619" y="27642"/>
                  </a:lnTo>
                  <a:lnTo>
                    <a:pt x="3714523" y="20899"/>
                  </a:lnTo>
                  <a:lnTo>
                    <a:pt x="3740974" y="16000"/>
                  </a:lnTo>
                  <a:lnTo>
                    <a:pt x="3770156" y="12486"/>
                  </a:lnTo>
                  <a:lnTo>
                    <a:pt x="3796742" y="10293"/>
                  </a:lnTo>
                  <a:lnTo>
                    <a:pt x="3812024" y="9374"/>
                  </a:lnTo>
                  <a:lnTo>
                    <a:pt x="3815020" y="9234"/>
                  </a:lnTo>
                  <a:lnTo>
                    <a:pt x="4069355" y="9234"/>
                  </a:lnTo>
                  <a:lnTo>
                    <a:pt x="4072042" y="9374"/>
                  </a:lnTo>
                  <a:lnTo>
                    <a:pt x="4086722" y="10357"/>
                  </a:lnTo>
                  <a:lnTo>
                    <a:pt x="4112937" y="12756"/>
                  </a:lnTo>
                  <a:lnTo>
                    <a:pt x="4142100" y="16638"/>
                  </a:lnTo>
                  <a:lnTo>
                    <a:pt x="4168649" y="22061"/>
                  </a:lnTo>
                  <a:lnTo>
                    <a:pt x="4192571" y="29514"/>
                  </a:lnTo>
                  <a:lnTo>
                    <a:pt x="4216408" y="39847"/>
                  </a:lnTo>
                  <a:lnTo>
                    <a:pt x="4217716" y="40486"/>
                  </a:lnTo>
                  <a:lnTo>
                    <a:pt x="4238015" y="51117"/>
                  </a:lnTo>
                  <a:lnTo>
                    <a:pt x="4260332" y="63912"/>
                  </a:lnTo>
                  <a:lnTo>
                    <a:pt x="4284718" y="78666"/>
                  </a:lnTo>
                  <a:lnTo>
                    <a:pt x="4310643" y="94801"/>
                  </a:lnTo>
                  <a:lnTo>
                    <a:pt x="4337131" y="111431"/>
                  </a:lnTo>
                  <a:lnTo>
                    <a:pt x="4363039" y="127551"/>
                  </a:lnTo>
                  <a:lnTo>
                    <a:pt x="4387397" y="142279"/>
                  </a:lnTo>
                  <a:lnTo>
                    <a:pt x="4409681" y="155042"/>
                  </a:lnTo>
                  <a:lnTo>
                    <a:pt x="4429662" y="165497"/>
                  </a:lnTo>
                  <a:lnTo>
                    <a:pt x="4453570" y="176002"/>
                  </a:lnTo>
                  <a:lnTo>
                    <a:pt x="4477416" y="183585"/>
                  </a:lnTo>
                  <a:lnTo>
                    <a:pt x="4503788" y="189099"/>
                  </a:lnTo>
                  <a:lnTo>
                    <a:pt x="4532896" y="193058"/>
                  </a:lnTo>
                  <a:lnTo>
                    <a:pt x="4559496" y="195537"/>
                  </a:lnTo>
                  <a:lnTo>
                    <a:pt x="4574917" y="196586"/>
                  </a:lnTo>
                  <a:lnTo>
                    <a:pt x="4578024" y="196749"/>
                  </a:lnTo>
                  <a:lnTo>
                    <a:pt x="4832359" y="196749"/>
                  </a:lnTo>
                  <a:lnTo>
                    <a:pt x="4834946" y="196953"/>
                  </a:lnTo>
                  <a:lnTo>
                    <a:pt x="4849159" y="198383"/>
                  </a:lnTo>
                  <a:lnTo>
                    <a:pt x="4874787" y="201889"/>
                  </a:lnTo>
                  <a:lnTo>
                    <a:pt x="4903605" y="207583"/>
                  </a:lnTo>
                  <a:lnTo>
                    <a:pt x="4929998" y="215527"/>
                  </a:lnTo>
                  <a:lnTo>
                    <a:pt x="4953717" y="226389"/>
                  </a:lnTo>
                  <a:lnTo>
                    <a:pt x="4977136" y="241394"/>
                  </a:lnTo>
                  <a:lnTo>
                    <a:pt x="4980720" y="244022"/>
                  </a:lnTo>
                  <a:lnTo>
                    <a:pt x="4999553" y="258883"/>
                  </a:lnTo>
                  <a:lnTo>
                    <a:pt x="5020117" y="276586"/>
                  </a:lnTo>
                  <a:lnTo>
                    <a:pt x="5042505" y="296929"/>
                  </a:lnTo>
                  <a:lnTo>
                    <a:pt x="5066363" y="319281"/>
                  </a:lnTo>
                  <a:lnTo>
                    <a:pt x="5090973" y="342636"/>
                  </a:lnTo>
                  <a:lnTo>
                    <a:pt x="5115420" y="365775"/>
                  </a:lnTo>
                  <a:lnTo>
                    <a:pt x="5138835" y="387529"/>
                  </a:lnTo>
                  <a:lnTo>
                    <a:pt x="5160608" y="407005"/>
                  </a:lnTo>
                  <a:lnTo>
                    <a:pt x="5180539" y="423726"/>
                  </a:lnTo>
                  <a:lnTo>
                    <a:pt x="5192666" y="433115"/>
                  </a:lnTo>
                  <a:lnTo>
                    <a:pt x="5216264" y="448828"/>
                  </a:lnTo>
                  <a:lnTo>
                    <a:pt x="5239765" y="460218"/>
                  </a:lnTo>
                  <a:lnTo>
                    <a:pt x="5265681" y="468533"/>
                  </a:lnTo>
                  <a:lnTo>
                    <a:pt x="5294349" y="474544"/>
                  </a:lnTo>
                  <a:lnTo>
                    <a:pt x="5321002" y="478378"/>
                  </a:lnTo>
                  <a:lnTo>
                    <a:pt x="5337219" y="480080"/>
                  </a:lnTo>
                  <a:lnTo>
                    <a:pt x="5341028" y="480389"/>
                  </a:lnTo>
                  <a:lnTo>
                    <a:pt x="5595363" y="480389"/>
                  </a:lnTo>
                  <a:lnTo>
                    <a:pt x="5598123" y="480438"/>
                  </a:lnTo>
                  <a:lnTo>
                    <a:pt x="5613149" y="480781"/>
                  </a:lnTo>
                  <a:lnTo>
                    <a:pt x="5639788" y="481615"/>
                  </a:lnTo>
                  <a:lnTo>
                    <a:pt x="5669194" y="482962"/>
                  </a:lnTo>
                  <a:lnTo>
                    <a:pt x="5695853" y="484846"/>
                  </a:lnTo>
                  <a:lnTo>
                    <a:pt x="5719930" y="487445"/>
                  </a:lnTo>
                  <a:lnTo>
                    <a:pt x="5743725" y="490996"/>
                  </a:lnTo>
                  <a:lnTo>
                    <a:pt x="5765451" y="494872"/>
                  </a:lnTo>
                  <a:lnTo>
                    <a:pt x="5789492" y="499582"/>
                  </a:lnTo>
                  <a:lnTo>
                    <a:pt x="5815837" y="505025"/>
                  </a:lnTo>
                  <a:lnTo>
                    <a:pt x="5843737" y="510940"/>
                  </a:lnTo>
                  <a:lnTo>
                    <a:pt x="5871932" y="516942"/>
                  </a:lnTo>
                  <a:lnTo>
                    <a:pt x="5899061" y="522625"/>
                  </a:lnTo>
                  <a:lnTo>
                    <a:pt x="5924118" y="527665"/>
                  </a:lnTo>
                  <a:lnTo>
                    <a:pt x="5946770" y="531894"/>
                  </a:lnTo>
                  <a:lnTo>
                    <a:pt x="5955670" y="533425"/>
                  </a:lnTo>
                  <a:lnTo>
                    <a:pt x="5979803" y="537019"/>
                  </a:lnTo>
                  <a:lnTo>
                    <a:pt x="6003901" y="539606"/>
                  </a:lnTo>
                  <a:lnTo>
                    <a:pt x="6030608" y="541481"/>
                  </a:lnTo>
                  <a:lnTo>
                    <a:pt x="6060029" y="542821"/>
                  </a:lnTo>
                  <a:lnTo>
                    <a:pt x="6086561" y="543648"/>
                  </a:lnTo>
                  <a:lnTo>
                    <a:pt x="6101382" y="543985"/>
                  </a:lnTo>
                  <a:lnTo>
                    <a:pt x="6104032" y="544032"/>
                  </a:lnTo>
                  <a:lnTo>
                    <a:pt x="6358367" y="544032"/>
                  </a:lnTo>
                  <a:lnTo>
                    <a:pt x="6358367" y="538390"/>
                  </a:lnTo>
                  <a:lnTo>
                    <a:pt x="6104032" y="538390"/>
                  </a:lnTo>
                  <a:lnTo>
                    <a:pt x="6101272" y="538340"/>
                  </a:lnTo>
                  <a:lnTo>
                    <a:pt x="6086249" y="537988"/>
                  </a:lnTo>
                  <a:lnTo>
                    <a:pt x="6059613" y="537131"/>
                  </a:lnTo>
                  <a:lnTo>
                    <a:pt x="6030209" y="535748"/>
                  </a:lnTo>
                  <a:lnTo>
                    <a:pt x="6003551" y="533815"/>
                  </a:lnTo>
                  <a:lnTo>
                    <a:pt x="5979474" y="531147"/>
                  </a:lnTo>
                  <a:lnTo>
                    <a:pt x="5955670" y="527500"/>
                  </a:lnTo>
                  <a:lnTo>
                    <a:pt x="5933956" y="523524"/>
                  </a:lnTo>
                  <a:lnTo>
                    <a:pt x="5909929" y="518692"/>
                  </a:lnTo>
                  <a:lnTo>
                    <a:pt x="5883600" y="513107"/>
                  </a:lnTo>
                  <a:lnTo>
                    <a:pt x="5855716" y="507039"/>
                  </a:lnTo>
                  <a:lnTo>
                    <a:pt x="5827535" y="500880"/>
                  </a:lnTo>
                  <a:lnTo>
                    <a:pt x="5800416" y="495048"/>
                  </a:lnTo>
                  <a:lnTo>
                    <a:pt x="5775363" y="489873"/>
                  </a:lnTo>
                  <a:lnTo>
                    <a:pt x="5752714" y="485530"/>
                  </a:lnTo>
                  <a:lnTo>
                    <a:pt x="5743725" y="483943"/>
                  </a:lnTo>
                  <a:lnTo>
                    <a:pt x="5719593" y="480253"/>
                  </a:lnTo>
                  <a:lnTo>
                    <a:pt x="5695497" y="477597"/>
                  </a:lnTo>
                  <a:lnTo>
                    <a:pt x="5668792" y="475672"/>
                  </a:lnTo>
                  <a:lnTo>
                    <a:pt x="5639373" y="474296"/>
                  </a:lnTo>
                  <a:lnTo>
                    <a:pt x="5612841" y="473447"/>
                  </a:lnTo>
                  <a:lnTo>
                    <a:pt x="5598016" y="473101"/>
                  </a:lnTo>
                  <a:lnTo>
                    <a:pt x="5595363" y="473053"/>
                  </a:lnTo>
                  <a:lnTo>
                    <a:pt x="5341028" y="473053"/>
                  </a:lnTo>
                  <a:lnTo>
                    <a:pt x="5338436" y="472852"/>
                  </a:lnTo>
                  <a:lnTo>
                    <a:pt x="5324201" y="471439"/>
                  </a:lnTo>
                  <a:lnTo>
                    <a:pt x="5298546" y="467975"/>
                  </a:lnTo>
                  <a:lnTo>
                    <a:pt x="5269711" y="462351"/>
                  </a:lnTo>
                  <a:lnTo>
                    <a:pt x="5243311" y="454504"/>
                  </a:lnTo>
                  <a:lnTo>
                    <a:pt x="5219583" y="443772"/>
                  </a:lnTo>
                  <a:lnTo>
                    <a:pt x="5196144" y="428944"/>
                  </a:lnTo>
                  <a:lnTo>
                    <a:pt x="5192666" y="426428"/>
                  </a:lnTo>
                  <a:lnTo>
                    <a:pt x="5173774" y="411722"/>
                  </a:lnTo>
                  <a:lnTo>
                    <a:pt x="5153139" y="394195"/>
                  </a:lnTo>
                  <a:lnTo>
                    <a:pt x="5130670" y="374053"/>
                  </a:lnTo>
                  <a:lnTo>
                    <a:pt x="5106727" y="351924"/>
                  </a:lnTo>
                  <a:lnTo>
                    <a:pt x="5082038" y="328814"/>
                  </a:lnTo>
                  <a:lnTo>
                    <a:pt x="5057528" y="305937"/>
                  </a:lnTo>
                  <a:lnTo>
                    <a:pt x="5034070" y="284454"/>
                  </a:lnTo>
                  <a:lnTo>
                    <a:pt x="5012272" y="265244"/>
                  </a:lnTo>
                  <a:lnTo>
                    <a:pt x="4992327" y="248775"/>
                  </a:lnTo>
                  <a:lnTo>
                    <a:pt x="4980720" y="239926"/>
                  </a:lnTo>
                  <a:lnTo>
                    <a:pt x="4957108" y="224421"/>
                  </a:lnTo>
                  <a:lnTo>
                    <a:pt x="4933591" y="213182"/>
                  </a:lnTo>
                  <a:lnTo>
                    <a:pt x="4907654" y="204981"/>
                  </a:lnTo>
                  <a:lnTo>
                    <a:pt x="4878965" y="199053"/>
                  </a:lnTo>
                  <a:lnTo>
                    <a:pt x="4852313" y="195275"/>
                  </a:lnTo>
                  <a:lnTo>
                    <a:pt x="4836132" y="193602"/>
                  </a:lnTo>
                  <a:lnTo>
                    <a:pt x="4832359" y="193300"/>
                  </a:lnTo>
                  <a:lnTo>
                    <a:pt x="4578024" y="193300"/>
                  </a:lnTo>
                  <a:lnTo>
                    <a:pt x="4575342" y="193156"/>
                  </a:lnTo>
                  <a:lnTo>
                    <a:pt x="4560685" y="192145"/>
                  </a:lnTo>
                  <a:lnTo>
                    <a:pt x="4534499" y="189676"/>
                  </a:lnTo>
                  <a:lnTo>
                    <a:pt x="4505353" y="185680"/>
                  </a:lnTo>
                  <a:lnTo>
                    <a:pt x="4478813" y="180099"/>
                  </a:lnTo>
                  <a:lnTo>
                    <a:pt x="4454901" y="172430"/>
                  </a:lnTo>
                  <a:lnTo>
                    <a:pt x="4431085" y="161801"/>
                  </a:lnTo>
                  <a:lnTo>
                    <a:pt x="4429662" y="161084"/>
                  </a:lnTo>
                  <a:lnTo>
                    <a:pt x="4409448" y="150174"/>
                  </a:lnTo>
                  <a:lnTo>
                    <a:pt x="4387233" y="137050"/>
                  </a:lnTo>
                  <a:lnTo>
                    <a:pt x="4362964" y="121919"/>
                  </a:lnTo>
                  <a:lnTo>
                    <a:pt x="4337158" y="105367"/>
                  </a:lnTo>
                  <a:lnTo>
                    <a:pt x="4310776" y="88292"/>
                  </a:lnTo>
                  <a:lnTo>
                    <a:pt x="4284947" y="71719"/>
                  </a:lnTo>
                  <a:lnTo>
                    <a:pt x="4260637" y="56551"/>
                  </a:lnTo>
                  <a:lnTo>
                    <a:pt x="4238377" y="43381"/>
                  </a:lnTo>
                  <a:lnTo>
                    <a:pt x="4218126" y="32424"/>
                  </a:lnTo>
                  <a:lnTo>
                    <a:pt x="4217716" y="32216"/>
                  </a:lnTo>
                  <a:lnTo>
                    <a:pt x="4193824" y="21393"/>
                  </a:lnTo>
                  <a:lnTo>
                    <a:pt x="4169996" y="13579"/>
                  </a:lnTo>
                  <a:lnTo>
                    <a:pt x="4143646" y="7896"/>
                  </a:lnTo>
                  <a:lnTo>
                    <a:pt x="4114560" y="3813"/>
                  </a:lnTo>
                  <a:lnTo>
                    <a:pt x="4087957" y="1255"/>
                  </a:lnTo>
                  <a:lnTo>
                    <a:pt x="4072495" y="170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288" y="96"/>
                  </a:lnTo>
                  <a:lnTo>
                    <a:pt x="3797399" y="774"/>
                  </a:lnTo>
                  <a:lnTo>
                    <a:pt x="3770927" y="2424"/>
                  </a:lnTo>
                  <a:lnTo>
                    <a:pt x="3741617" y="5092"/>
                  </a:lnTo>
                  <a:lnTo>
                    <a:pt x="3715001" y="8820"/>
                  </a:lnTo>
                  <a:lnTo>
                    <a:pt x="3690986" y="13956"/>
                  </a:lnTo>
                  <a:lnTo>
                    <a:pt x="3666958" y="21086"/>
                  </a:lnTo>
                  <a:lnTo>
                    <a:pt x="3666658" y="21186"/>
                  </a:lnTo>
                  <a:lnTo>
                    <a:pt x="3645544" y="28697"/>
                  </a:lnTo>
                  <a:lnTo>
                    <a:pt x="3622245" y="37788"/>
                  </a:lnTo>
                  <a:lnTo>
                    <a:pt x="3596742" y="48285"/>
                  </a:lnTo>
                  <a:lnTo>
                    <a:pt x="3569685" y="59726"/>
                  </a:lnTo>
                  <a:lnTo>
                    <a:pt x="3542206" y="71417"/>
                  </a:lnTo>
                  <a:lnTo>
                    <a:pt x="3515577" y="82601"/>
                  </a:lnTo>
                  <a:lnTo>
                    <a:pt x="3490796" y="92649"/>
                  </a:lnTo>
                  <a:lnTo>
                    <a:pt x="3468291" y="101198"/>
                  </a:lnTo>
                  <a:lnTo>
                    <a:pt x="3454712" y="105930"/>
                  </a:lnTo>
                  <a:lnTo>
                    <a:pt x="3430668" y="113087"/>
                  </a:lnTo>
                  <a:lnTo>
                    <a:pt x="3406670" y="118243"/>
                  </a:lnTo>
                  <a:lnTo>
                    <a:pt x="3380095" y="121985"/>
                  </a:lnTo>
                  <a:lnTo>
                    <a:pt x="3350797" y="124665"/>
                  </a:lnTo>
                  <a:lnTo>
                    <a:pt x="3324236" y="126328"/>
                  </a:lnTo>
                  <a:lnTo>
                    <a:pt x="3309176" y="127016"/>
                  </a:lnTo>
                  <a:lnTo>
                    <a:pt x="3306350" y="127116"/>
                  </a:lnTo>
                  <a:lnTo>
                    <a:pt x="3052016" y="127116"/>
                  </a:lnTo>
                  <a:lnTo>
                    <a:pt x="3049321" y="127250"/>
                  </a:lnTo>
                  <a:lnTo>
                    <a:pt x="3034604" y="128188"/>
                  </a:lnTo>
                  <a:lnTo>
                    <a:pt x="3008345" y="130476"/>
                  </a:lnTo>
                  <a:lnTo>
                    <a:pt x="2979156" y="134178"/>
                  </a:lnTo>
                  <a:lnTo>
                    <a:pt x="2952596" y="139350"/>
                  </a:lnTo>
                  <a:lnTo>
                    <a:pt x="2928658" y="146462"/>
                  </a:lnTo>
                  <a:lnTo>
                    <a:pt x="2904788" y="156322"/>
                  </a:lnTo>
                  <a:lnTo>
                    <a:pt x="2903654" y="156850"/>
                  </a:lnTo>
                  <a:lnTo>
                    <a:pt x="2883223" y="167033"/>
                  </a:lnTo>
                  <a:lnTo>
                    <a:pt x="2860747" y="179301"/>
                  </a:lnTo>
                  <a:lnTo>
                    <a:pt x="2836180" y="193451"/>
                  </a:lnTo>
                  <a:lnTo>
                    <a:pt x="2810071" y="208916"/>
                  </a:lnTo>
                  <a:lnTo>
                    <a:pt x="2783420" y="224835"/>
                  </a:lnTo>
                  <a:lnTo>
                    <a:pt x="2757390" y="240234"/>
                  </a:lnTo>
                  <a:lnTo>
                    <a:pt x="2732959" y="254265"/>
                  </a:lnTo>
                  <a:lnTo>
                    <a:pt x="2710637" y="266389"/>
                  </a:lnTo>
                  <a:lnTo>
                    <a:pt x="2691708" y="275786"/>
                  </a:lnTo>
                  <a:lnTo>
                    <a:pt x="2667777" y="285789"/>
                  </a:lnTo>
                  <a:lnTo>
                    <a:pt x="2643905" y="293007"/>
                  </a:lnTo>
                  <a:lnTo>
                    <a:pt x="2617497" y="298254"/>
                  </a:lnTo>
                  <a:lnTo>
                    <a:pt x="2588356" y="302021"/>
                  </a:lnTo>
                  <a:lnTo>
                    <a:pt x="2561762" y="304375"/>
                  </a:lnTo>
                  <a:lnTo>
                    <a:pt x="2546403" y="305367"/>
                  </a:lnTo>
                  <a:lnTo>
                    <a:pt x="2543346" y="305520"/>
                  </a:lnTo>
                  <a:lnTo>
                    <a:pt x="2289012" y="305520"/>
                  </a:lnTo>
                  <a:lnTo>
                    <a:pt x="2286356" y="305356"/>
                  </a:lnTo>
                  <a:lnTo>
                    <a:pt x="2271824" y="304208"/>
                  </a:lnTo>
                  <a:lnTo>
                    <a:pt x="2245795" y="301402"/>
                  </a:lnTo>
                  <a:lnTo>
                    <a:pt x="2216739" y="296855"/>
                  </a:lnTo>
                  <a:lnTo>
                    <a:pt x="2190240" y="290507"/>
                  </a:lnTo>
                  <a:lnTo>
                    <a:pt x="2166383" y="281797"/>
                  </a:lnTo>
                  <a:lnTo>
                    <a:pt x="2142680" y="269735"/>
                  </a:lnTo>
                  <a:lnTo>
                    <a:pt x="2140650" y="268563"/>
                  </a:lnTo>
                  <a:lnTo>
                    <a:pt x="2120864" y="256327"/>
                  </a:lnTo>
                  <a:lnTo>
                    <a:pt x="2099162" y="241651"/>
                  </a:lnTo>
                  <a:lnTo>
                    <a:pt x="2075477" y="224747"/>
                  </a:lnTo>
                  <a:lnTo>
                    <a:pt x="2050272" y="206226"/>
                  </a:lnTo>
                  <a:lnTo>
                    <a:pt x="2024427" y="187040"/>
                  </a:lnTo>
                  <a:lnTo>
                    <a:pt x="1999007" y="168293"/>
                  </a:lnTo>
                  <a:lnTo>
                    <a:pt x="1974952" y="150990"/>
                  </a:lnTo>
                  <a:lnTo>
                    <a:pt x="1952826" y="135822"/>
                  </a:lnTo>
                  <a:lnTo>
                    <a:pt x="1932675" y="123080"/>
                  </a:lnTo>
                  <a:lnTo>
                    <a:pt x="1928704" y="120739"/>
                  </a:lnTo>
                  <a:lnTo>
                    <a:pt x="1904894" y="108361"/>
                  </a:lnTo>
                  <a:lnTo>
                    <a:pt x="1881158" y="99413"/>
                  </a:lnTo>
                  <a:lnTo>
                    <a:pt x="1854930" y="92900"/>
                  </a:lnTo>
                  <a:lnTo>
                    <a:pt x="1825960" y="88212"/>
                  </a:lnTo>
                  <a:lnTo>
                    <a:pt x="1799339" y="85259"/>
                  </a:lnTo>
                  <a:lnTo>
                    <a:pt x="1783662" y="83991"/>
                  </a:lnTo>
                  <a:lnTo>
                    <a:pt x="1780342" y="83783"/>
                  </a:lnTo>
                  <a:lnTo>
                    <a:pt x="1526008" y="83783"/>
                  </a:lnTo>
                  <a:lnTo>
                    <a:pt x="1523259" y="83856"/>
                  </a:lnTo>
                  <a:lnTo>
                    <a:pt x="1508290" y="84367"/>
                  </a:lnTo>
                  <a:lnTo>
                    <a:pt x="1481721" y="85610"/>
                  </a:lnTo>
                  <a:lnTo>
                    <a:pt x="1452355" y="87618"/>
                  </a:lnTo>
                  <a:lnTo>
                    <a:pt x="1425714" y="90425"/>
                  </a:lnTo>
                  <a:lnTo>
                    <a:pt x="1401662" y="94295"/>
                  </a:lnTo>
                  <a:lnTo>
                    <a:pt x="1377646" y="99650"/>
                  </a:lnTo>
                  <a:lnTo>
                    <a:pt x="1356183" y="105373"/>
                  </a:lnTo>
                  <a:lnTo>
                    <a:pt x="1332462" y="112316"/>
                  </a:lnTo>
                  <a:lnTo>
                    <a:pt x="1306481" y="120338"/>
                  </a:lnTo>
                  <a:lnTo>
                    <a:pt x="1278942" y="129065"/>
                  </a:lnTo>
                  <a:lnTo>
                    <a:pt x="1251053" y="137949"/>
                  </a:lnTo>
                  <a:lnTo>
                    <a:pt x="1224136" y="146398"/>
                  </a:lnTo>
                  <a:lnTo>
                    <a:pt x="1199193" y="153934"/>
                  </a:lnTo>
                  <a:lnTo>
                    <a:pt x="1176603" y="160295"/>
                  </a:lnTo>
                  <a:lnTo>
                    <a:pt x="1165700" y="163118"/>
                  </a:lnTo>
                  <a:lnTo>
                    <a:pt x="1141604" y="168487"/>
                  </a:lnTo>
                  <a:lnTo>
                    <a:pt x="1117548" y="172353"/>
                  </a:lnTo>
                  <a:lnTo>
                    <a:pt x="1090895" y="175158"/>
                  </a:lnTo>
                  <a:lnTo>
                    <a:pt x="1061526" y="177163"/>
                  </a:lnTo>
                  <a:lnTo>
                    <a:pt x="1034981" y="178404"/>
                  </a:lnTo>
                  <a:lnTo>
                    <a:pt x="1020061" y="178912"/>
                  </a:lnTo>
                  <a:lnTo>
                    <a:pt x="1017338" y="178985"/>
                  </a:lnTo>
                  <a:lnTo>
                    <a:pt x="763004" y="178985"/>
                  </a:lnTo>
                  <a:lnTo>
                    <a:pt x="760389" y="179173"/>
                  </a:lnTo>
                  <a:lnTo>
                    <a:pt x="746052" y="180503"/>
                  </a:lnTo>
                  <a:lnTo>
                    <a:pt x="720267" y="183757"/>
                  </a:lnTo>
                  <a:lnTo>
                    <a:pt x="691355" y="189036"/>
                  </a:lnTo>
                  <a:lnTo>
                    <a:pt x="664920" y="196404"/>
                  </a:lnTo>
                  <a:lnTo>
                    <a:pt x="641148" y="206493"/>
                  </a:lnTo>
                  <a:lnTo>
                    <a:pt x="617618" y="220443"/>
                  </a:lnTo>
                  <a:lnTo>
                    <a:pt x="614642" y="222455"/>
                  </a:lnTo>
                  <a:lnTo>
                    <a:pt x="595457" y="236388"/>
                  </a:lnTo>
                  <a:lnTo>
                    <a:pt x="574475" y="253029"/>
                  </a:lnTo>
                  <a:lnTo>
                    <a:pt x="551610" y="272168"/>
                  </a:lnTo>
                  <a:lnTo>
                    <a:pt x="527253" y="293178"/>
                  </a:lnTo>
                  <a:lnTo>
                    <a:pt x="502183" y="315063"/>
                  </a:lnTo>
                  <a:lnTo>
                    <a:pt x="477367" y="336638"/>
                  </a:lnTo>
                  <a:lnTo>
                    <a:pt x="453704" y="356786"/>
                  </a:lnTo>
                  <a:lnTo>
                    <a:pt x="431791" y="374687"/>
                  </a:lnTo>
                  <a:lnTo>
                    <a:pt x="411778" y="389931"/>
                  </a:lnTo>
                  <a:lnTo>
                    <a:pt x="402696" y="396336"/>
                  </a:lnTo>
                  <a:lnTo>
                    <a:pt x="379015" y="410829"/>
                  </a:lnTo>
                  <a:lnTo>
                    <a:pt x="355422" y="421323"/>
                  </a:lnTo>
                  <a:lnTo>
                    <a:pt x="329384" y="428975"/>
                  </a:lnTo>
                  <a:lnTo>
                    <a:pt x="300597" y="434497"/>
                  </a:lnTo>
                  <a:lnTo>
                    <a:pt x="273954" y="438002"/>
                  </a:lnTo>
                  <a:lnTo>
                    <a:pt x="257946" y="439539"/>
                  </a:lnTo>
                  <a:lnTo>
                    <a:pt x="254334" y="439807"/>
                  </a:lnTo>
                  <a:close/>
                </a:path>
              </a:pathLst>
            </a:custGeom>
            <a:solidFill>
              <a:srgbClr val="BCBC26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949593" y="5644755"/>
              <a:ext cx="6358367" cy="686275"/>
            </a:xfrm>
            <a:custGeom>
              <a:avLst/>
              <a:pathLst>
                <a:path w="6358367" h="686275">
                  <a:moveTo>
                    <a:pt x="0" y="430572"/>
                  </a:moveTo>
                  <a:lnTo>
                    <a:pt x="254334" y="430572"/>
                  </a:lnTo>
                  <a:lnTo>
                    <a:pt x="257074" y="430487"/>
                  </a:lnTo>
                  <a:lnTo>
                    <a:pt x="272002" y="429885"/>
                  </a:lnTo>
                  <a:lnTo>
                    <a:pt x="298522" y="428419"/>
                  </a:lnTo>
                  <a:lnTo>
                    <a:pt x="327860" y="426051"/>
                  </a:lnTo>
                  <a:lnTo>
                    <a:pt x="354488" y="422741"/>
                  </a:lnTo>
                  <a:lnTo>
                    <a:pt x="378521" y="418179"/>
                  </a:lnTo>
                  <a:lnTo>
                    <a:pt x="402696" y="411812"/>
                  </a:lnTo>
                  <a:lnTo>
                    <a:pt x="423978" y="405105"/>
                  </a:lnTo>
                  <a:lnTo>
                    <a:pt x="447480" y="396979"/>
                  </a:lnTo>
                  <a:lnTo>
                    <a:pt x="473213" y="387592"/>
                  </a:lnTo>
                  <a:lnTo>
                    <a:pt x="500503" y="377371"/>
                  </a:lnTo>
                  <a:lnTo>
                    <a:pt x="528180" y="366945"/>
                  </a:lnTo>
                  <a:lnTo>
                    <a:pt x="554950" y="357000"/>
                  </a:lnTo>
                  <a:lnTo>
                    <a:pt x="579810" y="348095"/>
                  </a:lnTo>
                  <a:lnTo>
                    <a:pt x="602356" y="340548"/>
                  </a:lnTo>
                  <a:lnTo>
                    <a:pt x="614642" y="336772"/>
                  </a:lnTo>
                  <a:lnTo>
                    <a:pt x="638711" y="330429"/>
                  </a:lnTo>
                  <a:lnTo>
                    <a:pt x="662738" y="325860"/>
                  </a:lnTo>
                  <a:lnTo>
                    <a:pt x="689351" y="322546"/>
                  </a:lnTo>
                  <a:lnTo>
                    <a:pt x="718684" y="320174"/>
                  </a:lnTo>
                  <a:lnTo>
                    <a:pt x="745237" y="318704"/>
                  </a:lnTo>
                  <a:lnTo>
                    <a:pt x="760229" y="318098"/>
                  </a:lnTo>
                  <a:lnTo>
                    <a:pt x="763004" y="318011"/>
                  </a:lnTo>
                  <a:lnTo>
                    <a:pt x="1017338" y="318011"/>
                  </a:lnTo>
                  <a:lnTo>
                    <a:pt x="1019848" y="318251"/>
                  </a:lnTo>
                  <a:lnTo>
                    <a:pt x="1033687" y="319938"/>
                  </a:lnTo>
                  <a:lnTo>
                    <a:pt x="1058838" y="324089"/>
                  </a:lnTo>
                  <a:lnTo>
                    <a:pt x="1087369" y="330849"/>
                  </a:lnTo>
                  <a:lnTo>
                    <a:pt x="1113633" y="340272"/>
                  </a:lnTo>
                  <a:lnTo>
                    <a:pt x="1137196" y="353108"/>
                  </a:lnTo>
                  <a:lnTo>
                    <a:pt x="1160293" y="370781"/>
                  </a:lnTo>
                  <a:lnTo>
                    <a:pt x="1165700" y="375573"/>
                  </a:lnTo>
                  <a:lnTo>
                    <a:pt x="1183606" y="392734"/>
                  </a:lnTo>
                  <a:lnTo>
                    <a:pt x="1203071" y="413039"/>
                  </a:lnTo>
                  <a:lnTo>
                    <a:pt x="1224205" y="436306"/>
                  </a:lnTo>
                  <a:lnTo>
                    <a:pt x="1246745" y="461924"/>
                  </a:lnTo>
                  <a:lnTo>
                    <a:pt x="1270111" y="488889"/>
                  </a:lnTo>
                  <a:lnTo>
                    <a:pt x="1293532" y="515940"/>
                  </a:lnTo>
                  <a:lnTo>
                    <a:pt x="1316220" y="541803"/>
                  </a:lnTo>
                  <a:lnTo>
                    <a:pt x="1337564" y="565426"/>
                  </a:lnTo>
                  <a:lnTo>
                    <a:pt x="1357253" y="586144"/>
                  </a:lnTo>
                  <a:lnTo>
                    <a:pt x="1375346" y="603719"/>
                  </a:lnTo>
                  <a:lnTo>
                    <a:pt x="1377646" y="605818"/>
                  </a:lnTo>
                  <a:lnTo>
                    <a:pt x="1400994" y="624774"/>
                  </a:lnTo>
                  <a:lnTo>
                    <a:pt x="1424218" y="638564"/>
                  </a:lnTo>
                  <a:lnTo>
                    <a:pt x="1449767" y="648662"/>
                  </a:lnTo>
                  <a:lnTo>
                    <a:pt x="1478073" y="656001"/>
                  </a:lnTo>
                  <a:lnTo>
                    <a:pt x="1504736" y="660749"/>
                  </a:lnTo>
                  <a:lnTo>
                    <a:pt x="1521568" y="662936"/>
                  </a:lnTo>
                  <a:lnTo>
                    <a:pt x="1526008" y="663380"/>
                  </a:lnTo>
                  <a:lnTo>
                    <a:pt x="1780342" y="663380"/>
                  </a:lnTo>
                  <a:lnTo>
                    <a:pt x="1783105" y="663337"/>
                  </a:lnTo>
                  <a:lnTo>
                    <a:pt x="1798141" y="663033"/>
                  </a:lnTo>
                  <a:lnTo>
                    <a:pt x="1824792" y="662295"/>
                  </a:lnTo>
                  <a:lnTo>
                    <a:pt x="1854205" y="661103"/>
                  </a:lnTo>
                  <a:lnTo>
                    <a:pt x="1880867" y="659436"/>
                  </a:lnTo>
                  <a:lnTo>
                    <a:pt x="1904949" y="657137"/>
                  </a:lnTo>
                  <a:lnTo>
                    <a:pt x="1928704" y="654002"/>
                  </a:lnTo>
                  <a:lnTo>
                    <a:pt x="1950479" y="650567"/>
                  </a:lnTo>
                  <a:lnTo>
                    <a:pt x="1974579" y="646392"/>
                  </a:lnTo>
                  <a:lnTo>
                    <a:pt x="2000990" y="641566"/>
                  </a:lnTo>
                  <a:lnTo>
                    <a:pt x="2028956" y="636324"/>
                  </a:lnTo>
                  <a:lnTo>
                    <a:pt x="2057207" y="631007"/>
                  </a:lnTo>
                  <a:lnTo>
                    <a:pt x="2084373" y="625978"/>
                  </a:lnTo>
                  <a:lnTo>
                    <a:pt x="2109451" y="621521"/>
                  </a:lnTo>
                  <a:lnTo>
                    <a:pt x="2132114" y="617786"/>
                  </a:lnTo>
                  <a:lnTo>
                    <a:pt x="2140650" y="616490"/>
                  </a:lnTo>
                  <a:lnTo>
                    <a:pt x="2164790" y="613311"/>
                  </a:lnTo>
                  <a:lnTo>
                    <a:pt x="2188895" y="611024"/>
                  </a:lnTo>
                  <a:lnTo>
                    <a:pt x="2215612" y="609366"/>
                  </a:lnTo>
                  <a:lnTo>
                    <a:pt x="2245042" y="608181"/>
                  </a:lnTo>
                  <a:lnTo>
                    <a:pt x="2271571" y="607450"/>
                  </a:lnTo>
                  <a:lnTo>
                    <a:pt x="2286374" y="607153"/>
                  </a:lnTo>
                  <a:lnTo>
                    <a:pt x="2289012" y="607112"/>
                  </a:lnTo>
                  <a:lnTo>
                    <a:pt x="2543346" y="607112"/>
                  </a:lnTo>
                  <a:lnTo>
                    <a:pt x="2546110" y="607154"/>
                  </a:lnTo>
                  <a:lnTo>
                    <a:pt x="2561147" y="607452"/>
                  </a:lnTo>
                  <a:lnTo>
                    <a:pt x="2587800" y="608176"/>
                  </a:lnTo>
                  <a:lnTo>
                    <a:pt x="2617213" y="609345"/>
                  </a:lnTo>
                  <a:lnTo>
                    <a:pt x="2643876" y="610979"/>
                  </a:lnTo>
                  <a:lnTo>
                    <a:pt x="2667959" y="613234"/>
                  </a:lnTo>
                  <a:lnTo>
                    <a:pt x="2691708" y="616307"/>
                  </a:lnTo>
                  <a:lnTo>
                    <a:pt x="2713490" y="619677"/>
                  </a:lnTo>
                  <a:lnTo>
                    <a:pt x="2737598" y="623772"/>
                  </a:lnTo>
                  <a:lnTo>
                    <a:pt x="2764018" y="628506"/>
                  </a:lnTo>
                  <a:lnTo>
                    <a:pt x="2791994" y="633648"/>
                  </a:lnTo>
                  <a:lnTo>
                    <a:pt x="2820252" y="638863"/>
                  </a:lnTo>
                  <a:lnTo>
                    <a:pt x="2847423" y="643795"/>
                  </a:lnTo>
                  <a:lnTo>
                    <a:pt x="2872504" y="648165"/>
                  </a:lnTo>
                  <a:lnTo>
                    <a:pt x="2895168" y="651827"/>
                  </a:lnTo>
                  <a:lnTo>
                    <a:pt x="2903654" y="653090"/>
                  </a:lnTo>
                  <a:lnTo>
                    <a:pt x="2927795" y="656207"/>
                  </a:lnTo>
                  <a:lnTo>
                    <a:pt x="2951901" y="658450"/>
                  </a:lnTo>
                  <a:lnTo>
                    <a:pt x="2978619" y="660076"/>
                  </a:lnTo>
                  <a:lnTo>
                    <a:pt x="3008050" y="661237"/>
                  </a:lnTo>
                  <a:lnTo>
                    <a:pt x="3034579" y="661954"/>
                  </a:lnTo>
                  <a:lnTo>
                    <a:pt x="3049380" y="662246"/>
                  </a:lnTo>
                  <a:lnTo>
                    <a:pt x="3052016" y="662286"/>
                  </a:lnTo>
                  <a:lnTo>
                    <a:pt x="3306350" y="662286"/>
                  </a:lnTo>
                  <a:lnTo>
                    <a:pt x="3309120" y="662304"/>
                  </a:lnTo>
                  <a:lnTo>
                    <a:pt x="3324185" y="662430"/>
                  </a:lnTo>
                  <a:lnTo>
                    <a:pt x="3350874" y="662735"/>
                  </a:lnTo>
                  <a:lnTo>
                    <a:pt x="3380307" y="663228"/>
                  </a:lnTo>
                  <a:lnTo>
                    <a:pt x="3406979" y="663918"/>
                  </a:lnTo>
                  <a:lnTo>
                    <a:pt x="3431075" y="664870"/>
                  </a:lnTo>
                  <a:lnTo>
                    <a:pt x="3454712" y="666159"/>
                  </a:lnTo>
                  <a:lnTo>
                    <a:pt x="3476633" y="667588"/>
                  </a:lnTo>
                  <a:lnTo>
                    <a:pt x="3500911" y="669326"/>
                  </a:lnTo>
                  <a:lnTo>
                    <a:pt x="3527524" y="671336"/>
                  </a:lnTo>
                  <a:lnTo>
                    <a:pt x="3555690" y="673517"/>
                  </a:lnTo>
                  <a:lnTo>
                    <a:pt x="3584108" y="675726"/>
                  </a:lnTo>
                  <a:lnTo>
                    <a:pt x="3611387" y="677809"/>
                  </a:lnTo>
                  <a:lnTo>
                    <a:pt x="3636525" y="679650"/>
                  </a:lnTo>
                  <a:lnTo>
                    <a:pt x="3659222" y="681188"/>
                  </a:lnTo>
                  <a:lnTo>
                    <a:pt x="3666658" y="681653"/>
                  </a:lnTo>
                  <a:lnTo>
                    <a:pt x="3690817" y="682966"/>
                  </a:lnTo>
                  <a:lnTo>
                    <a:pt x="3714944" y="683911"/>
                  </a:lnTo>
                  <a:lnTo>
                    <a:pt x="3741691" y="684596"/>
                  </a:lnTo>
                  <a:lnTo>
                    <a:pt x="3771147" y="685086"/>
                  </a:lnTo>
                  <a:lnTo>
                    <a:pt x="3797669" y="685387"/>
                  </a:lnTo>
                  <a:lnTo>
                    <a:pt x="3812420" y="685509"/>
                  </a:lnTo>
                  <a:lnTo>
                    <a:pt x="3815020" y="685526"/>
                  </a:lnTo>
                  <a:lnTo>
                    <a:pt x="4069355" y="685526"/>
                  </a:lnTo>
                  <a:lnTo>
                    <a:pt x="4072125" y="685517"/>
                  </a:lnTo>
                  <a:lnTo>
                    <a:pt x="4087195" y="685458"/>
                  </a:lnTo>
                  <a:lnTo>
                    <a:pt x="4113889" y="685314"/>
                  </a:lnTo>
                  <a:lnTo>
                    <a:pt x="4143326" y="685082"/>
                  </a:lnTo>
                  <a:lnTo>
                    <a:pt x="4169999" y="684758"/>
                  </a:lnTo>
                  <a:lnTo>
                    <a:pt x="4194097" y="684310"/>
                  </a:lnTo>
                  <a:lnTo>
                    <a:pt x="4217716" y="683703"/>
                  </a:lnTo>
                  <a:lnTo>
                    <a:pt x="4239661" y="683030"/>
                  </a:lnTo>
                  <a:lnTo>
                    <a:pt x="4263968" y="682211"/>
                  </a:lnTo>
                  <a:lnTo>
                    <a:pt x="4290614" y="681264"/>
                  </a:lnTo>
                  <a:lnTo>
                    <a:pt x="4318813" y="680237"/>
                  </a:lnTo>
                  <a:lnTo>
                    <a:pt x="4347257" y="679196"/>
                  </a:lnTo>
                  <a:lnTo>
                    <a:pt x="4374555" y="678215"/>
                  </a:lnTo>
                  <a:lnTo>
                    <a:pt x="4399703" y="677349"/>
                  </a:lnTo>
                  <a:lnTo>
                    <a:pt x="4422405" y="676626"/>
                  </a:lnTo>
                  <a:lnTo>
                    <a:pt x="4429662" y="676413"/>
                  </a:lnTo>
                  <a:lnTo>
                    <a:pt x="4453824" y="675794"/>
                  </a:lnTo>
                  <a:lnTo>
                    <a:pt x="4477955" y="675350"/>
                  </a:lnTo>
                  <a:lnTo>
                    <a:pt x="4504706" y="675027"/>
                  </a:lnTo>
                  <a:lnTo>
                    <a:pt x="4534167" y="674797"/>
                  </a:lnTo>
                  <a:lnTo>
                    <a:pt x="4560688" y="674655"/>
                  </a:lnTo>
                  <a:lnTo>
                    <a:pt x="4575430" y="674598"/>
                  </a:lnTo>
                  <a:lnTo>
                    <a:pt x="4578024" y="674590"/>
                  </a:lnTo>
                  <a:lnTo>
                    <a:pt x="4832359" y="674590"/>
                  </a:lnTo>
                  <a:lnTo>
                    <a:pt x="4835129" y="674599"/>
                  </a:lnTo>
                  <a:lnTo>
                    <a:pt x="4850199" y="674662"/>
                  </a:lnTo>
                  <a:lnTo>
                    <a:pt x="4876893" y="674816"/>
                  </a:lnTo>
                  <a:lnTo>
                    <a:pt x="4906330" y="675064"/>
                  </a:lnTo>
                  <a:lnTo>
                    <a:pt x="4933003" y="675411"/>
                  </a:lnTo>
                  <a:lnTo>
                    <a:pt x="4957101" y="675890"/>
                  </a:lnTo>
                  <a:lnTo>
                    <a:pt x="4980720" y="676538"/>
                  </a:lnTo>
                  <a:lnTo>
                    <a:pt x="5002664" y="677257"/>
                  </a:lnTo>
                  <a:lnTo>
                    <a:pt x="5026970" y="678132"/>
                  </a:lnTo>
                  <a:lnTo>
                    <a:pt x="5053614" y="679143"/>
                  </a:lnTo>
                  <a:lnTo>
                    <a:pt x="5081812" y="680241"/>
                  </a:lnTo>
                  <a:lnTo>
                    <a:pt x="5110255" y="681353"/>
                  </a:lnTo>
                  <a:lnTo>
                    <a:pt x="5137552" y="682401"/>
                  </a:lnTo>
                  <a:lnTo>
                    <a:pt x="5162700" y="683327"/>
                  </a:lnTo>
                  <a:lnTo>
                    <a:pt x="5185402" y="684099"/>
                  </a:lnTo>
                  <a:lnTo>
                    <a:pt x="5192666" y="684328"/>
                  </a:lnTo>
                  <a:lnTo>
                    <a:pt x="5216828" y="684988"/>
                  </a:lnTo>
                  <a:lnTo>
                    <a:pt x="5240959" y="685463"/>
                  </a:lnTo>
                  <a:lnTo>
                    <a:pt x="5267710" y="685808"/>
                  </a:lnTo>
                  <a:lnTo>
                    <a:pt x="5297170" y="686054"/>
                  </a:lnTo>
                  <a:lnTo>
                    <a:pt x="5323691" y="686205"/>
                  </a:lnTo>
                  <a:lnTo>
                    <a:pt x="5338433" y="686267"/>
                  </a:lnTo>
                  <a:lnTo>
                    <a:pt x="5341028" y="686275"/>
                  </a:lnTo>
                  <a:lnTo>
                    <a:pt x="5595363" y="686275"/>
                  </a:lnTo>
                  <a:lnTo>
                    <a:pt x="5598133" y="686270"/>
                  </a:lnTo>
                  <a:lnTo>
                    <a:pt x="5613205" y="686234"/>
                  </a:lnTo>
                  <a:lnTo>
                    <a:pt x="5639900" y="686148"/>
                  </a:lnTo>
                  <a:lnTo>
                    <a:pt x="5669337" y="686009"/>
                  </a:lnTo>
                  <a:lnTo>
                    <a:pt x="5696010" y="685814"/>
                  </a:lnTo>
                  <a:lnTo>
                    <a:pt x="5720109" y="685545"/>
                  </a:lnTo>
                  <a:lnTo>
                    <a:pt x="5743725" y="685182"/>
                  </a:lnTo>
                  <a:lnTo>
                    <a:pt x="5765674" y="684778"/>
                  </a:lnTo>
                  <a:lnTo>
                    <a:pt x="5789986" y="684286"/>
                  </a:lnTo>
                  <a:lnTo>
                    <a:pt x="5816637" y="683718"/>
                  </a:lnTo>
                  <a:lnTo>
                    <a:pt x="5844842" y="683102"/>
                  </a:lnTo>
                  <a:lnTo>
                    <a:pt x="5873292" y="682478"/>
                  </a:lnTo>
                  <a:lnTo>
                    <a:pt x="5900593" y="681889"/>
                  </a:lnTo>
                  <a:lnTo>
                    <a:pt x="5925743" y="681369"/>
                  </a:lnTo>
                  <a:lnTo>
                    <a:pt x="5948446" y="680936"/>
                  </a:lnTo>
                  <a:lnTo>
                    <a:pt x="5955670" y="680808"/>
                  </a:lnTo>
                  <a:lnTo>
                    <a:pt x="5979833" y="680437"/>
                  </a:lnTo>
                  <a:lnTo>
                    <a:pt x="6003964" y="680171"/>
                  </a:lnTo>
                  <a:lnTo>
                    <a:pt x="6030716" y="679977"/>
                  </a:lnTo>
                  <a:lnTo>
                    <a:pt x="6060178" y="679839"/>
                  </a:lnTo>
                  <a:lnTo>
                    <a:pt x="6086699" y="679754"/>
                  </a:lnTo>
                  <a:lnTo>
                    <a:pt x="6101439" y="679720"/>
                  </a:lnTo>
                  <a:lnTo>
                    <a:pt x="6104032" y="679715"/>
                  </a:lnTo>
                  <a:lnTo>
                    <a:pt x="6358367" y="679715"/>
                  </a:lnTo>
                  <a:lnTo>
                    <a:pt x="6358367" y="534798"/>
                  </a:lnTo>
                  <a:lnTo>
                    <a:pt x="6104032" y="534798"/>
                  </a:lnTo>
                  <a:lnTo>
                    <a:pt x="6101271" y="534749"/>
                  </a:lnTo>
                  <a:lnTo>
                    <a:pt x="6086246" y="534406"/>
                  </a:lnTo>
                  <a:lnTo>
                    <a:pt x="6059607" y="533571"/>
                  </a:lnTo>
                  <a:lnTo>
                    <a:pt x="6030201" y="532224"/>
                  </a:lnTo>
                  <a:lnTo>
                    <a:pt x="6003542" y="530340"/>
                  </a:lnTo>
                  <a:lnTo>
                    <a:pt x="5979465" y="527741"/>
                  </a:lnTo>
                  <a:lnTo>
                    <a:pt x="5955670" y="524190"/>
                  </a:lnTo>
                  <a:lnTo>
                    <a:pt x="5933944" y="520314"/>
                  </a:lnTo>
                  <a:lnTo>
                    <a:pt x="5909902" y="515605"/>
                  </a:lnTo>
                  <a:lnTo>
                    <a:pt x="5883558" y="510161"/>
                  </a:lnTo>
                  <a:lnTo>
                    <a:pt x="5855657" y="504247"/>
                  </a:lnTo>
                  <a:lnTo>
                    <a:pt x="5827462" y="498244"/>
                  </a:lnTo>
                  <a:lnTo>
                    <a:pt x="5800334" y="492562"/>
                  </a:lnTo>
                  <a:lnTo>
                    <a:pt x="5775276" y="487521"/>
                  </a:lnTo>
                  <a:lnTo>
                    <a:pt x="5752624" y="483292"/>
                  </a:lnTo>
                  <a:lnTo>
                    <a:pt x="5743725" y="481762"/>
                  </a:lnTo>
                  <a:lnTo>
                    <a:pt x="5719591" y="478167"/>
                  </a:lnTo>
                  <a:lnTo>
                    <a:pt x="5695493" y="475580"/>
                  </a:lnTo>
                  <a:lnTo>
                    <a:pt x="5668786" y="473705"/>
                  </a:lnTo>
                  <a:lnTo>
                    <a:pt x="5639365" y="472365"/>
                  </a:lnTo>
                  <a:lnTo>
                    <a:pt x="5612834" y="471538"/>
                  </a:lnTo>
                  <a:lnTo>
                    <a:pt x="5598013" y="471201"/>
                  </a:lnTo>
                  <a:lnTo>
                    <a:pt x="5595363" y="471154"/>
                  </a:lnTo>
                  <a:lnTo>
                    <a:pt x="5341028" y="471154"/>
                  </a:lnTo>
                  <a:lnTo>
                    <a:pt x="5338440" y="470951"/>
                  </a:lnTo>
                  <a:lnTo>
                    <a:pt x="5324228" y="469521"/>
                  </a:lnTo>
                  <a:lnTo>
                    <a:pt x="5298600" y="466015"/>
                  </a:lnTo>
                  <a:lnTo>
                    <a:pt x="5269781" y="460321"/>
                  </a:lnTo>
                  <a:lnTo>
                    <a:pt x="5243389" y="452377"/>
                  </a:lnTo>
                  <a:lnTo>
                    <a:pt x="5219670" y="441514"/>
                  </a:lnTo>
                  <a:lnTo>
                    <a:pt x="5196250" y="426509"/>
                  </a:lnTo>
                  <a:lnTo>
                    <a:pt x="5192666" y="423881"/>
                  </a:lnTo>
                  <a:lnTo>
                    <a:pt x="5173833" y="409021"/>
                  </a:lnTo>
                  <a:lnTo>
                    <a:pt x="5153269" y="391317"/>
                  </a:lnTo>
                  <a:lnTo>
                    <a:pt x="5130882" y="370975"/>
                  </a:lnTo>
                  <a:lnTo>
                    <a:pt x="5107023" y="348622"/>
                  </a:lnTo>
                  <a:lnTo>
                    <a:pt x="5082414" y="325268"/>
                  </a:lnTo>
                  <a:lnTo>
                    <a:pt x="5057966" y="302128"/>
                  </a:lnTo>
                  <a:lnTo>
                    <a:pt x="5034552" y="280375"/>
                  </a:lnTo>
                  <a:lnTo>
                    <a:pt x="5012778" y="260898"/>
                  </a:lnTo>
                  <a:lnTo>
                    <a:pt x="4992848" y="244177"/>
                  </a:lnTo>
                  <a:lnTo>
                    <a:pt x="4980720" y="234788"/>
                  </a:lnTo>
                  <a:lnTo>
                    <a:pt x="4957122" y="219076"/>
                  </a:lnTo>
                  <a:lnTo>
                    <a:pt x="4933621" y="207685"/>
                  </a:lnTo>
                  <a:lnTo>
                    <a:pt x="4907706" y="199371"/>
                  </a:lnTo>
                  <a:lnTo>
                    <a:pt x="4879038" y="193359"/>
                  </a:lnTo>
                  <a:lnTo>
                    <a:pt x="4852385" y="189526"/>
                  </a:lnTo>
                  <a:lnTo>
                    <a:pt x="4836167" y="187824"/>
                  </a:lnTo>
                  <a:lnTo>
                    <a:pt x="4832359" y="187515"/>
                  </a:lnTo>
                  <a:lnTo>
                    <a:pt x="4578024" y="187515"/>
                  </a:lnTo>
                  <a:lnTo>
                    <a:pt x="4575337" y="187375"/>
                  </a:lnTo>
                  <a:lnTo>
                    <a:pt x="4560656" y="186392"/>
                  </a:lnTo>
                  <a:lnTo>
                    <a:pt x="4534441" y="183993"/>
                  </a:lnTo>
                  <a:lnTo>
                    <a:pt x="4505278" y="180110"/>
                  </a:lnTo>
                  <a:lnTo>
                    <a:pt x="4478730" y="174688"/>
                  </a:lnTo>
                  <a:lnTo>
                    <a:pt x="4454808" y="167234"/>
                  </a:lnTo>
                  <a:lnTo>
                    <a:pt x="4430970" y="156902"/>
                  </a:lnTo>
                  <a:lnTo>
                    <a:pt x="4429662" y="156262"/>
                  </a:lnTo>
                  <a:lnTo>
                    <a:pt x="4409363" y="145632"/>
                  </a:lnTo>
                  <a:lnTo>
                    <a:pt x="4387046" y="132837"/>
                  </a:lnTo>
                  <a:lnTo>
                    <a:pt x="4362660" y="118083"/>
                  </a:lnTo>
                  <a:lnTo>
                    <a:pt x="4336735" y="101948"/>
                  </a:lnTo>
                  <a:lnTo>
                    <a:pt x="4310247" y="85318"/>
                  </a:lnTo>
                  <a:lnTo>
                    <a:pt x="4284339" y="69198"/>
                  </a:lnTo>
                  <a:lnTo>
                    <a:pt x="4259982" y="54470"/>
                  </a:lnTo>
                  <a:lnTo>
                    <a:pt x="4237697" y="41707"/>
                  </a:lnTo>
                  <a:lnTo>
                    <a:pt x="4217716" y="31252"/>
                  </a:lnTo>
                  <a:lnTo>
                    <a:pt x="4193808" y="20747"/>
                  </a:lnTo>
                  <a:lnTo>
                    <a:pt x="4169963" y="13164"/>
                  </a:lnTo>
                  <a:lnTo>
                    <a:pt x="4143590" y="7650"/>
                  </a:lnTo>
                  <a:lnTo>
                    <a:pt x="4114482" y="3690"/>
                  </a:lnTo>
                  <a:lnTo>
                    <a:pt x="4087883" y="1212"/>
                  </a:lnTo>
                  <a:lnTo>
                    <a:pt x="4072462" y="163"/>
                  </a:lnTo>
                  <a:lnTo>
                    <a:pt x="4069355" y="0"/>
                  </a:lnTo>
                  <a:lnTo>
                    <a:pt x="3815020" y="0"/>
                  </a:lnTo>
                  <a:lnTo>
                    <a:pt x="3812316" y="125"/>
                  </a:lnTo>
                  <a:lnTo>
                    <a:pt x="3797554" y="1004"/>
                  </a:lnTo>
                  <a:lnTo>
                    <a:pt x="3771240" y="3146"/>
                  </a:lnTo>
                  <a:lnTo>
                    <a:pt x="3742019" y="6612"/>
                  </a:lnTo>
                  <a:lnTo>
                    <a:pt x="3715445" y="11455"/>
                  </a:lnTo>
                  <a:lnTo>
                    <a:pt x="3691487" y="18116"/>
                  </a:lnTo>
                  <a:lnTo>
                    <a:pt x="3667576" y="27356"/>
                  </a:lnTo>
                  <a:lnTo>
                    <a:pt x="3666658" y="27755"/>
                  </a:lnTo>
                  <a:lnTo>
                    <a:pt x="3646059" y="37344"/>
                  </a:lnTo>
                  <a:lnTo>
                    <a:pt x="3623381" y="48908"/>
                  </a:lnTo>
                  <a:lnTo>
                    <a:pt x="3598584" y="62250"/>
                  </a:lnTo>
                  <a:lnTo>
                    <a:pt x="3572240" y="76823"/>
                  </a:lnTo>
                  <a:lnTo>
                    <a:pt x="3545383" y="91798"/>
                  </a:lnTo>
                  <a:lnTo>
                    <a:pt x="3519201" y="106244"/>
                  </a:lnTo>
                  <a:lnTo>
                    <a:pt x="3494680" y="119362"/>
                  </a:lnTo>
                  <a:lnTo>
                    <a:pt x="3472310" y="130654"/>
                  </a:lnTo>
                  <a:lnTo>
                    <a:pt x="3454712" y="138779"/>
                  </a:lnTo>
                  <a:lnTo>
                    <a:pt x="3430752" y="148127"/>
                  </a:lnTo>
                  <a:lnTo>
                    <a:pt x="3406847" y="154870"/>
                  </a:lnTo>
                  <a:lnTo>
                    <a:pt x="3380396" y="159769"/>
                  </a:lnTo>
                  <a:lnTo>
                    <a:pt x="3351214" y="163283"/>
                  </a:lnTo>
                  <a:lnTo>
                    <a:pt x="3324628" y="165476"/>
                  </a:lnTo>
                  <a:lnTo>
                    <a:pt x="3309346" y="166396"/>
                  </a:lnTo>
                  <a:lnTo>
                    <a:pt x="3306350" y="166535"/>
                  </a:lnTo>
                  <a:lnTo>
                    <a:pt x="3052016" y="166535"/>
                  </a:lnTo>
                  <a:lnTo>
                    <a:pt x="3049318" y="166667"/>
                  </a:lnTo>
                  <a:lnTo>
                    <a:pt x="3034590" y="167589"/>
                  </a:lnTo>
                  <a:lnTo>
                    <a:pt x="3008315" y="169839"/>
                  </a:lnTo>
                  <a:lnTo>
                    <a:pt x="2979117" y="173479"/>
                  </a:lnTo>
                  <a:lnTo>
                    <a:pt x="2952554" y="178564"/>
                  </a:lnTo>
                  <a:lnTo>
                    <a:pt x="2928610" y="185556"/>
                  </a:lnTo>
                  <a:lnTo>
                    <a:pt x="2904729" y="195252"/>
                  </a:lnTo>
                  <a:lnTo>
                    <a:pt x="2903654" y="195744"/>
                  </a:lnTo>
                  <a:lnTo>
                    <a:pt x="2883178" y="205771"/>
                  </a:lnTo>
                  <a:lnTo>
                    <a:pt x="2860648" y="217854"/>
                  </a:lnTo>
                  <a:lnTo>
                    <a:pt x="2836019" y="231791"/>
                  </a:lnTo>
                  <a:lnTo>
                    <a:pt x="2809847" y="247023"/>
                  </a:lnTo>
                  <a:lnTo>
                    <a:pt x="2783140" y="262693"/>
                  </a:lnTo>
                  <a:lnTo>
                    <a:pt x="2757070" y="277841"/>
                  </a:lnTo>
                  <a:lnTo>
                    <a:pt x="2732614" y="291630"/>
                  </a:lnTo>
                  <a:lnTo>
                    <a:pt x="2710279" y="303532"/>
                  </a:lnTo>
                  <a:lnTo>
                    <a:pt x="2691708" y="312580"/>
                  </a:lnTo>
                  <a:lnTo>
                    <a:pt x="2667769" y="322410"/>
                  </a:lnTo>
                  <a:lnTo>
                    <a:pt x="2643888" y="329502"/>
                  </a:lnTo>
                  <a:lnTo>
                    <a:pt x="2617468" y="334657"/>
                  </a:lnTo>
                  <a:lnTo>
                    <a:pt x="2588316" y="338356"/>
                  </a:lnTo>
                  <a:lnTo>
                    <a:pt x="2561725" y="340667"/>
                  </a:lnTo>
                  <a:lnTo>
                    <a:pt x="2546387" y="341640"/>
                  </a:lnTo>
                  <a:lnTo>
                    <a:pt x="2543346" y="341789"/>
                  </a:lnTo>
                  <a:lnTo>
                    <a:pt x="2289012" y="341789"/>
                  </a:lnTo>
                  <a:lnTo>
                    <a:pt x="2286292" y="341680"/>
                  </a:lnTo>
                  <a:lnTo>
                    <a:pt x="2271456" y="340912"/>
                  </a:lnTo>
                  <a:lnTo>
                    <a:pt x="2245049" y="339040"/>
                  </a:lnTo>
                  <a:lnTo>
                    <a:pt x="2215775" y="336014"/>
                  </a:lnTo>
                  <a:lnTo>
                    <a:pt x="2189177" y="331785"/>
                  </a:lnTo>
                  <a:lnTo>
                    <a:pt x="2165186" y="325964"/>
                  </a:lnTo>
                  <a:lnTo>
                    <a:pt x="2141207" y="317885"/>
                  </a:lnTo>
                  <a:lnTo>
                    <a:pt x="2140650" y="317674"/>
                  </a:lnTo>
                  <a:lnTo>
                    <a:pt x="2119756" y="309218"/>
                  </a:lnTo>
                  <a:lnTo>
                    <a:pt x="2096722" y="299000"/>
                  </a:lnTo>
                  <a:lnTo>
                    <a:pt x="2071521" y="287203"/>
                  </a:lnTo>
                  <a:lnTo>
                    <a:pt x="2044768" y="274335"/>
                  </a:lnTo>
                  <a:lnTo>
                    <a:pt x="2017553" y="261153"/>
                  </a:lnTo>
                  <a:lnTo>
                    <a:pt x="1991112" y="248498"/>
                  </a:lnTo>
                  <a:lnTo>
                    <a:pt x="1966438" y="237075"/>
                  </a:lnTo>
                  <a:lnTo>
                    <a:pt x="1943990" y="227308"/>
                  </a:lnTo>
                  <a:lnTo>
                    <a:pt x="1928704" y="221215"/>
                  </a:lnTo>
                  <a:lnTo>
                    <a:pt x="1904695" y="213079"/>
                  </a:lnTo>
                  <a:lnTo>
                    <a:pt x="1880735" y="207215"/>
                  </a:lnTo>
                  <a:lnTo>
                    <a:pt x="1854212" y="202956"/>
                  </a:lnTo>
                  <a:lnTo>
                    <a:pt x="1824962" y="199905"/>
                  </a:lnTo>
                  <a:lnTo>
                    <a:pt x="1798390" y="198007"/>
                  </a:lnTo>
                  <a:lnTo>
                    <a:pt x="1783238" y="197217"/>
                  </a:lnTo>
                  <a:lnTo>
                    <a:pt x="1780342" y="197100"/>
                  </a:lnTo>
                  <a:lnTo>
                    <a:pt x="1526008" y="197100"/>
                  </a:lnTo>
                  <a:lnTo>
                    <a:pt x="1523273" y="197192"/>
                  </a:lnTo>
                  <a:lnTo>
                    <a:pt x="1508366" y="197838"/>
                  </a:lnTo>
                  <a:lnTo>
                    <a:pt x="1481873" y="199410"/>
                  </a:lnTo>
                  <a:lnTo>
                    <a:pt x="1452550" y="201950"/>
                  </a:lnTo>
                  <a:lnTo>
                    <a:pt x="1425930" y="205500"/>
                  </a:lnTo>
                  <a:lnTo>
                    <a:pt x="1401907" y="210392"/>
                  </a:lnTo>
                  <a:lnTo>
                    <a:pt x="1377863" y="217183"/>
                  </a:lnTo>
                  <a:lnTo>
                    <a:pt x="1377646" y="217252"/>
                  </a:lnTo>
                  <a:lnTo>
                    <a:pt x="1356459" y="224423"/>
                  </a:lnTo>
                  <a:lnTo>
                    <a:pt x="1333071" y="233106"/>
                  </a:lnTo>
                  <a:lnTo>
                    <a:pt x="1307468" y="243134"/>
                  </a:lnTo>
                  <a:lnTo>
                    <a:pt x="1280309" y="254058"/>
                  </a:lnTo>
                  <a:lnTo>
                    <a:pt x="1252743" y="265213"/>
                  </a:lnTo>
                  <a:lnTo>
                    <a:pt x="1226053" y="275871"/>
                  </a:lnTo>
                  <a:lnTo>
                    <a:pt x="1201236" y="285432"/>
                  </a:lnTo>
                  <a:lnTo>
                    <a:pt x="1178714" y="293553"/>
                  </a:lnTo>
                  <a:lnTo>
                    <a:pt x="1165700" y="297860"/>
                  </a:lnTo>
                  <a:lnTo>
                    <a:pt x="1141645" y="304670"/>
                  </a:lnTo>
                  <a:lnTo>
                    <a:pt x="1117634" y="309575"/>
                  </a:lnTo>
                  <a:lnTo>
                    <a:pt x="1091042" y="313135"/>
                  </a:lnTo>
                  <a:lnTo>
                    <a:pt x="1061729" y="315684"/>
                  </a:lnTo>
                  <a:lnTo>
                    <a:pt x="1035171" y="317264"/>
                  </a:lnTo>
                  <a:lnTo>
                    <a:pt x="1020141" y="317917"/>
                  </a:lnTo>
                  <a:lnTo>
                    <a:pt x="1017338" y="318011"/>
                  </a:lnTo>
                  <a:lnTo>
                    <a:pt x="763004" y="318011"/>
                  </a:lnTo>
                  <a:lnTo>
                    <a:pt x="760264" y="318097"/>
                  </a:lnTo>
                  <a:lnTo>
                    <a:pt x="745336" y="318699"/>
                  </a:lnTo>
                  <a:lnTo>
                    <a:pt x="718816" y="320165"/>
                  </a:lnTo>
                  <a:lnTo>
                    <a:pt x="689478" y="322533"/>
                  </a:lnTo>
                  <a:lnTo>
                    <a:pt x="662850" y="325843"/>
                  </a:lnTo>
                  <a:lnTo>
                    <a:pt x="638817" y="330405"/>
                  </a:lnTo>
                  <a:lnTo>
                    <a:pt x="614642" y="336772"/>
                  </a:lnTo>
                  <a:lnTo>
                    <a:pt x="593360" y="343479"/>
                  </a:lnTo>
                  <a:lnTo>
                    <a:pt x="569858" y="351605"/>
                  </a:lnTo>
                  <a:lnTo>
                    <a:pt x="544124" y="360992"/>
                  </a:lnTo>
                  <a:lnTo>
                    <a:pt x="516835" y="371213"/>
                  </a:lnTo>
                  <a:lnTo>
                    <a:pt x="489158" y="381639"/>
                  </a:lnTo>
                  <a:lnTo>
                    <a:pt x="462388" y="391584"/>
                  </a:lnTo>
                  <a:lnTo>
                    <a:pt x="437527" y="400489"/>
                  </a:lnTo>
                  <a:lnTo>
                    <a:pt x="414981" y="408036"/>
                  </a:lnTo>
                  <a:lnTo>
                    <a:pt x="402696" y="411812"/>
                  </a:lnTo>
                  <a:lnTo>
                    <a:pt x="378626" y="418155"/>
                  </a:lnTo>
                  <a:lnTo>
                    <a:pt x="354600" y="422724"/>
                  </a:lnTo>
                  <a:lnTo>
                    <a:pt x="327987" y="426038"/>
                  </a:lnTo>
                  <a:lnTo>
                    <a:pt x="298654" y="428410"/>
                  </a:lnTo>
                  <a:lnTo>
                    <a:pt x="272100" y="429880"/>
                  </a:lnTo>
                  <a:lnTo>
                    <a:pt x="257109" y="430486"/>
                  </a:lnTo>
                  <a:lnTo>
                    <a:pt x="254334" y="430572"/>
                  </a:lnTo>
                  <a:close/>
                </a:path>
              </a:pathLst>
            </a:custGeom>
            <a:solidFill>
              <a:srgbClr val="305E80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949593" y="5962767"/>
              <a:ext cx="6358367" cy="368263"/>
            </a:xfrm>
            <a:custGeom>
              <a:avLst/>
              <a:pathLst>
                <a:path w="6358367" h="368263">
                  <a:moveTo>
                    <a:pt x="0" y="368263"/>
                  </a:moveTo>
                  <a:lnTo>
                    <a:pt x="254334" y="368263"/>
                  </a:lnTo>
                  <a:lnTo>
                    <a:pt x="257105" y="368263"/>
                  </a:lnTo>
                  <a:lnTo>
                    <a:pt x="272177" y="368263"/>
                  </a:lnTo>
                  <a:lnTo>
                    <a:pt x="298872" y="368263"/>
                  </a:lnTo>
                  <a:lnTo>
                    <a:pt x="328310" y="368263"/>
                  </a:lnTo>
                  <a:lnTo>
                    <a:pt x="354984" y="368263"/>
                  </a:lnTo>
                  <a:lnTo>
                    <a:pt x="379082" y="368263"/>
                  </a:lnTo>
                  <a:lnTo>
                    <a:pt x="402696" y="368263"/>
                  </a:lnTo>
                  <a:lnTo>
                    <a:pt x="424648" y="368263"/>
                  </a:lnTo>
                  <a:lnTo>
                    <a:pt x="448963" y="368263"/>
                  </a:lnTo>
                  <a:lnTo>
                    <a:pt x="475618" y="368263"/>
                  </a:lnTo>
                  <a:lnTo>
                    <a:pt x="503826" y="368263"/>
                  </a:lnTo>
                  <a:lnTo>
                    <a:pt x="532278" y="368263"/>
                  </a:lnTo>
                  <a:lnTo>
                    <a:pt x="559581" y="368263"/>
                  </a:lnTo>
                  <a:lnTo>
                    <a:pt x="584732" y="368263"/>
                  </a:lnTo>
                  <a:lnTo>
                    <a:pt x="607436" y="368263"/>
                  </a:lnTo>
                  <a:lnTo>
                    <a:pt x="614642" y="368263"/>
                  </a:lnTo>
                  <a:lnTo>
                    <a:pt x="638805" y="368263"/>
                  </a:lnTo>
                  <a:lnTo>
                    <a:pt x="662937" y="368263"/>
                  </a:lnTo>
                  <a:lnTo>
                    <a:pt x="689689" y="368263"/>
                  </a:lnTo>
                  <a:lnTo>
                    <a:pt x="719151" y="368263"/>
                  </a:lnTo>
                  <a:lnTo>
                    <a:pt x="745672" y="368263"/>
                  </a:lnTo>
                  <a:lnTo>
                    <a:pt x="760411" y="368263"/>
                  </a:lnTo>
                  <a:lnTo>
                    <a:pt x="763004" y="368263"/>
                  </a:lnTo>
                  <a:lnTo>
                    <a:pt x="1017338" y="368263"/>
                  </a:lnTo>
                  <a:lnTo>
                    <a:pt x="1020109" y="368263"/>
                  </a:lnTo>
                  <a:lnTo>
                    <a:pt x="1035181" y="368263"/>
                  </a:lnTo>
                  <a:lnTo>
                    <a:pt x="1061877" y="368263"/>
                  </a:lnTo>
                  <a:lnTo>
                    <a:pt x="1091314" y="368263"/>
                  </a:lnTo>
                  <a:lnTo>
                    <a:pt x="1117988" y="368263"/>
                  </a:lnTo>
                  <a:lnTo>
                    <a:pt x="1142087" y="368263"/>
                  </a:lnTo>
                  <a:lnTo>
                    <a:pt x="1165700" y="368263"/>
                  </a:lnTo>
                  <a:lnTo>
                    <a:pt x="1187652" y="368263"/>
                  </a:lnTo>
                  <a:lnTo>
                    <a:pt x="1211967" y="368263"/>
                  </a:lnTo>
                  <a:lnTo>
                    <a:pt x="1238622" y="368263"/>
                  </a:lnTo>
                  <a:lnTo>
                    <a:pt x="1266830" y="368263"/>
                  </a:lnTo>
                  <a:lnTo>
                    <a:pt x="1295282" y="368263"/>
                  </a:lnTo>
                  <a:lnTo>
                    <a:pt x="1322585" y="368263"/>
                  </a:lnTo>
                  <a:lnTo>
                    <a:pt x="1347736" y="368263"/>
                  </a:lnTo>
                  <a:lnTo>
                    <a:pt x="1370440" y="368263"/>
                  </a:lnTo>
                  <a:lnTo>
                    <a:pt x="1377646" y="368263"/>
                  </a:lnTo>
                  <a:lnTo>
                    <a:pt x="1401809" y="368263"/>
                  </a:lnTo>
                  <a:lnTo>
                    <a:pt x="1425941" y="368263"/>
                  </a:lnTo>
                  <a:lnTo>
                    <a:pt x="1452693" y="368263"/>
                  </a:lnTo>
                  <a:lnTo>
                    <a:pt x="1482155" y="368263"/>
                  </a:lnTo>
                  <a:lnTo>
                    <a:pt x="1508676" y="368263"/>
                  </a:lnTo>
                  <a:lnTo>
                    <a:pt x="1523415" y="368263"/>
                  </a:lnTo>
                  <a:lnTo>
                    <a:pt x="1526008" y="368263"/>
                  </a:lnTo>
                  <a:lnTo>
                    <a:pt x="1780342" y="368263"/>
                  </a:lnTo>
                  <a:lnTo>
                    <a:pt x="1783113" y="368263"/>
                  </a:lnTo>
                  <a:lnTo>
                    <a:pt x="1798185" y="368263"/>
                  </a:lnTo>
                  <a:lnTo>
                    <a:pt x="1824881" y="368263"/>
                  </a:lnTo>
                  <a:lnTo>
                    <a:pt x="1854318" y="368263"/>
                  </a:lnTo>
                  <a:lnTo>
                    <a:pt x="1880992" y="368263"/>
                  </a:lnTo>
                  <a:lnTo>
                    <a:pt x="1905091" y="368263"/>
                  </a:lnTo>
                  <a:lnTo>
                    <a:pt x="1928704" y="368263"/>
                  </a:lnTo>
                  <a:lnTo>
                    <a:pt x="1950656" y="368263"/>
                  </a:lnTo>
                  <a:lnTo>
                    <a:pt x="1974971" y="368263"/>
                  </a:lnTo>
                  <a:lnTo>
                    <a:pt x="2001626" y="368263"/>
                  </a:lnTo>
                  <a:lnTo>
                    <a:pt x="2029834" y="368263"/>
                  </a:lnTo>
                  <a:lnTo>
                    <a:pt x="2058286" y="368263"/>
                  </a:lnTo>
                  <a:lnTo>
                    <a:pt x="2085589" y="368263"/>
                  </a:lnTo>
                  <a:lnTo>
                    <a:pt x="2110740" y="368263"/>
                  </a:lnTo>
                  <a:lnTo>
                    <a:pt x="2133444" y="368263"/>
                  </a:lnTo>
                  <a:lnTo>
                    <a:pt x="2140650" y="368263"/>
                  </a:lnTo>
                  <a:lnTo>
                    <a:pt x="2164813" y="368263"/>
                  </a:lnTo>
                  <a:lnTo>
                    <a:pt x="2188945" y="368263"/>
                  </a:lnTo>
                  <a:lnTo>
                    <a:pt x="2215697" y="368263"/>
                  </a:lnTo>
                  <a:lnTo>
                    <a:pt x="2245159" y="368263"/>
                  </a:lnTo>
                  <a:lnTo>
                    <a:pt x="2271680" y="368263"/>
                  </a:lnTo>
                  <a:lnTo>
                    <a:pt x="2286419" y="368263"/>
                  </a:lnTo>
                  <a:lnTo>
                    <a:pt x="2289012" y="368263"/>
                  </a:lnTo>
                  <a:lnTo>
                    <a:pt x="2543346" y="368263"/>
                  </a:lnTo>
                  <a:lnTo>
                    <a:pt x="2546117" y="368263"/>
                  </a:lnTo>
                  <a:lnTo>
                    <a:pt x="2561189" y="368263"/>
                  </a:lnTo>
                  <a:lnTo>
                    <a:pt x="2587885" y="368263"/>
                  </a:lnTo>
                  <a:lnTo>
                    <a:pt x="2617322" y="368263"/>
                  </a:lnTo>
                  <a:lnTo>
                    <a:pt x="2643996" y="368263"/>
                  </a:lnTo>
                  <a:lnTo>
                    <a:pt x="2668095" y="368263"/>
                  </a:lnTo>
                  <a:lnTo>
                    <a:pt x="2691708" y="368263"/>
                  </a:lnTo>
                  <a:lnTo>
                    <a:pt x="2713660" y="368263"/>
                  </a:lnTo>
                  <a:lnTo>
                    <a:pt x="2737975" y="368263"/>
                  </a:lnTo>
                  <a:lnTo>
                    <a:pt x="2764630" y="368263"/>
                  </a:lnTo>
                  <a:lnTo>
                    <a:pt x="2792838" y="368263"/>
                  </a:lnTo>
                  <a:lnTo>
                    <a:pt x="2821291" y="368263"/>
                  </a:lnTo>
                  <a:lnTo>
                    <a:pt x="2848593" y="368263"/>
                  </a:lnTo>
                  <a:lnTo>
                    <a:pt x="2873744" y="368263"/>
                  </a:lnTo>
                  <a:lnTo>
                    <a:pt x="2896448" y="368263"/>
                  </a:lnTo>
                  <a:lnTo>
                    <a:pt x="2903654" y="368263"/>
                  </a:lnTo>
                  <a:lnTo>
                    <a:pt x="2927817" y="368263"/>
                  </a:lnTo>
                  <a:lnTo>
                    <a:pt x="2951949" y="368263"/>
                  </a:lnTo>
                  <a:lnTo>
                    <a:pt x="2978701" y="368263"/>
                  </a:lnTo>
                  <a:lnTo>
                    <a:pt x="3008163" y="368263"/>
                  </a:lnTo>
                  <a:lnTo>
                    <a:pt x="3034684" y="368263"/>
                  </a:lnTo>
                  <a:lnTo>
                    <a:pt x="3049423" y="368263"/>
                  </a:lnTo>
                  <a:lnTo>
                    <a:pt x="3052016" y="368263"/>
                  </a:lnTo>
                  <a:lnTo>
                    <a:pt x="3306350" y="368263"/>
                  </a:lnTo>
                  <a:lnTo>
                    <a:pt x="3309121" y="368263"/>
                  </a:lnTo>
                  <a:lnTo>
                    <a:pt x="3324193" y="368263"/>
                  </a:lnTo>
                  <a:lnTo>
                    <a:pt x="3350889" y="368263"/>
                  </a:lnTo>
                  <a:lnTo>
                    <a:pt x="3380326" y="368263"/>
                  </a:lnTo>
                  <a:lnTo>
                    <a:pt x="3407000" y="368263"/>
                  </a:lnTo>
                  <a:lnTo>
                    <a:pt x="3431099" y="368263"/>
                  </a:lnTo>
                  <a:lnTo>
                    <a:pt x="3454712" y="368263"/>
                  </a:lnTo>
                  <a:lnTo>
                    <a:pt x="3476664" y="368263"/>
                  </a:lnTo>
                  <a:lnTo>
                    <a:pt x="3500979" y="368263"/>
                  </a:lnTo>
                  <a:lnTo>
                    <a:pt x="3527634" y="368263"/>
                  </a:lnTo>
                  <a:lnTo>
                    <a:pt x="3555842" y="368263"/>
                  </a:lnTo>
                  <a:lnTo>
                    <a:pt x="3584295" y="368263"/>
                  </a:lnTo>
                  <a:lnTo>
                    <a:pt x="3611597" y="368263"/>
                  </a:lnTo>
                  <a:lnTo>
                    <a:pt x="3636748" y="368263"/>
                  </a:lnTo>
                  <a:lnTo>
                    <a:pt x="3659452" y="368263"/>
                  </a:lnTo>
                  <a:lnTo>
                    <a:pt x="3666658" y="368263"/>
                  </a:lnTo>
                  <a:lnTo>
                    <a:pt x="3690821" y="368263"/>
                  </a:lnTo>
                  <a:lnTo>
                    <a:pt x="3714953" y="368263"/>
                  </a:lnTo>
                  <a:lnTo>
                    <a:pt x="3741705" y="368263"/>
                  </a:lnTo>
                  <a:lnTo>
                    <a:pt x="3771167" y="368263"/>
                  </a:lnTo>
                  <a:lnTo>
                    <a:pt x="3797688" y="368263"/>
                  </a:lnTo>
                  <a:lnTo>
                    <a:pt x="3812427" y="368263"/>
                  </a:lnTo>
                  <a:lnTo>
                    <a:pt x="3815020" y="368263"/>
                  </a:lnTo>
                  <a:lnTo>
                    <a:pt x="4069355" y="368263"/>
                  </a:lnTo>
                  <a:lnTo>
                    <a:pt x="4072125" y="368263"/>
                  </a:lnTo>
                  <a:lnTo>
                    <a:pt x="4087197" y="368263"/>
                  </a:lnTo>
                  <a:lnTo>
                    <a:pt x="4113893" y="368263"/>
                  </a:lnTo>
                  <a:lnTo>
                    <a:pt x="4143330" y="368263"/>
                  </a:lnTo>
                  <a:lnTo>
                    <a:pt x="4170004" y="368263"/>
                  </a:lnTo>
                  <a:lnTo>
                    <a:pt x="4194103" y="368263"/>
                  </a:lnTo>
                  <a:lnTo>
                    <a:pt x="4217716" y="368263"/>
                  </a:lnTo>
                  <a:lnTo>
                    <a:pt x="4239668" y="368263"/>
                  </a:lnTo>
                  <a:lnTo>
                    <a:pt x="4263983" y="368263"/>
                  </a:lnTo>
                  <a:lnTo>
                    <a:pt x="4290638" y="368263"/>
                  </a:lnTo>
                  <a:lnTo>
                    <a:pt x="4318846" y="368263"/>
                  </a:lnTo>
                  <a:lnTo>
                    <a:pt x="4347299" y="368263"/>
                  </a:lnTo>
                  <a:lnTo>
                    <a:pt x="4374601" y="368263"/>
                  </a:lnTo>
                  <a:lnTo>
                    <a:pt x="4399752" y="368263"/>
                  </a:lnTo>
                  <a:lnTo>
                    <a:pt x="4422456" y="368263"/>
                  </a:lnTo>
                  <a:lnTo>
                    <a:pt x="4429662" y="368263"/>
                  </a:lnTo>
                  <a:lnTo>
                    <a:pt x="4453825" y="368263"/>
                  </a:lnTo>
                  <a:lnTo>
                    <a:pt x="4477957" y="368263"/>
                  </a:lnTo>
                  <a:lnTo>
                    <a:pt x="4504709" y="368263"/>
                  </a:lnTo>
                  <a:lnTo>
                    <a:pt x="4534171" y="368263"/>
                  </a:lnTo>
                  <a:lnTo>
                    <a:pt x="4560692" y="368263"/>
                  </a:lnTo>
                  <a:lnTo>
                    <a:pt x="4575431" y="368263"/>
                  </a:lnTo>
                  <a:lnTo>
                    <a:pt x="4578024" y="368263"/>
                  </a:lnTo>
                  <a:lnTo>
                    <a:pt x="4832359" y="368263"/>
                  </a:lnTo>
                  <a:lnTo>
                    <a:pt x="4835129" y="368263"/>
                  </a:lnTo>
                  <a:lnTo>
                    <a:pt x="4850201" y="368263"/>
                  </a:lnTo>
                  <a:lnTo>
                    <a:pt x="4876897" y="368263"/>
                  </a:lnTo>
                  <a:lnTo>
                    <a:pt x="4906334" y="368263"/>
                  </a:lnTo>
                  <a:lnTo>
                    <a:pt x="4933008" y="368263"/>
                  </a:lnTo>
                  <a:lnTo>
                    <a:pt x="4957107" y="368263"/>
                  </a:lnTo>
                  <a:lnTo>
                    <a:pt x="4980720" y="368263"/>
                  </a:lnTo>
                  <a:lnTo>
                    <a:pt x="5002672" y="368263"/>
                  </a:lnTo>
                  <a:lnTo>
                    <a:pt x="5026987" y="368263"/>
                  </a:lnTo>
                  <a:lnTo>
                    <a:pt x="5053642" y="368263"/>
                  </a:lnTo>
                  <a:lnTo>
                    <a:pt x="5081850" y="368263"/>
                  </a:lnTo>
                  <a:lnTo>
                    <a:pt x="5110303" y="368263"/>
                  </a:lnTo>
                  <a:lnTo>
                    <a:pt x="5137605" y="368263"/>
                  </a:lnTo>
                  <a:lnTo>
                    <a:pt x="5162756" y="368263"/>
                  </a:lnTo>
                  <a:lnTo>
                    <a:pt x="5185460" y="368263"/>
                  </a:lnTo>
                  <a:lnTo>
                    <a:pt x="5192666" y="368263"/>
                  </a:lnTo>
                  <a:lnTo>
                    <a:pt x="5216829" y="368263"/>
                  </a:lnTo>
                  <a:lnTo>
                    <a:pt x="5240961" y="368263"/>
                  </a:lnTo>
                  <a:lnTo>
                    <a:pt x="5267713" y="368263"/>
                  </a:lnTo>
                  <a:lnTo>
                    <a:pt x="5297175" y="368263"/>
                  </a:lnTo>
                  <a:lnTo>
                    <a:pt x="5323696" y="368263"/>
                  </a:lnTo>
                  <a:lnTo>
                    <a:pt x="5338435" y="368263"/>
                  </a:lnTo>
                  <a:lnTo>
                    <a:pt x="5341028" y="368263"/>
                  </a:lnTo>
                  <a:lnTo>
                    <a:pt x="5595363" y="368263"/>
                  </a:lnTo>
                  <a:lnTo>
                    <a:pt x="5598133" y="368263"/>
                  </a:lnTo>
                  <a:lnTo>
                    <a:pt x="5613205" y="368263"/>
                  </a:lnTo>
                  <a:lnTo>
                    <a:pt x="5639901" y="368263"/>
                  </a:lnTo>
                  <a:lnTo>
                    <a:pt x="5669339" y="368263"/>
                  </a:lnTo>
                  <a:lnTo>
                    <a:pt x="5696012" y="368263"/>
                  </a:lnTo>
                  <a:lnTo>
                    <a:pt x="5720111" y="368263"/>
                  </a:lnTo>
                  <a:lnTo>
                    <a:pt x="5743725" y="368263"/>
                  </a:lnTo>
                  <a:lnTo>
                    <a:pt x="5765676" y="368263"/>
                  </a:lnTo>
                  <a:lnTo>
                    <a:pt x="5789991" y="368263"/>
                  </a:lnTo>
                  <a:lnTo>
                    <a:pt x="5816646" y="368263"/>
                  </a:lnTo>
                  <a:lnTo>
                    <a:pt x="5844854" y="368263"/>
                  </a:lnTo>
                  <a:lnTo>
                    <a:pt x="5873307" y="368263"/>
                  </a:lnTo>
                  <a:lnTo>
                    <a:pt x="5900609" y="368263"/>
                  </a:lnTo>
                  <a:lnTo>
                    <a:pt x="5925760" y="368263"/>
                  </a:lnTo>
                  <a:lnTo>
                    <a:pt x="5948465" y="368263"/>
                  </a:lnTo>
                  <a:lnTo>
                    <a:pt x="5955670" y="368263"/>
                  </a:lnTo>
                  <a:lnTo>
                    <a:pt x="5979833" y="368263"/>
                  </a:lnTo>
                  <a:lnTo>
                    <a:pt x="6003965" y="368263"/>
                  </a:lnTo>
                  <a:lnTo>
                    <a:pt x="6030717" y="368263"/>
                  </a:lnTo>
                  <a:lnTo>
                    <a:pt x="6060180" y="368263"/>
                  </a:lnTo>
                  <a:lnTo>
                    <a:pt x="6086700" y="368263"/>
                  </a:lnTo>
                  <a:lnTo>
                    <a:pt x="6101439" y="368263"/>
                  </a:lnTo>
                  <a:lnTo>
                    <a:pt x="6104032" y="368263"/>
                  </a:lnTo>
                  <a:lnTo>
                    <a:pt x="6358367" y="368263"/>
                  </a:lnTo>
                  <a:lnTo>
                    <a:pt x="6358367" y="361703"/>
                  </a:lnTo>
                  <a:lnTo>
                    <a:pt x="6104032" y="361703"/>
                  </a:lnTo>
                  <a:lnTo>
                    <a:pt x="6101262" y="361708"/>
                  </a:lnTo>
                  <a:lnTo>
                    <a:pt x="6086190" y="361744"/>
                  </a:lnTo>
                  <a:lnTo>
                    <a:pt x="6059495" y="361830"/>
                  </a:lnTo>
                  <a:lnTo>
                    <a:pt x="6030058" y="361969"/>
                  </a:lnTo>
                  <a:lnTo>
                    <a:pt x="6003384" y="362164"/>
                  </a:lnTo>
                  <a:lnTo>
                    <a:pt x="5979286" y="362433"/>
                  </a:lnTo>
                  <a:lnTo>
                    <a:pt x="5955670" y="362796"/>
                  </a:lnTo>
                  <a:lnTo>
                    <a:pt x="5933721" y="363200"/>
                  </a:lnTo>
                  <a:lnTo>
                    <a:pt x="5909409" y="363692"/>
                  </a:lnTo>
                  <a:lnTo>
                    <a:pt x="5882757" y="364260"/>
                  </a:lnTo>
                  <a:lnTo>
                    <a:pt x="5854552" y="364876"/>
                  </a:lnTo>
                  <a:lnTo>
                    <a:pt x="5826103" y="365500"/>
                  </a:lnTo>
                  <a:lnTo>
                    <a:pt x="5798802" y="366089"/>
                  </a:lnTo>
                  <a:lnTo>
                    <a:pt x="5773652" y="366609"/>
                  </a:lnTo>
                  <a:lnTo>
                    <a:pt x="5750948" y="367042"/>
                  </a:lnTo>
                  <a:lnTo>
                    <a:pt x="5743725" y="367170"/>
                  </a:lnTo>
                  <a:lnTo>
                    <a:pt x="5719561" y="367541"/>
                  </a:lnTo>
                  <a:lnTo>
                    <a:pt x="5695430" y="367807"/>
                  </a:lnTo>
                  <a:lnTo>
                    <a:pt x="5668678" y="368001"/>
                  </a:lnTo>
                  <a:lnTo>
                    <a:pt x="5639217" y="368139"/>
                  </a:lnTo>
                  <a:lnTo>
                    <a:pt x="5612696" y="368224"/>
                  </a:lnTo>
                  <a:lnTo>
                    <a:pt x="5597956" y="368258"/>
                  </a:lnTo>
                  <a:lnTo>
                    <a:pt x="5595363" y="368263"/>
                  </a:lnTo>
                  <a:lnTo>
                    <a:pt x="5341028" y="368263"/>
                  </a:lnTo>
                  <a:lnTo>
                    <a:pt x="5338258" y="368254"/>
                  </a:lnTo>
                  <a:lnTo>
                    <a:pt x="5323187" y="368191"/>
                  </a:lnTo>
                  <a:lnTo>
                    <a:pt x="5296493" y="368037"/>
                  </a:lnTo>
                  <a:lnTo>
                    <a:pt x="5267057" y="367789"/>
                  </a:lnTo>
                  <a:lnTo>
                    <a:pt x="5240384" y="367442"/>
                  </a:lnTo>
                  <a:lnTo>
                    <a:pt x="5216286" y="366963"/>
                  </a:lnTo>
                  <a:lnTo>
                    <a:pt x="5192666" y="366316"/>
                  </a:lnTo>
                  <a:lnTo>
                    <a:pt x="5170722" y="365596"/>
                  </a:lnTo>
                  <a:lnTo>
                    <a:pt x="5146416" y="364721"/>
                  </a:lnTo>
                  <a:lnTo>
                    <a:pt x="5119772" y="363710"/>
                  </a:lnTo>
                  <a:lnTo>
                    <a:pt x="5091575" y="362612"/>
                  </a:lnTo>
                  <a:lnTo>
                    <a:pt x="5063131" y="361500"/>
                  </a:lnTo>
                  <a:lnTo>
                    <a:pt x="5035835" y="360452"/>
                  </a:lnTo>
                  <a:lnTo>
                    <a:pt x="5010687" y="359526"/>
                  </a:lnTo>
                  <a:lnTo>
                    <a:pt x="4987984" y="358754"/>
                  </a:lnTo>
                  <a:lnTo>
                    <a:pt x="4980720" y="358526"/>
                  </a:lnTo>
                  <a:lnTo>
                    <a:pt x="4956558" y="357865"/>
                  </a:lnTo>
                  <a:lnTo>
                    <a:pt x="4932428" y="357390"/>
                  </a:lnTo>
                  <a:lnTo>
                    <a:pt x="4905677" y="357045"/>
                  </a:lnTo>
                  <a:lnTo>
                    <a:pt x="4876216" y="356799"/>
                  </a:lnTo>
                  <a:lnTo>
                    <a:pt x="4849695" y="356648"/>
                  </a:lnTo>
                  <a:lnTo>
                    <a:pt x="4834953" y="356586"/>
                  </a:lnTo>
                  <a:lnTo>
                    <a:pt x="4832359" y="356578"/>
                  </a:lnTo>
                  <a:lnTo>
                    <a:pt x="4578024" y="356578"/>
                  </a:lnTo>
                  <a:lnTo>
                    <a:pt x="4575254" y="356586"/>
                  </a:lnTo>
                  <a:lnTo>
                    <a:pt x="4560183" y="356646"/>
                  </a:lnTo>
                  <a:lnTo>
                    <a:pt x="4533489" y="356789"/>
                  </a:lnTo>
                  <a:lnTo>
                    <a:pt x="4504052" y="357022"/>
                  </a:lnTo>
                  <a:lnTo>
                    <a:pt x="4477379" y="357346"/>
                  </a:lnTo>
                  <a:lnTo>
                    <a:pt x="4453281" y="357794"/>
                  </a:lnTo>
                  <a:lnTo>
                    <a:pt x="4429662" y="358401"/>
                  </a:lnTo>
                  <a:lnTo>
                    <a:pt x="4407717" y="359074"/>
                  </a:lnTo>
                  <a:lnTo>
                    <a:pt x="4383410" y="359893"/>
                  </a:lnTo>
                  <a:lnTo>
                    <a:pt x="4356765" y="360840"/>
                  </a:lnTo>
                  <a:lnTo>
                    <a:pt x="4328566" y="361867"/>
                  </a:lnTo>
                  <a:lnTo>
                    <a:pt x="4300121" y="362908"/>
                  </a:lnTo>
                  <a:lnTo>
                    <a:pt x="4272824" y="363889"/>
                  </a:lnTo>
                  <a:lnTo>
                    <a:pt x="4247676" y="364755"/>
                  </a:lnTo>
                  <a:lnTo>
                    <a:pt x="4224973" y="365478"/>
                  </a:lnTo>
                  <a:lnTo>
                    <a:pt x="4217716" y="365691"/>
                  </a:lnTo>
                  <a:lnTo>
                    <a:pt x="4193554" y="366310"/>
                  </a:lnTo>
                  <a:lnTo>
                    <a:pt x="4169423" y="366754"/>
                  </a:lnTo>
                  <a:lnTo>
                    <a:pt x="4142672" y="367077"/>
                  </a:lnTo>
                  <a:lnTo>
                    <a:pt x="4113211" y="367307"/>
                  </a:lnTo>
                  <a:lnTo>
                    <a:pt x="4086690" y="367449"/>
                  </a:lnTo>
                  <a:lnTo>
                    <a:pt x="4071949" y="367506"/>
                  </a:lnTo>
                  <a:lnTo>
                    <a:pt x="4069355" y="367514"/>
                  </a:lnTo>
                  <a:lnTo>
                    <a:pt x="3815020" y="367514"/>
                  </a:lnTo>
                  <a:lnTo>
                    <a:pt x="3812251" y="367496"/>
                  </a:lnTo>
                  <a:lnTo>
                    <a:pt x="3797185" y="367370"/>
                  </a:lnTo>
                  <a:lnTo>
                    <a:pt x="3770497" y="367065"/>
                  </a:lnTo>
                  <a:lnTo>
                    <a:pt x="3741063" y="366572"/>
                  </a:lnTo>
                  <a:lnTo>
                    <a:pt x="3714392" y="365882"/>
                  </a:lnTo>
                  <a:lnTo>
                    <a:pt x="3690296" y="364930"/>
                  </a:lnTo>
                  <a:lnTo>
                    <a:pt x="3666658" y="363641"/>
                  </a:lnTo>
                  <a:lnTo>
                    <a:pt x="3644737" y="362212"/>
                  </a:lnTo>
                  <a:lnTo>
                    <a:pt x="3620459" y="360474"/>
                  </a:lnTo>
                  <a:lnTo>
                    <a:pt x="3593847" y="358464"/>
                  </a:lnTo>
                  <a:lnTo>
                    <a:pt x="3565680" y="356283"/>
                  </a:lnTo>
                  <a:lnTo>
                    <a:pt x="3537263" y="354074"/>
                  </a:lnTo>
                  <a:lnTo>
                    <a:pt x="3509984" y="351990"/>
                  </a:lnTo>
                  <a:lnTo>
                    <a:pt x="3484845" y="350150"/>
                  </a:lnTo>
                  <a:lnTo>
                    <a:pt x="3462148" y="348612"/>
                  </a:lnTo>
                  <a:lnTo>
                    <a:pt x="3454712" y="348147"/>
                  </a:lnTo>
                  <a:lnTo>
                    <a:pt x="3430553" y="346833"/>
                  </a:lnTo>
                  <a:lnTo>
                    <a:pt x="3406426" y="345888"/>
                  </a:lnTo>
                  <a:lnTo>
                    <a:pt x="3379680" y="345203"/>
                  </a:lnTo>
                  <a:lnTo>
                    <a:pt x="3350223" y="344714"/>
                  </a:lnTo>
                  <a:lnTo>
                    <a:pt x="3323701" y="344413"/>
                  </a:lnTo>
                  <a:lnTo>
                    <a:pt x="3308951" y="344291"/>
                  </a:lnTo>
                  <a:lnTo>
                    <a:pt x="3306350" y="344274"/>
                  </a:lnTo>
                  <a:lnTo>
                    <a:pt x="3052016" y="344274"/>
                  </a:lnTo>
                  <a:lnTo>
                    <a:pt x="3049253" y="344232"/>
                  </a:lnTo>
                  <a:lnTo>
                    <a:pt x="3034216" y="343934"/>
                  </a:lnTo>
                  <a:lnTo>
                    <a:pt x="3007562" y="343210"/>
                  </a:lnTo>
                  <a:lnTo>
                    <a:pt x="2978149" y="342041"/>
                  </a:lnTo>
                  <a:lnTo>
                    <a:pt x="2951486" y="340407"/>
                  </a:lnTo>
                  <a:lnTo>
                    <a:pt x="2927403" y="338152"/>
                  </a:lnTo>
                  <a:lnTo>
                    <a:pt x="2903654" y="335078"/>
                  </a:lnTo>
                  <a:lnTo>
                    <a:pt x="2881873" y="331709"/>
                  </a:lnTo>
                  <a:lnTo>
                    <a:pt x="2857765" y="327614"/>
                  </a:lnTo>
                  <a:lnTo>
                    <a:pt x="2831344" y="322880"/>
                  </a:lnTo>
                  <a:lnTo>
                    <a:pt x="2803369" y="317738"/>
                  </a:lnTo>
                  <a:lnTo>
                    <a:pt x="2775111" y="312523"/>
                  </a:lnTo>
                  <a:lnTo>
                    <a:pt x="2747939" y="307591"/>
                  </a:lnTo>
                  <a:lnTo>
                    <a:pt x="2722858" y="303221"/>
                  </a:lnTo>
                  <a:lnTo>
                    <a:pt x="2700194" y="299559"/>
                  </a:lnTo>
                  <a:lnTo>
                    <a:pt x="2691708" y="298295"/>
                  </a:lnTo>
                  <a:lnTo>
                    <a:pt x="2667568" y="295178"/>
                  </a:lnTo>
                  <a:lnTo>
                    <a:pt x="2643461" y="292936"/>
                  </a:lnTo>
                  <a:lnTo>
                    <a:pt x="2616743" y="291310"/>
                  </a:lnTo>
                  <a:lnTo>
                    <a:pt x="2587312" y="290148"/>
                  </a:lnTo>
                  <a:lnTo>
                    <a:pt x="2560783" y="289432"/>
                  </a:lnTo>
                  <a:lnTo>
                    <a:pt x="2545982" y="289140"/>
                  </a:lnTo>
                  <a:lnTo>
                    <a:pt x="2543346" y="289100"/>
                  </a:lnTo>
                  <a:lnTo>
                    <a:pt x="2289012" y="289100"/>
                  </a:lnTo>
                  <a:lnTo>
                    <a:pt x="2286249" y="289143"/>
                  </a:lnTo>
                  <a:lnTo>
                    <a:pt x="2271213" y="289447"/>
                  </a:lnTo>
                  <a:lnTo>
                    <a:pt x="2244562" y="290185"/>
                  </a:lnTo>
                  <a:lnTo>
                    <a:pt x="2215149" y="291377"/>
                  </a:lnTo>
                  <a:lnTo>
                    <a:pt x="2188487" y="293043"/>
                  </a:lnTo>
                  <a:lnTo>
                    <a:pt x="2164405" y="295343"/>
                  </a:lnTo>
                  <a:lnTo>
                    <a:pt x="2140650" y="298478"/>
                  </a:lnTo>
                  <a:lnTo>
                    <a:pt x="2118875" y="301913"/>
                  </a:lnTo>
                  <a:lnTo>
                    <a:pt x="2094775" y="306088"/>
                  </a:lnTo>
                  <a:lnTo>
                    <a:pt x="2068364" y="310913"/>
                  </a:lnTo>
                  <a:lnTo>
                    <a:pt x="2040398" y="316155"/>
                  </a:lnTo>
                  <a:lnTo>
                    <a:pt x="2012147" y="321472"/>
                  </a:lnTo>
                  <a:lnTo>
                    <a:pt x="1984981" y="326502"/>
                  </a:lnTo>
                  <a:lnTo>
                    <a:pt x="1959903" y="330958"/>
                  </a:lnTo>
                  <a:lnTo>
                    <a:pt x="1937240" y="334693"/>
                  </a:lnTo>
                  <a:lnTo>
                    <a:pt x="1928704" y="335990"/>
                  </a:lnTo>
                  <a:lnTo>
                    <a:pt x="1904564" y="339169"/>
                  </a:lnTo>
                  <a:lnTo>
                    <a:pt x="1880459" y="341456"/>
                  </a:lnTo>
                  <a:lnTo>
                    <a:pt x="1853742" y="343114"/>
                  </a:lnTo>
                  <a:lnTo>
                    <a:pt x="1824312" y="344298"/>
                  </a:lnTo>
                  <a:lnTo>
                    <a:pt x="1797783" y="345029"/>
                  </a:lnTo>
                  <a:lnTo>
                    <a:pt x="1782980" y="345327"/>
                  </a:lnTo>
                  <a:lnTo>
                    <a:pt x="1780342" y="345368"/>
                  </a:lnTo>
                  <a:lnTo>
                    <a:pt x="1526008" y="345368"/>
                  </a:lnTo>
                  <a:lnTo>
                    <a:pt x="1523498" y="345128"/>
                  </a:lnTo>
                  <a:lnTo>
                    <a:pt x="1509659" y="343441"/>
                  </a:lnTo>
                  <a:lnTo>
                    <a:pt x="1484508" y="339291"/>
                  </a:lnTo>
                  <a:lnTo>
                    <a:pt x="1455977" y="332530"/>
                  </a:lnTo>
                  <a:lnTo>
                    <a:pt x="1429713" y="323107"/>
                  </a:lnTo>
                  <a:lnTo>
                    <a:pt x="1406150" y="310272"/>
                  </a:lnTo>
                  <a:lnTo>
                    <a:pt x="1383053" y="292599"/>
                  </a:lnTo>
                  <a:lnTo>
                    <a:pt x="1377646" y="287806"/>
                  </a:lnTo>
                  <a:lnTo>
                    <a:pt x="1359740" y="270646"/>
                  </a:lnTo>
                  <a:lnTo>
                    <a:pt x="1340275" y="250340"/>
                  </a:lnTo>
                  <a:lnTo>
                    <a:pt x="1319141" y="227074"/>
                  </a:lnTo>
                  <a:lnTo>
                    <a:pt x="1296601" y="201455"/>
                  </a:lnTo>
                  <a:lnTo>
                    <a:pt x="1273234" y="174491"/>
                  </a:lnTo>
                  <a:lnTo>
                    <a:pt x="1249814" y="147439"/>
                  </a:lnTo>
                  <a:lnTo>
                    <a:pt x="1227126" y="121577"/>
                  </a:lnTo>
                  <a:lnTo>
                    <a:pt x="1205782" y="97953"/>
                  </a:lnTo>
                  <a:lnTo>
                    <a:pt x="1186093" y="77235"/>
                  </a:lnTo>
                  <a:lnTo>
                    <a:pt x="1168000" y="59661"/>
                  </a:lnTo>
                  <a:lnTo>
                    <a:pt x="1165700" y="57561"/>
                  </a:lnTo>
                  <a:lnTo>
                    <a:pt x="1142352" y="38605"/>
                  </a:lnTo>
                  <a:lnTo>
                    <a:pt x="1119128" y="24815"/>
                  </a:lnTo>
                  <a:lnTo>
                    <a:pt x="1093579" y="14718"/>
                  </a:lnTo>
                  <a:lnTo>
                    <a:pt x="1065273" y="7379"/>
                  </a:lnTo>
                  <a:lnTo>
                    <a:pt x="1038610" y="2631"/>
                  </a:lnTo>
                  <a:lnTo>
                    <a:pt x="1021777" y="444"/>
                  </a:lnTo>
                  <a:lnTo>
                    <a:pt x="1017338" y="0"/>
                  </a:lnTo>
                  <a:lnTo>
                    <a:pt x="763004" y="0"/>
                  </a:lnTo>
                  <a:lnTo>
                    <a:pt x="760264" y="85"/>
                  </a:lnTo>
                  <a:lnTo>
                    <a:pt x="745336" y="687"/>
                  </a:lnTo>
                  <a:lnTo>
                    <a:pt x="718816" y="2153"/>
                  </a:lnTo>
                  <a:lnTo>
                    <a:pt x="689478" y="4521"/>
                  </a:lnTo>
                  <a:lnTo>
                    <a:pt x="662850" y="7831"/>
                  </a:lnTo>
                  <a:lnTo>
                    <a:pt x="638817" y="12393"/>
                  </a:lnTo>
                  <a:lnTo>
                    <a:pt x="614642" y="18760"/>
                  </a:lnTo>
                  <a:lnTo>
                    <a:pt x="593360" y="25467"/>
                  </a:lnTo>
                  <a:lnTo>
                    <a:pt x="569858" y="33593"/>
                  </a:lnTo>
                  <a:lnTo>
                    <a:pt x="544124" y="42980"/>
                  </a:lnTo>
                  <a:lnTo>
                    <a:pt x="516835" y="53201"/>
                  </a:lnTo>
                  <a:lnTo>
                    <a:pt x="489158" y="63627"/>
                  </a:lnTo>
                  <a:lnTo>
                    <a:pt x="462388" y="73572"/>
                  </a:lnTo>
                  <a:lnTo>
                    <a:pt x="437527" y="82477"/>
                  </a:lnTo>
                  <a:lnTo>
                    <a:pt x="414981" y="90024"/>
                  </a:lnTo>
                  <a:lnTo>
                    <a:pt x="402696" y="93800"/>
                  </a:lnTo>
                  <a:lnTo>
                    <a:pt x="378626" y="100143"/>
                  </a:lnTo>
                  <a:lnTo>
                    <a:pt x="354600" y="104712"/>
                  </a:lnTo>
                  <a:lnTo>
                    <a:pt x="327987" y="108026"/>
                  </a:lnTo>
                  <a:lnTo>
                    <a:pt x="298654" y="110398"/>
                  </a:lnTo>
                  <a:lnTo>
                    <a:pt x="272100" y="111868"/>
                  </a:lnTo>
                  <a:lnTo>
                    <a:pt x="257109" y="112474"/>
                  </a:lnTo>
                  <a:lnTo>
                    <a:pt x="254334" y="112560"/>
                  </a:lnTo>
                  <a:lnTo>
                    <a:pt x="0" y="112560"/>
                  </a:lnTo>
                  <a:close/>
                </a:path>
              </a:pathLst>
            </a:custGeom>
            <a:solidFill>
              <a:srgbClr val="E89675">
                <a:alpha val="64705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16529" y="6075328"/>
              <a:ext cx="320461" cy="255702"/>
            </a:xfrm>
            <a:custGeom>
              <a:avLst/>
              <a:pathLst>
                <a:path w="320461" h="255702">
                  <a:moveTo>
                    <a:pt x="0" y="0"/>
                  </a:moveTo>
                  <a:lnTo>
                    <a:pt x="320461" y="0"/>
                  </a:lnTo>
                  <a:lnTo>
                    <a:pt x="320461" y="255702"/>
                  </a:lnTo>
                  <a:lnTo>
                    <a:pt x="0" y="255702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916529" y="5588925"/>
              <a:ext cx="320461" cy="486402"/>
            </a:xfrm>
            <a:custGeom>
              <a:avLst/>
              <a:pathLst>
                <a:path w="320461" h="486402">
                  <a:moveTo>
                    <a:pt x="0" y="0"/>
                  </a:moveTo>
                  <a:lnTo>
                    <a:pt x="320461" y="0"/>
                  </a:lnTo>
                  <a:lnTo>
                    <a:pt x="320461" y="486402"/>
                  </a:lnTo>
                  <a:lnTo>
                    <a:pt x="0" y="486402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916529" y="5193743"/>
              <a:ext cx="320461" cy="395181"/>
            </a:xfrm>
            <a:custGeom>
              <a:avLst/>
              <a:pathLst>
                <a:path w="320461" h="395181">
                  <a:moveTo>
                    <a:pt x="0" y="0"/>
                  </a:moveTo>
                  <a:lnTo>
                    <a:pt x="320461" y="0"/>
                  </a:lnTo>
                  <a:lnTo>
                    <a:pt x="320461" y="395181"/>
                  </a:lnTo>
                  <a:lnTo>
                    <a:pt x="0" y="395181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16529" y="1227135"/>
              <a:ext cx="320461" cy="3966608"/>
            </a:xfrm>
            <a:custGeom>
              <a:avLst/>
              <a:pathLst>
                <a:path w="320461" h="3966608">
                  <a:moveTo>
                    <a:pt x="0" y="0"/>
                  </a:moveTo>
                  <a:lnTo>
                    <a:pt x="320461" y="0"/>
                  </a:lnTo>
                  <a:lnTo>
                    <a:pt x="320461" y="3966608"/>
                  </a:lnTo>
                  <a:lnTo>
                    <a:pt x="0" y="3966608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916529" y="884493"/>
              <a:ext cx="320461" cy="342642"/>
            </a:xfrm>
            <a:custGeom>
              <a:avLst/>
              <a:pathLst>
                <a:path w="320461" h="342642">
                  <a:moveTo>
                    <a:pt x="0" y="0"/>
                  </a:moveTo>
                  <a:lnTo>
                    <a:pt x="320461" y="0"/>
                  </a:lnTo>
                  <a:lnTo>
                    <a:pt x="320461" y="342642"/>
                  </a:lnTo>
                  <a:lnTo>
                    <a:pt x="0" y="342642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916529" y="623311"/>
              <a:ext cx="320461" cy="261181"/>
            </a:xfrm>
            <a:custGeom>
              <a:avLst/>
              <a:pathLst>
                <a:path w="320461" h="261181">
                  <a:moveTo>
                    <a:pt x="0" y="0"/>
                  </a:moveTo>
                  <a:lnTo>
                    <a:pt x="320461" y="0"/>
                  </a:lnTo>
                  <a:lnTo>
                    <a:pt x="320461" y="261181"/>
                  </a:lnTo>
                  <a:lnTo>
                    <a:pt x="0" y="261181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916529" y="382010"/>
              <a:ext cx="320461" cy="241301"/>
            </a:xfrm>
            <a:custGeom>
              <a:avLst/>
              <a:pathLst>
                <a:path w="320461" h="241301">
                  <a:moveTo>
                    <a:pt x="0" y="0"/>
                  </a:moveTo>
                  <a:lnTo>
                    <a:pt x="320461" y="0"/>
                  </a:lnTo>
                  <a:lnTo>
                    <a:pt x="320461" y="241301"/>
                  </a:lnTo>
                  <a:lnTo>
                    <a:pt x="0" y="241301"/>
                  </a:lnTo>
                  <a:close/>
                </a:path>
              </a:pathLst>
            </a:custGeom>
            <a:solidFill>
              <a:srgbClr val="2D74B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16529" y="367124"/>
              <a:ext cx="320461" cy="14885"/>
            </a:xfrm>
            <a:custGeom>
              <a:avLst/>
              <a:pathLst>
                <a:path w="320461" h="14885">
                  <a:moveTo>
                    <a:pt x="0" y="0"/>
                  </a:moveTo>
                  <a:lnTo>
                    <a:pt x="320461" y="0"/>
                  </a:lnTo>
                  <a:lnTo>
                    <a:pt x="320461" y="14885"/>
                  </a:lnTo>
                  <a:lnTo>
                    <a:pt x="0" y="14885"/>
                  </a:lnTo>
                  <a:close/>
                </a:path>
              </a:pathLst>
            </a:custGeom>
            <a:solidFill>
              <a:srgbClr val="82852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679533" y="5962767"/>
              <a:ext cx="320461" cy="368263"/>
            </a:xfrm>
            <a:custGeom>
              <a:avLst/>
              <a:pathLst>
                <a:path w="320461" h="368263">
                  <a:moveTo>
                    <a:pt x="0" y="0"/>
                  </a:moveTo>
                  <a:lnTo>
                    <a:pt x="320461" y="0"/>
                  </a:lnTo>
                  <a:lnTo>
                    <a:pt x="320461" y="368263"/>
                  </a:lnTo>
                  <a:lnTo>
                    <a:pt x="0" y="368263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679533" y="5814505"/>
              <a:ext cx="320461" cy="148261"/>
            </a:xfrm>
            <a:custGeom>
              <a:avLst/>
              <a:pathLst>
                <a:path w="320461" h="148261">
                  <a:moveTo>
                    <a:pt x="0" y="0"/>
                  </a:moveTo>
                  <a:lnTo>
                    <a:pt x="320461" y="0"/>
                  </a:lnTo>
                  <a:lnTo>
                    <a:pt x="320461" y="148261"/>
                  </a:lnTo>
                  <a:lnTo>
                    <a:pt x="0" y="148261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679533" y="5809859"/>
              <a:ext cx="320461" cy="4645"/>
            </a:xfrm>
            <a:custGeom>
              <a:avLst/>
              <a:pathLst>
                <a:path w="320461" h="4645">
                  <a:moveTo>
                    <a:pt x="0" y="0"/>
                  </a:moveTo>
                  <a:lnTo>
                    <a:pt x="320461" y="0"/>
                  </a:lnTo>
                  <a:lnTo>
                    <a:pt x="320461" y="4645"/>
                  </a:lnTo>
                  <a:lnTo>
                    <a:pt x="0" y="4645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679533" y="5776205"/>
              <a:ext cx="320461" cy="33654"/>
            </a:xfrm>
            <a:custGeom>
              <a:avLst/>
              <a:pathLst>
                <a:path w="320461" h="33654">
                  <a:moveTo>
                    <a:pt x="0" y="0"/>
                  </a:moveTo>
                  <a:lnTo>
                    <a:pt x="320461" y="0"/>
                  </a:lnTo>
                  <a:lnTo>
                    <a:pt x="320461" y="33654"/>
                  </a:lnTo>
                  <a:lnTo>
                    <a:pt x="0" y="33654"/>
                  </a:lnTo>
                  <a:close/>
                </a:path>
              </a:pathLst>
            </a:custGeom>
            <a:solidFill>
              <a:srgbClr val="D0191B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679533" y="5465592"/>
              <a:ext cx="320461" cy="310612"/>
            </a:xfrm>
            <a:custGeom>
              <a:avLst/>
              <a:pathLst>
                <a:path w="320461" h="310612">
                  <a:moveTo>
                    <a:pt x="0" y="0"/>
                  </a:moveTo>
                  <a:lnTo>
                    <a:pt x="320461" y="0"/>
                  </a:lnTo>
                  <a:lnTo>
                    <a:pt x="320461" y="310612"/>
                  </a:lnTo>
                  <a:lnTo>
                    <a:pt x="0" y="310612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1679533" y="5204099"/>
              <a:ext cx="320461" cy="261492"/>
            </a:xfrm>
            <a:custGeom>
              <a:avLst/>
              <a:pathLst>
                <a:path w="320461" h="261492">
                  <a:moveTo>
                    <a:pt x="0" y="0"/>
                  </a:moveTo>
                  <a:lnTo>
                    <a:pt x="320461" y="0"/>
                  </a:lnTo>
                  <a:lnTo>
                    <a:pt x="320461" y="261492"/>
                  </a:lnTo>
                  <a:lnTo>
                    <a:pt x="0" y="261492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679533" y="1114774"/>
              <a:ext cx="320461" cy="4089325"/>
            </a:xfrm>
            <a:custGeom>
              <a:avLst/>
              <a:pathLst>
                <a:path w="320461" h="4089325">
                  <a:moveTo>
                    <a:pt x="0" y="0"/>
                  </a:moveTo>
                  <a:lnTo>
                    <a:pt x="320461" y="0"/>
                  </a:lnTo>
                  <a:lnTo>
                    <a:pt x="320461" y="4089325"/>
                  </a:lnTo>
                  <a:lnTo>
                    <a:pt x="0" y="4089325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679533" y="840428"/>
              <a:ext cx="320461" cy="274345"/>
            </a:xfrm>
            <a:custGeom>
              <a:avLst/>
              <a:pathLst>
                <a:path w="320461" h="274345">
                  <a:moveTo>
                    <a:pt x="0" y="0"/>
                  </a:moveTo>
                  <a:lnTo>
                    <a:pt x="320461" y="0"/>
                  </a:lnTo>
                  <a:lnTo>
                    <a:pt x="320461" y="274345"/>
                  </a:lnTo>
                  <a:lnTo>
                    <a:pt x="0" y="274345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679533" y="791170"/>
              <a:ext cx="320461" cy="49258"/>
            </a:xfrm>
            <a:custGeom>
              <a:avLst/>
              <a:pathLst>
                <a:path w="320461" h="49258">
                  <a:moveTo>
                    <a:pt x="0" y="0"/>
                  </a:moveTo>
                  <a:lnTo>
                    <a:pt x="320461" y="0"/>
                  </a:lnTo>
                  <a:lnTo>
                    <a:pt x="320461" y="49258"/>
                  </a:lnTo>
                  <a:lnTo>
                    <a:pt x="0" y="49258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679533" y="495812"/>
              <a:ext cx="320461" cy="295357"/>
            </a:xfrm>
            <a:custGeom>
              <a:avLst/>
              <a:pathLst>
                <a:path w="320461" h="295357">
                  <a:moveTo>
                    <a:pt x="0" y="0"/>
                  </a:moveTo>
                  <a:lnTo>
                    <a:pt x="320461" y="0"/>
                  </a:lnTo>
                  <a:lnTo>
                    <a:pt x="320461" y="295357"/>
                  </a:lnTo>
                  <a:lnTo>
                    <a:pt x="0" y="295357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679533" y="404893"/>
              <a:ext cx="320461" cy="90919"/>
            </a:xfrm>
            <a:custGeom>
              <a:avLst/>
              <a:pathLst>
                <a:path w="320461" h="90919">
                  <a:moveTo>
                    <a:pt x="0" y="0"/>
                  </a:moveTo>
                  <a:lnTo>
                    <a:pt x="320461" y="0"/>
                  </a:lnTo>
                  <a:lnTo>
                    <a:pt x="320461" y="90919"/>
                  </a:lnTo>
                  <a:lnTo>
                    <a:pt x="0" y="90919"/>
                  </a:lnTo>
                  <a:close/>
                </a:path>
              </a:pathLst>
            </a:custGeom>
            <a:solidFill>
              <a:srgbClr val="2D74B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679533" y="367124"/>
              <a:ext cx="320461" cy="37768"/>
            </a:xfrm>
            <a:custGeom>
              <a:avLst/>
              <a:pathLst>
                <a:path w="320461" h="37768">
                  <a:moveTo>
                    <a:pt x="0" y="0"/>
                  </a:moveTo>
                  <a:lnTo>
                    <a:pt x="320461" y="0"/>
                  </a:lnTo>
                  <a:lnTo>
                    <a:pt x="320461" y="37768"/>
                  </a:lnTo>
                  <a:lnTo>
                    <a:pt x="0" y="37768"/>
                  </a:lnTo>
                  <a:close/>
                </a:path>
              </a:pathLst>
            </a:custGeom>
            <a:solidFill>
              <a:srgbClr val="82852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442537" y="6308135"/>
              <a:ext cx="320461" cy="22895"/>
            </a:xfrm>
            <a:custGeom>
              <a:avLst/>
              <a:pathLst>
                <a:path w="320461" h="22895">
                  <a:moveTo>
                    <a:pt x="0" y="0"/>
                  </a:moveTo>
                  <a:lnTo>
                    <a:pt x="320461" y="0"/>
                  </a:lnTo>
                  <a:lnTo>
                    <a:pt x="320461" y="22895"/>
                  </a:lnTo>
                  <a:lnTo>
                    <a:pt x="0" y="22895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442537" y="5841855"/>
              <a:ext cx="320461" cy="466279"/>
            </a:xfrm>
            <a:custGeom>
              <a:avLst/>
              <a:pathLst>
                <a:path w="320461" h="466279">
                  <a:moveTo>
                    <a:pt x="0" y="0"/>
                  </a:moveTo>
                  <a:lnTo>
                    <a:pt x="320461" y="0"/>
                  </a:lnTo>
                  <a:lnTo>
                    <a:pt x="320461" y="466279"/>
                  </a:lnTo>
                  <a:lnTo>
                    <a:pt x="0" y="466279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442537" y="5719304"/>
              <a:ext cx="320461" cy="122551"/>
            </a:xfrm>
            <a:custGeom>
              <a:avLst/>
              <a:pathLst>
                <a:path w="320461" h="122551">
                  <a:moveTo>
                    <a:pt x="0" y="0"/>
                  </a:moveTo>
                  <a:lnTo>
                    <a:pt x="320461" y="0"/>
                  </a:lnTo>
                  <a:lnTo>
                    <a:pt x="320461" y="122551"/>
                  </a:lnTo>
                  <a:lnTo>
                    <a:pt x="0" y="122551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442537" y="5274767"/>
              <a:ext cx="320461" cy="444536"/>
            </a:xfrm>
            <a:custGeom>
              <a:avLst/>
              <a:pathLst>
                <a:path w="320461" h="444536">
                  <a:moveTo>
                    <a:pt x="0" y="0"/>
                  </a:moveTo>
                  <a:lnTo>
                    <a:pt x="320461" y="0"/>
                  </a:lnTo>
                  <a:lnTo>
                    <a:pt x="320461" y="444536"/>
                  </a:lnTo>
                  <a:lnTo>
                    <a:pt x="0" y="444536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442537" y="5232528"/>
              <a:ext cx="320461" cy="42238"/>
            </a:xfrm>
            <a:custGeom>
              <a:avLst/>
              <a:pathLst>
                <a:path w="320461" h="42238">
                  <a:moveTo>
                    <a:pt x="0" y="0"/>
                  </a:moveTo>
                  <a:lnTo>
                    <a:pt x="320461" y="0"/>
                  </a:lnTo>
                  <a:lnTo>
                    <a:pt x="320461" y="42238"/>
                  </a:lnTo>
                  <a:lnTo>
                    <a:pt x="0" y="42238"/>
                  </a:lnTo>
                  <a:close/>
                </a:path>
              </a:pathLst>
            </a:cu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442537" y="3840852"/>
              <a:ext cx="320461" cy="1391676"/>
            </a:xfrm>
            <a:custGeom>
              <a:avLst/>
              <a:pathLst>
                <a:path w="320461" h="1391676">
                  <a:moveTo>
                    <a:pt x="0" y="0"/>
                  </a:moveTo>
                  <a:lnTo>
                    <a:pt x="320461" y="0"/>
                  </a:lnTo>
                  <a:lnTo>
                    <a:pt x="320461" y="1391676"/>
                  </a:lnTo>
                  <a:lnTo>
                    <a:pt x="0" y="1391676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442537" y="3228450"/>
              <a:ext cx="320461" cy="612402"/>
            </a:xfrm>
            <a:custGeom>
              <a:avLst/>
              <a:pathLst>
                <a:path w="320461" h="612402">
                  <a:moveTo>
                    <a:pt x="0" y="0"/>
                  </a:moveTo>
                  <a:lnTo>
                    <a:pt x="320461" y="0"/>
                  </a:lnTo>
                  <a:lnTo>
                    <a:pt x="320461" y="612402"/>
                  </a:lnTo>
                  <a:lnTo>
                    <a:pt x="0" y="612402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442537" y="1251023"/>
              <a:ext cx="320461" cy="1977426"/>
            </a:xfrm>
            <a:custGeom>
              <a:avLst/>
              <a:pathLst>
                <a:path w="320461" h="1977426">
                  <a:moveTo>
                    <a:pt x="0" y="0"/>
                  </a:moveTo>
                  <a:lnTo>
                    <a:pt x="320461" y="0"/>
                  </a:lnTo>
                  <a:lnTo>
                    <a:pt x="320461" y="1977426"/>
                  </a:lnTo>
                  <a:lnTo>
                    <a:pt x="0" y="1977426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442537" y="843196"/>
              <a:ext cx="320461" cy="407827"/>
            </a:xfrm>
            <a:custGeom>
              <a:avLst/>
              <a:pathLst>
                <a:path w="320461" h="407827">
                  <a:moveTo>
                    <a:pt x="0" y="0"/>
                  </a:moveTo>
                  <a:lnTo>
                    <a:pt x="320461" y="0"/>
                  </a:lnTo>
                  <a:lnTo>
                    <a:pt x="320461" y="407827"/>
                  </a:lnTo>
                  <a:lnTo>
                    <a:pt x="0" y="407827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442537" y="695760"/>
              <a:ext cx="320461" cy="147435"/>
            </a:xfrm>
            <a:custGeom>
              <a:avLst/>
              <a:pathLst>
                <a:path w="320461" h="147435">
                  <a:moveTo>
                    <a:pt x="0" y="0"/>
                  </a:moveTo>
                  <a:lnTo>
                    <a:pt x="320461" y="0"/>
                  </a:lnTo>
                  <a:lnTo>
                    <a:pt x="320461" y="147435"/>
                  </a:lnTo>
                  <a:lnTo>
                    <a:pt x="0" y="147435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442537" y="414444"/>
              <a:ext cx="320461" cy="281315"/>
            </a:xfrm>
            <a:custGeom>
              <a:avLst/>
              <a:pathLst>
                <a:path w="320461" h="281315">
                  <a:moveTo>
                    <a:pt x="0" y="0"/>
                  </a:moveTo>
                  <a:lnTo>
                    <a:pt x="320461" y="0"/>
                  </a:lnTo>
                  <a:lnTo>
                    <a:pt x="320461" y="281315"/>
                  </a:lnTo>
                  <a:lnTo>
                    <a:pt x="0" y="281315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2442537" y="367124"/>
              <a:ext cx="320461" cy="47320"/>
            </a:xfrm>
            <a:custGeom>
              <a:avLst/>
              <a:pathLst>
                <a:path w="320461" h="47320">
                  <a:moveTo>
                    <a:pt x="0" y="0"/>
                  </a:moveTo>
                  <a:lnTo>
                    <a:pt x="320461" y="0"/>
                  </a:lnTo>
                  <a:lnTo>
                    <a:pt x="320461" y="47320"/>
                  </a:lnTo>
                  <a:lnTo>
                    <a:pt x="0" y="47320"/>
                  </a:lnTo>
                  <a:close/>
                </a:path>
              </a:pathLst>
            </a:custGeom>
            <a:solidFill>
              <a:srgbClr val="82852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205541" y="6251867"/>
              <a:ext cx="320461" cy="79163"/>
            </a:xfrm>
            <a:custGeom>
              <a:avLst/>
              <a:pathLst>
                <a:path w="320461" h="79163">
                  <a:moveTo>
                    <a:pt x="0" y="0"/>
                  </a:moveTo>
                  <a:lnTo>
                    <a:pt x="320461" y="0"/>
                  </a:lnTo>
                  <a:lnTo>
                    <a:pt x="320461" y="79163"/>
                  </a:lnTo>
                  <a:lnTo>
                    <a:pt x="0" y="79163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205541" y="5986544"/>
              <a:ext cx="320461" cy="265322"/>
            </a:xfrm>
            <a:custGeom>
              <a:avLst/>
              <a:pathLst>
                <a:path w="320461" h="265322">
                  <a:moveTo>
                    <a:pt x="0" y="0"/>
                  </a:moveTo>
                  <a:lnTo>
                    <a:pt x="320461" y="0"/>
                  </a:lnTo>
                  <a:lnTo>
                    <a:pt x="320461" y="265322"/>
                  </a:lnTo>
                  <a:lnTo>
                    <a:pt x="0" y="265322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3205541" y="5941040"/>
              <a:ext cx="320461" cy="45504"/>
            </a:xfrm>
            <a:custGeom>
              <a:avLst/>
              <a:pathLst>
                <a:path w="320461" h="45504">
                  <a:moveTo>
                    <a:pt x="0" y="0"/>
                  </a:moveTo>
                  <a:lnTo>
                    <a:pt x="320461" y="0"/>
                  </a:lnTo>
                  <a:lnTo>
                    <a:pt x="320461" y="45504"/>
                  </a:lnTo>
                  <a:lnTo>
                    <a:pt x="0" y="45504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205541" y="5654365"/>
              <a:ext cx="320461" cy="286674"/>
            </a:xfrm>
            <a:custGeom>
              <a:avLst/>
              <a:pathLst>
                <a:path w="320461" h="286674">
                  <a:moveTo>
                    <a:pt x="0" y="0"/>
                  </a:moveTo>
                  <a:lnTo>
                    <a:pt x="320461" y="0"/>
                  </a:lnTo>
                  <a:lnTo>
                    <a:pt x="320461" y="286674"/>
                  </a:lnTo>
                  <a:lnTo>
                    <a:pt x="0" y="286674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205541" y="5649780"/>
              <a:ext cx="320461" cy="4585"/>
            </a:xfrm>
            <a:custGeom>
              <a:avLst/>
              <a:pathLst>
                <a:path w="320461" h="4585">
                  <a:moveTo>
                    <a:pt x="0" y="0"/>
                  </a:moveTo>
                  <a:lnTo>
                    <a:pt x="320461" y="0"/>
                  </a:lnTo>
                  <a:lnTo>
                    <a:pt x="320461" y="4585"/>
                  </a:lnTo>
                  <a:lnTo>
                    <a:pt x="0" y="4585"/>
                  </a:lnTo>
                  <a:close/>
                </a:path>
              </a:pathLst>
            </a:cu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205541" y="4771023"/>
              <a:ext cx="320461" cy="878756"/>
            </a:xfrm>
            <a:custGeom>
              <a:avLst/>
              <a:pathLst>
                <a:path w="320461" h="878756">
                  <a:moveTo>
                    <a:pt x="0" y="0"/>
                  </a:moveTo>
                  <a:lnTo>
                    <a:pt x="320461" y="0"/>
                  </a:lnTo>
                  <a:lnTo>
                    <a:pt x="320461" y="878756"/>
                  </a:lnTo>
                  <a:lnTo>
                    <a:pt x="0" y="878756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205541" y="3823900"/>
              <a:ext cx="320461" cy="947123"/>
            </a:xfrm>
            <a:custGeom>
              <a:avLst/>
              <a:pathLst>
                <a:path w="320461" h="947123">
                  <a:moveTo>
                    <a:pt x="0" y="0"/>
                  </a:moveTo>
                  <a:lnTo>
                    <a:pt x="320461" y="0"/>
                  </a:lnTo>
                  <a:lnTo>
                    <a:pt x="320461" y="947123"/>
                  </a:lnTo>
                  <a:lnTo>
                    <a:pt x="0" y="947123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3205541" y="1105591"/>
              <a:ext cx="320461" cy="2718309"/>
            </a:xfrm>
            <a:custGeom>
              <a:avLst/>
              <a:pathLst>
                <a:path w="320461" h="2718309">
                  <a:moveTo>
                    <a:pt x="0" y="0"/>
                  </a:moveTo>
                  <a:lnTo>
                    <a:pt x="320461" y="0"/>
                  </a:lnTo>
                  <a:lnTo>
                    <a:pt x="320461" y="2718309"/>
                  </a:lnTo>
                  <a:lnTo>
                    <a:pt x="0" y="2718309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3205541" y="769908"/>
              <a:ext cx="320461" cy="335682"/>
            </a:xfrm>
            <a:custGeom>
              <a:avLst/>
              <a:pathLst>
                <a:path w="320461" h="335682">
                  <a:moveTo>
                    <a:pt x="0" y="0"/>
                  </a:moveTo>
                  <a:lnTo>
                    <a:pt x="320461" y="0"/>
                  </a:lnTo>
                  <a:lnTo>
                    <a:pt x="320461" y="335682"/>
                  </a:lnTo>
                  <a:lnTo>
                    <a:pt x="0" y="335682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205541" y="465508"/>
              <a:ext cx="320461" cy="304400"/>
            </a:xfrm>
            <a:custGeom>
              <a:avLst/>
              <a:pathLst>
                <a:path w="320461" h="304400">
                  <a:moveTo>
                    <a:pt x="0" y="0"/>
                  </a:moveTo>
                  <a:lnTo>
                    <a:pt x="320461" y="0"/>
                  </a:lnTo>
                  <a:lnTo>
                    <a:pt x="320461" y="304400"/>
                  </a:lnTo>
                  <a:lnTo>
                    <a:pt x="0" y="304400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3205541" y="367124"/>
              <a:ext cx="320461" cy="98384"/>
            </a:xfrm>
            <a:custGeom>
              <a:avLst/>
              <a:pathLst>
                <a:path w="320461" h="98384">
                  <a:moveTo>
                    <a:pt x="0" y="0"/>
                  </a:moveTo>
                  <a:lnTo>
                    <a:pt x="320461" y="0"/>
                  </a:lnTo>
                  <a:lnTo>
                    <a:pt x="320461" y="98384"/>
                  </a:lnTo>
                  <a:lnTo>
                    <a:pt x="0" y="98384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3968545" y="6307041"/>
              <a:ext cx="320461" cy="23989"/>
            </a:xfrm>
            <a:custGeom>
              <a:avLst/>
              <a:pathLst>
                <a:path w="320461" h="23989">
                  <a:moveTo>
                    <a:pt x="0" y="0"/>
                  </a:moveTo>
                  <a:lnTo>
                    <a:pt x="320461" y="0"/>
                  </a:lnTo>
                  <a:lnTo>
                    <a:pt x="320461" y="23989"/>
                  </a:lnTo>
                  <a:lnTo>
                    <a:pt x="0" y="23989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3968545" y="5811290"/>
              <a:ext cx="320461" cy="495750"/>
            </a:xfrm>
            <a:custGeom>
              <a:avLst/>
              <a:pathLst>
                <a:path w="320461" h="495750">
                  <a:moveTo>
                    <a:pt x="0" y="0"/>
                  </a:moveTo>
                  <a:lnTo>
                    <a:pt x="320461" y="0"/>
                  </a:lnTo>
                  <a:lnTo>
                    <a:pt x="320461" y="495750"/>
                  </a:lnTo>
                  <a:lnTo>
                    <a:pt x="0" y="495750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3968545" y="5762637"/>
              <a:ext cx="320461" cy="48653"/>
            </a:xfrm>
            <a:custGeom>
              <a:avLst/>
              <a:pathLst>
                <a:path w="320461" h="48653">
                  <a:moveTo>
                    <a:pt x="0" y="0"/>
                  </a:moveTo>
                  <a:lnTo>
                    <a:pt x="320461" y="0"/>
                  </a:lnTo>
                  <a:lnTo>
                    <a:pt x="320461" y="48653"/>
                  </a:lnTo>
                  <a:lnTo>
                    <a:pt x="0" y="48653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968545" y="5434752"/>
              <a:ext cx="320461" cy="327884"/>
            </a:xfrm>
            <a:custGeom>
              <a:avLst/>
              <a:pathLst>
                <a:path w="320461" h="327884">
                  <a:moveTo>
                    <a:pt x="0" y="0"/>
                  </a:moveTo>
                  <a:lnTo>
                    <a:pt x="320461" y="0"/>
                  </a:lnTo>
                  <a:lnTo>
                    <a:pt x="320461" y="327884"/>
                  </a:lnTo>
                  <a:lnTo>
                    <a:pt x="0" y="327884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3968545" y="5198970"/>
              <a:ext cx="320461" cy="235782"/>
            </a:xfrm>
            <a:custGeom>
              <a:avLst/>
              <a:pathLst>
                <a:path w="320461" h="235782">
                  <a:moveTo>
                    <a:pt x="0" y="0"/>
                  </a:moveTo>
                  <a:lnTo>
                    <a:pt x="320461" y="0"/>
                  </a:lnTo>
                  <a:lnTo>
                    <a:pt x="320461" y="235782"/>
                  </a:lnTo>
                  <a:lnTo>
                    <a:pt x="0" y="235782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968545" y="4673432"/>
              <a:ext cx="320461" cy="525538"/>
            </a:xfrm>
            <a:custGeom>
              <a:avLst/>
              <a:pathLst>
                <a:path w="320461" h="525538">
                  <a:moveTo>
                    <a:pt x="0" y="0"/>
                  </a:moveTo>
                  <a:lnTo>
                    <a:pt x="320461" y="0"/>
                  </a:lnTo>
                  <a:lnTo>
                    <a:pt x="320461" y="525538"/>
                  </a:lnTo>
                  <a:lnTo>
                    <a:pt x="0" y="525538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968545" y="918074"/>
              <a:ext cx="320461" cy="3755357"/>
            </a:xfrm>
            <a:custGeom>
              <a:avLst/>
              <a:pathLst>
                <a:path w="320461" h="3755357">
                  <a:moveTo>
                    <a:pt x="0" y="0"/>
                  </a:moveTo>
                  <a:lnTo>
                    <a:pt x="320461" y="0"/>
                  </a:lnTo>
                  <a:lnTo>
                    <a:pt x="320461" y="3755357"/>
                  </a:lnTo>
                  <a:lnTo>
                    <a:pt x="0" y="3755357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968545" y="528146"/>
              <a:ext cx="320461" cy="389928"/>
            </a:xfrm>
            <a:custGeom>
              <a:avLst/>
              <a:pathLst>
                <a:path w="320461" h="389928">
                  <a:moveTo>
                    <a:pt x="0" y="0"/>
                  </a:moveTo>
                  <a:lnTo>
                    <a:pt x="320461" y="0"/>
                  </a:lnTo>
                  <a:lnTo>
                    <a:pt x="320461" y="389928"/>
                  </a:lnTo>
                  <a:lnTo>
                    <a:pt x="0" y="389928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968545" y="453053"/>
              <a:ext cx="320461" cy="75092"/>
            </a:xfrm>
            <a:custGeom>
              <a:avLst/>
              <a:pathLst>
                <a:path w="320461" h="75092">
                  <a:moveTo>
                    <a:pt x="0" y="0"/>
                  </a:moveTo>
                  <a:lnTo>
                    <a:pt x="320461" y="0"/>
                  </a:lnTo>
                  <a:lnTo>
                    <a:pt x="320461" y="75092"/>
                  </a:lnTo>
                  <a:lnTo>
                    <a:pt x="0" y="75092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968545" y="367124"/>
              <a:ext cx="320461" cy="85929"/>
            </a:xfrm>
            <a:custGeom>
              <a:avLst/>
              <a:pathLst>
                <a:path w="320461" h="85929">
                  <a:moveTo>
                    <a:pt x="0" y="0"/>
                  </a:moveTo>
                  <a:lnTo>
                    <a:pt x="320461" y="0"/>
                  </a:lnTo>
                  <a:lnTo>
                    <a:pt x="320461" y="85929"/>
                  </a:lnTo>
                  <a:lnTo>
                    <a:pt x="0" y="85929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4731549" y="6330281"/>
              <a:ext cx="320461" cy="749"/>
            </a:xfrm>
            <a:custGeom>
              <a:avLst/>
              <a:pathLst>
                <a:path w="320461" h="749">
                  <a:moveTo>
                    <a:pt x="0" y="0"/>
                  </a:moveTo>
                  <a:lnTo>
                    <a:pt x="320461" y="0"/>
                  </a:lnTo>
                  <a:lnTo>
                    <a:pt x="320461" y="749"/>
                  </a:lnTo>
                  <a:lnTo>
                    <a:pt x="0" y="749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4731549" y="5644755"/>
              <a:ext cx="320461" cy="685526"/>
            </a:xfrm>
            <a:custGeom>
              <a:avLst/>
              <a:pathLst>
                <a:path w="320461" h="685526">
                  <a:moveTo>
                    <a:pt x="0" y="0"/>
                  </a:moveTo>
                  <a:lnTo>
                    <a:pt x="320461" y="0"/>
                  </a:lnTo>
                  <a:lnTo>
                    <a:pt x="320461" y="685526"/>
                  </a:lnTo>
                  <a:lnTo>
                    <a:pt x="0" y="685526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731549" y="5635520"/>
              <a:ext cx="320461" cy="9234"/>
            </a:xfrm>
            <a:custGeom>
              <a:avLst/>
              <a:pathLst>
                <a:path w="320461" h="9234">
                  <a:moveTo>
                    <a:pt x="0" y="0"/>
                  </a:moveTo>
                  <a:lnTo>
                    <a:pt x="320461" y="0"/>
                  </a:lnTo>
                  <a:lnTo>
                    <a:pt x="320461" y="9234"/>
                  </a:lnTo>
                  <a:lnTo>
                    <a:pt x="0" y="9234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731549" y="5357074"/>
              <a:ext cx="320461" cy="278445"/>
            </a:xfrm>
            <a:custGeom>
              <a:avLst/>
              <a:pathLst>
                <a:path w="320461" h="278445">
                  <a:moveTo>
                    <a:pt x="0" y="0"/>
                  </a:moveTo>
                  <a:lnTo>
                    <a:pt x="320461" y="0"/>
                  </a:lnTo>
                  <a:lnTo>
                    <a:pt x="320461" y="278445"/>
                  </a:lnTo>
                  <a:lnTo>
                    <a:pt x="0" y="278445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4731549" y="5354574"/>
              <a:ext cx="320461" cy="2499"/>
            </a:xfrm>
            <a:custGeom>
              <a:avLst/>
              <a:pathLst>
                <a:path w="320461" h="2499">
                  <a:moveTo>
                    <a:pt x="0" y="0"/>
                  </a:moveTo>
                  <a:lnTo>
                    <a:pt x="320461" y="0"/>
                  </a:lnTo>
                  <a:lnTo>
                    <a:pt x="320461" y="2499"/>
                  </a:lnTo>
                  <a:lnTo>
                    <a:pt x="0" y="2499"/>
                  </a:lnTo>
                  <a:close/>
                </a:path>
              </a:pathLst>
            </a:cu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4731549" y="5215892"/>
              <a:ext cx="320461" cy="138681"/>
            </a:xfrm>
            <a:custGeom>
              <a:avLst/>
              <a:pathLst>
                <a:path w="320461" h="138681">
                  <a:moveTo>
                    <a:pt x="0" y="0"/>
                  </a:moveTo>
                  <a:lnTo>
                    <a:pt x="320461" y="0"/>
                  </a:lnTo>
                  <a:lnTo>
                    <a:pt x="320461" y="138681"/>
                  </a:lnTo>
                  <a:lnTo>
                    <a:pt x="0" y="138681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4731549" y="4825819"/>
              <a:ext cx="320461" cy="390073"/>
            </a:xfrm>
            <a:custGeom>
              <a:avLst/>
              <a:pathLst>
                <a:path w="320461" h="390073">
                  <a:moveTo>
                    <a:pt x="0" y="0"/>
                  </a:moveTo>
                  <a:lnTo>
                    <a:pt x="320461" y="0"/>
                  </a:lnTo>
                  <a:lnTo>
                    <a:pt x="320461" y="390073"/>
                  </a:lnTo>
                  <a:lnTo>
                    <a:pt x="0" y="390073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4731549" y="758765"/>
              <a:ext cx="320461" cy="4067053"/>
            </a:xfrm>
            <a:custGeom>
              <a:avLst/>
              <a:pathLst>
                <a:path w="320461" h="4067053">
                  <a:moveTo>
                    <a:pt x="0" y="0"/>
                  </a:moveTo>
                  <a:lnTo>
                    <a:pt x="320461" y="0"/>
                  </a:lnTo>
                  <a:lnTo>
                    <a:pt x="320461" y="4067053"/>
                  </a:lnTo>
                  <a:lnTo>
                    <a:pt x="0" y="4067053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4731549" y="471072"/>
              <a:ext cx="320461" cy="287692"/>
            </a:xfrm>
            <a:custGeom>
              <a:avLst/>
              <a:pathLst>
                <a:path w="320461" h="287692">
                  <a:moveTo>
                    <a:pt x="0" y="0"/>
                  </a:moveTo>
                  <a:lnTo>
                    <a:pt x="320461" y="0"/>
                  </a:lnTo>
                  <a:lnTo>
                    <a:pt x="320461" y="287692"/>
                  </a:lnTo>
                  <a:lnTo>
                    <a:pt x="0" y="287692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4731549" y="385880"/>
              <a:ext cx="320461" cy="85192"/>
            </a:xfrm>
            <a:custGeom>
              <a:avLst/>
              <a:pathLst>
                <a:path w="320461" h="85192">
                  <a:moveTo>
                    <a:pt x="0" y="0"/>
                  </a:moveTo>
                  <a:lnTo>
                    <a:pt x="320461" y="0"/>
                  </a:lnTo>
                  <a:lnTo>
                    <a:pt x="320461" y="85192"/>
                  </a:lnTo>
                  <a:lnTo>
                    <a:pt x="0" y="85192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4731549" y="367124"/>
              <a:ext cx="320461" cy="18756"/>
            </a:xfrm>
            <a:custGeom>
              <a:avLst/>
              <a:pathLst>
                <a:path w="320461" h="18756">
                  <a:moveTo>
                    <a:pt x="0" y="0"/>
                  </a:moveTo>
                  <a:lnTo>
                    <a:pt x="320461" y="0"/>
                  </a:lnTo>
                  <a:lnTo>
                    <a:pt x="320461" y="18756"/>
                  </a:lnTo>
                  <a:lnTo>
                    <a:pt x="0" y="18756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5494554" y="6319345"/>
              <a:ext cx="320461" cy="11684"/>
            </a:xfrm>
            <a:custGeom>
              <a:avLst/>
              <a:pathLst>
                <a:path w="320461" h="11684">
                  <a:moveTo>
                    <a:pt x="0" y="0"/>
                  </a:moveTo>
                  <a:lnTo>
                    <a:pt x="320461" y="0"/>
                  </a:lnTo>
                  <a:lnTo>
                    <a:pt x="320461" y="11684"/>
                  </a:lnTo>
                  <a:lnTo>
                    <a:pt x="0" y="11684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5494554" y="5832270"/>
              <a:ext cx="320461" cy="487075"/>
            </a:xfrm>
            <a:custGeom>
              <a:avLst/>
              <a:pathLst>
                <a:path w="320461" h="487075">
                  <a:moveTo>
                    <a:pt x="0" y="0"/>
                  </a:moveTo>
                  <a:lnTo>
                    <a:pt x="320461" y="0"/>
                  </a:lnTo>
                  <a:lnTo>
                    <a:pt x="320461" y="487075"/>
                  </a:lnTo>
                  <a:lnTo>
                    <a:pt x="0" y="487075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5494554" y="5828821"/>
              <a:ext cx="320461" cy="3448"/>
            </a:xfrm>
            <a:custGeom>
              <a:avLst/>
              <a:pathLst>
                <a:path w="320461" h="3448">
                  <a:moveTo>
                    <a:pt x="0" y="0"/>
                  </a:moveTo>
                  <a:lnTo>
                    <a:pt x="320461" y="0"/>
                  </a:lnTo>
                  <a:lnTo>
                    <a:pt x="320461" y="3448"/>
                  </a:lnTo>
                  <a:lnTo>
                    <a:pt x="0" y="3448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5494554" y="5445123"/>
              <a:ext cx="320461" cy="383698"/>
            </a:xfrm>
            <a:custGeom>
              <a:avLst/>
              <a:pathLst>
                <a:path w="320461" h="383698">
                  <a:moveTo>
                    <a:pt x="0" y="0"/>
                  </a:moveTo>
                  <a:lnTo>
                    <a:pt x="320461" y="0"/>
                  </a:lnTo>
                  <a:lnTo>
                    <a:pt x="320461" y="383698"/>
                  </a:lnTo>
                  <a:lnTo>
                    <a:pt x="0" y="383698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5494554" y="5436218"/>
              <a:ext cx="320461" cy="8904"/>
            </a:xfrm>
            <a:custGeom>
              <a:avLst/>
              <a:pathLst>
                <a:path w="320461" h="8904">
                  <a:moveTo>
                    <a:pt x="0" y="0"/>
                  </a:moveTo>
                  <a:lnTo>
                    <a:pt x="320461" y="0"/>
                  </a:lnTo>
                  <a:lnTo>
                    <a:pt x="320461" y="8904"/>
                  </a:lnTo>
                  <a:lnTo>
                    <a:pt x="0" y="8904"/>
                  </a:lnTo>
                  <a:close/>
                </a:path>
              </a:pathLst>
            </a:cu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5494554" y="5302747"/>
              <a:ext cx="320461" cy="133470"/>
            </a:xfrm>
            <a:custGeom>
              <a:avLst/>
              <a:pathLst>
                <a:path w="320461" h="133470">
                  <a:moveTo>
                    <a:pt x="0" y="0"/>
                  </a:moveTo>
                  <a:lnTo>
                    <a:pt x="320461" y="0"/>
                  </a:lnTo>
                  <a:lnTo>
                    <a:pt x="320461" y="133470"/>
                  </a:lnTo>
                  <a:lnTo>
                    <a:pt x="0" y="133470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5494554" y="4860203"/>
              <a:ext cx="320461" cy="442544"/>
            </a:xfrm>
            <a:custGeom>
              <a:avLst/>
              <a:pathLst>
                <a:path w="320461" h="442544">
                  <a:moveTo>
                    <a:pt x="0" y="0"/>
                  </a:moveTo>
                  <a:lnTo>
                    <a:pt x="320461" y="0"/>
                  </a:lnTo>
                  <a:lnTo>
                    <a:pt x="320461" y="442544"/>
                  </a:lnTo>
                  <a:lnTo>
                    <a:pt x="0" y="442544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5494554" y="851166"/>
              <a:ext cx="320461" cy="4009037"/>
            </a:xfrm>
            <a:custGeom>
              <a:avLst/>
              <a:pathLst>
                <a:path w="320461" h="4009037">
                  <a:moveTo>
                    <a:pt x="0" y="0"/>
                  </a:moveTo>
                  <a:lnTo>
                    <a:pt x="320461" y="0"/>
                  </a:lnTo>
                  <a:lnTo>
                    <a:pt x="320461" y="4009037"/>
                  </a:lnTo>
                  <a:lnTo>
                    <a:pt x="0" y="4009037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5494554" y="448695"/>
              <a:ext cx="320461" cy="402470"/>
            </a:xfrm>
            <a:custGeom>
              <a:avLst/>
              <a:pathLst>
                <a:path w="320461" h="402470">
                  <a:moveTo>
                    <a:pt x="0" y="0"/>
                  </a:moveTo>
                  <a:lnTo>
                    <a:pt x="320461" y="0"/>
                  </a:lnTo>
                  <a:lnTo>
                    <a:pt x="320461" y="402470"/>
                  </a:lnTo>
                  <a:lnTo>
                    <a:pt x="0" y="402470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5494554" y="381136"/>
              <a:ext cx="320461" cy="67558"/>
            </a:xfrm>
            <a:custGeom>
              <a:avLst/>
              <a:pathLst>
                <a:path w="320461" h="67558">
                  <a:moveTo>
                    <a:pt x="0" y="0"/>
                  </a:moveTo>
                  <a:lnTo>
                    <a:pt x="320461" y="0"/>
                  </a:lnTo>
                  <a:lnTo>
                    <a:pt x="320461" y="67558"/>
                  </a:lnTo>
                  <a:lnTo>
                    <a:pt x="0" y="67558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5494554" y="367124"/>
              <a:ext cx="320461" cy="14012"/>
            </a:xfrm>
            <a:custGeom>
              <a:avLst/>
              <a:pathLst>
                <a:path w="320461" h="14012">
                  <a:moveTo>
                    <a:pt x="0" y="0"/>
                  </a:moveTo>
                  <a:lnTo>
                    <a:pt x="320461" y="0"/>
                  </a:lnTo>
                  <a:lnTo>
                    <a:pt x="320461" y="14012"/>
                  </a:lnTo>
                  <a:lnTo>
                    <a:pt x="0" y="14012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257558" y="6115909"/>
              <a:ext cx="320461" cy="215120"/>
            </a:xfrm>
            <a:custGeom>
              <a:avLst/>
              <a:pathLst>
                <a:path w="320461" h="215120">
                  <a:moveTo>
                    <a:pt x="0" y="0"/>
                  </a:moveTo>
                  <a:lnTo>
                    <a:pt x="320461" y="0"/>
                  </a:lnTo>
                  <a:lnTo>
                    <a:pt x="320461" y="215120"/>
                  </a:lnTo>
                  <a:lnTo>
                    <a:pt x="0" y="215120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257558" y="6108574"/>
              <a:ext cx="320461" cy="7335"/>
            </a:xfrm>
            <a:custGeom>
              <a:avLst/>
              <a:pathLst>
                <a:path w="320461" h="7335">
                  <a:moveTo>
                    <a:pt x="0" y="0"/>
                  </a:moveTo>
                  <a:lnTo>
                    <a:pt x="320461" y="0"/>
                  </a:lnTo>
                  <a:lnTo>
                    <a:pt x="320461" y="7335"/>
                  </a:lnTo>
                  <a:lnTo>
                    <a:pt x="0" y="7335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257558" y="5518448"/>
              <a:ext cx="320461" cy="590126"/>
            </a:xfrm>
            <a:custGeom>
              <a:avLst/>
              <a:pathLst>
                <a:path w="320461" h="590126">
                  <a:moveTo>
                    <a:pt x="0" y="0"/>
                  </a:moveTo>
                  <a:lnTo>
                    <a:pt x="320461" y="0"/>
                  </a:lnTo>
                  <a:lnTo>
                    <a:pt x="320461" y="590126"/>
                  </a:lnTo>
                  <a:lnTo>
                    <a:pt x="0" y="590126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257558" y="5352673"/>
              <a:ext cx="320461" cy="165774"/>
            </a:xfrm>
            <a:custGeom>
              <a:avLst/>
              <a:pathLst>
                <a:path w="320461" h="165774">
                  <a:moveTo>
                    <a:pt x="0" y="0"/>
                  </a:moveTo>
                  <a:lnTo>
                    <a:pt x="320461" y="0"/>
                  </a:lnTo>
                  <a:lnTo>
                    <a:pt x="320461" y="165774"/>
                  </a:lnTo>
                  <a:lnTo>
                    <a:pt x="0" y="165774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257558" y="4799518"/>
              <a:ext cx="320461" cy="553155"/>
            </a:xfrm>
            <a:custGeom>
              <a:avLst/>
              <a:pathLst>
                <a:path w="320461" h="553155">
                  <a:moveTo>
                    <a:pt x="0" y="0"/>
                  </a:moveTo>
                  <a:lnTo>
                    <a:pt x="320461" y="0"/>
                  </a:lnTo>
                  <a:lnTo>
                    <a:pt x="320461" y="553155"/>
                  </a:lnTo>
                  <a:lnTo>
                    <a:pt x="0" y="553155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257558" y="1227399"/>
              <a:ext cx="320461" cy="3572118"/>
            </a:xfrm>
            <a:custGeom>
              <a:avLst/>
              <a:pathLst>
                <a:path w="320461" h="3572118">
                  <a:moveTo>
                    <a:pt x="0" y="0"/>
                  </a:moveTo>
                  <a:lnTo>
                    <a:pt x="320461" y="0"/>
                  </a:lnTo>
                  <a:lnTo>
                    <a:pt x="320461" y="3572118"/>
                  </a:lnTo>
                  <a:lnTo>
                    <a:pt x="0" y="3572118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257558" y="536971"/>
              <a:ext cx="320461" cy="690428"/>
            </a:xfrm>
            <a:custGeom>
              <a:avLst/>
              <a:pathLst>
                <a:path w="320461" h="690428">
                  <a:moveTo>
                    <a:pt x="0" y="0"/>
                  </a:moveTo>
                  <a:lnTo>
                    <a:pt x="320461" y="0"/>
                  </a:lnTo>
                  <a:lnTo>
                    <a:pt x="320461" y="690428"/>
                  </a:lnTo>
                  <a:lnTo>
                    <a:pt x="0" y="690428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257558" y="395935"/>
              <a:ext cx="320461" cy="141036"/>
            </a:xfrm>
            <a:custGeom>
              <a:avLst/>
              <a:pathLst>
                <a:path w="320461" h="141036">
                  <a:moveTo>
                    <a:pt x="0" y="0"/>
                  </a:moveTo>
                  <a:lnTo>
                    <a:pt x="320461" y="0"/>
                  </a:lnTo>
                  <a:lnTo>
                    <a:pt x="320461" y="141036"/>
                  </a:lnTo>
                  <a:lnTo>
                    <a:pt x="0" y="141036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257558" y="367124"/>
              <a:ext cx="320461" cy="28811"/>
            </a:xfrm>
            <a:custGeom>
              <a:avLst/>
              <a:pathLst>
                <a:path w="320461" h="28811">
                  <a:moveTo>
                    <a:pt x="0" y="0"/>
                  </a:moveTo>
                  <a:lnTo>
                    <a:pt x="320461" y="0"/>
                  </a:lnTo>
                  <a:lnTo>
                    <a:pt x="320461" y="28811"/>
                  </a:lnTo>
                  <a:lnTo>
                    <a:pt x="0" y="28811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7020562" y="6324470"/>
              <a:ext cx="320461" cy="6560"/>
            </a:xfrm>
            <a:custGeom>
              <a:avLst/>
              <a:pathLst>
                <a:path w="320461" h="6560">
                  <a:moveTo>
                    <a:pt x="0" y="0"/>
                  </a:moveTo>
                  <a:lnTo>
                    <a:pt x="320461" y="0"/>
                  </a:lnTo>
                  <a:lnTo>
                    <a:pt x="320461" y="6560"/>
                  </a:lnTo>
                  <a:lnTo>
                    <a:pt x="0" y="6560"/>
                  </a:lnTo>
                  <a:close/>
                </a:path>
              </a:pathLst>
            </a:cu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7020562" y="6179553"/>
              <a:ext cx="320461" cy="144917"/>
            </a:xfrm>
            <a:custGeom>
              <a:avLst/>
              <a:pathLst>
                <a:path w="320461" h="144917">
                  <a:moveTo>
                    <a:pt x="0" y="0"/>
                  </a:moveTo>
                  <a:lnTo>
                    <a:pt x="320461" y="0"/>
                  </a:lnTo>
                  <a:lnTo>
                    <a:pt x="320461" y="144917"/>
                  </a:lnTo>
                  <a:lnTo>
                    <a:pt x="0" y="144917"/>
                  </a:lnTo>
                  <a:close/>
                </a:path>
              </a:pathLst>
            </a:cu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7020562" y="6173911"/>
              <a:ext cx="320461" cy="5642"/>
            </a:xfrm>
            <a:custGeom>
              <a:avLst/>
              <a:pathLst>
                <a:path w="320461" h="5642">
                  <a:moveTo>
                    <a:pt x="0" y="0"/>
                  </a:moveTo>
                  <a:lnTo>
                    <a:pt x="320461" y="0"/>
                  </a:lnTo>
                  <a:lnTo>
                    <a:pt x="320461" y="5642"/>
                  </a:lnTo>
                  <a:lnTo>
                    <a:pt x="0" y="5642"/>
                  </a:lnTo>
                  <a:close/>
                </a:path>
              </a:pathLst>
            </a:cu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7020562" y="5620899"/>
              <a:ext cx="320461" cy="553012"/>
            </a:xfrm>
            <a:custGeom>
              <a:avLst/>
              <a:pathLst>
                <a:path w="320461" h="553012">
                  <a:moveTo>
                    <a:pt x="0" y="0"/>
                  </a:moveTo>
                  <a:lnTo>
                    <a:pt x="320461" y="0"/>
                  </a:lnTo>
                  <a:lnTo>
                    <a:pt x="320461" y="553012"/>
                  </a:lnTo>
                  <a:lnTo>
                    <a:pt x="0" y="553012"/>
                  </a:lnTo>
                  <a:close/>
                </a:path>
              </a:pathLst>
            </a:cu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020562" y="5603897"/>
              <a:ext cx="320461" cy="17001"/>
            </a:xfrm>
            <a:custGeom>
              <a:avLst/>
              <a:pathLst>
                <a:path w="320461" h="17001">
                  <a:moveTo>
                    <a:pt x="0" y="0"/>
                  </a:moveTo>
                  <a:lnTo>
                    <a:pt x="320461" y="0"/>
                  </a:lnTo>
                  <a:lnTo>
                    <a:pt x="320461" y="17001"/>
                  </a:lnTo>
                  <a:lnTo>
                    <a:pt x="0" y="17001"/>
                  </a:lnTo>
                  <a:close/>
                </a:path>
              </a:pathLst>
            </a:cu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7020562" y="5406754"/>
              <a:ext cx="320461" cy="197143"/>
            </a:xfrm>
            <a:custGeom>
              <a:avLst/>
              <a:pathLst>
                <a:path w="320461" h="197143">
                  <a:moveTo>
                    <a:pt x="0" y="0"/>
                  </a:moveTo>
                  <a:lnTo>
                    <a:pt x="320461" y="0"/>
                  </a:lnTo>
                  <a:lnTo>
                    <a:pt x="320461" y="197143"/>
                  </a:lnTo>
                  <a:lnTo>
                    <a:pt x="0" y="197143"/>
                  </a:lnTo>
                  <a:close/>
                </a:path>
              </a:pathLst>
            </a:cu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7020562" y="4529158"/>
              <a:ext cx="320461" cy="877596"/>
            </a:xfrm>
            <a:custGeom>
              <a:avLst/>
              <a:pathLst>
                <a:path w="320461" h="877596">
                  <a:moveTo>
                    <a:pt x="0" y="0"/>
                  </a:moveTo>
                  <a:lnTo>
                    <a:pt x="320461" y="0"/>
                  </a:lnTo>
                  <a:lnTo>
                    <a:pt x="320461" y="877596"/>
                  </a:lnTo>
                  <a:lnTo>
                    <a:pt x="0" y="877596"/>
                  </a:lnTo>
                  <a:close/>
                </a:path>
              </a:pathLst>
            </a:cu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7020562" y="953276"/>
              <a:ext cx="320461" cy="3575882"/>
            </a:xfrm>
            <a:custGeom>
              <a:avLst/>
              <a:pathLst>
                <a:path w="320461" h="3575882">
                  <a:moveTo>
                    <a:pt x="0" y="0"/>
                  </a:moveTo>
                  <a:lnTo>
                    <a:pt x="320461" y="0"/>
                  </a:lnTo>
                  <a:lnTo>
                    <a:pt x="320461" y="3575882"/>
                  </a:lnTo>
                  <a:lnTo>
                    <a:pt x="0" y="3575882"/>
                  </a:lnTo>
                  <a:close/>
                </a:path>
              </a:pathLst>
            </a:cu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7020562" y="516085"/>
              <a:ext cx="320461" cy="437190"/>
            </a:xfrm>
            <a:custGeom>
              <a:avLst/>
              <a:pathLst>
                <a:path w="320461" h="437190">
                  <a:moveTo>
                    <a:pt x="0" y="0"/>
                  </a:moveTo>
                  <a:lnTo>
                    <a:pt x="320461" y="0"/>
                  </a:lnTo>
                  <a:lnTo>
                    <a:pt x="320461" y="437190"/>
                  </a:lnTo>
                  <a:lnTo>
                    <a:pt x="0" y="437190"/>
                  </a:lnTo>
                  <a:close/>
                </a:path>
              </a:pathLst>
            </a:cu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7020562" y="422172"/>
              <a:ext cx="320461" cy="93913"/>
            </a:xfrm>
            <a:custGeom>
              <a:avLst/>
              <a:pathLst>
                <a:path w="320461" h="93913">
                  <a:moveTo>
                    <a:pt x="0" y="0"/>
                  </a:moveTo>
                  <a:lnTo>
                    <a:pt x="320461" y="0"/>
                  </a:lnTo>
                  <a:lnTo>
                    <a:pt x="320461" y="93913"/>
                  </a:lnTo>
                  <a:lnTo>
                    <a:pt x="0" y="93913"/>
                  </a:lnTo>
                  <a:close/>
                </a:path>
              </a:pathLst>
            </a:cu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7020562" y="367124"/>
              <a:ext cx="320461" cy="55048"/>
            </a:xfrm>
            <a:custGeom>
              <a:avLst/>
              <a:pathLst>
                <a:path w="320461" h="55048">
                  <a:moveTo>
                    <a:pt x="0" y="0"/>
                  </a:moveTo>
                  <a:lnTo>
                    <a:pt x="320461" y="0"/>
                  </a:lnTo>
                  <a:lnTo>
                    <a:pt x="320461" y="55048"/>
                  </a:lnTo>
                  <a:lnTo>
                    <a:pt x="0" y="55048"/>
                  </a:lnTo>
                  <a:close/>
                </a:path>
              </a:pathLst>
            </a:cu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618958" y="367124"/>
              <a:ext cx="7019637" cy="5963906"/>
            </a:xfrm>
            <a:prstGeom prst="rect">
              <a:avLst/>
            </a:prstGeom>
            <a:noFill/>
            <a:ln w="216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472910" y="6281012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95186" y="4790036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95186" y="3299059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95186" y="1808083"/>
              <a:ext cx="15544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7462" y="317106"/>
              <a:ext cx="23317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2" name="pl122"/>
            <p:cNvSpPr/>
            <p:nvPr/>
          </p:nvSpPr>
          <p:spPr>
            <a:xfrm>
              <a:off x="581000" y="63310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81000" y="484005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81000" y="334907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81000" y="185810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81000" y="36712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076760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839764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02768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365772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128776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891780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54784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417788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180793" y="633103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814190" y="6399354"/>
              <a:ext cx="52513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Normal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683082" y="6399354"/>
              <a:ext cx="3133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547721" y="6399354"/>
              <a:ext cx="11009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255678" y="6399354"/>
              <a:ext cx="22018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052561" y="6399354"/>
              <a:ext cx="15243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797186" y="6399354"/>
              <a:ext cx="18918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31980" y="6399354"/>
              <a:ext cx="24560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299191" y="6399354"/>
              <a:ext cx="23719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7024064" y="6399354"/>
              <a:ext cx="31345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PBS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3881111" y="6578495"/>
              <a:ext cx="49533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-410775" y="3289961"/>
              <a:ext cx="119283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Percentage (%)</a:t>
              </a:r>
            </a:p>
          </p:txBody>
        </p:sp>
        <p:sp>
          <p:nvSpPr>
            <p:cNvPr id="147" name="rc147"/>
            <p:cNvSpPr/>
            <p:nvPr/>
          </p:nvSpPr>
          <p:spPr>
            <a:xfrm>
              <a:off x="7790426" y="1820464"/>
              <a:ext cx="1227048" cy="30572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7866341" y="1911102"/>
              <a:ext cx="6109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Type</a:t>
              </a:r>
            </a:p>
          </p:txBody>
        </p:sp>
        <p:sp>
          <p:nvSpPr>
            <p:cNvPr id="149" name="rc149"/>
            <p:cNvSpPr/>
            <p:nvPr/>
          </p:nvSpPr>
          <p:spPr>
            <a:xfrm>
              <a:off x="7866341" y="210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875341" y="2110774"/>
              <a:ext cx="162000" cy="161999"/>
            </a:xfrm>
            <a:prstGeom prst="rect">
              <a:avLst/>
            </a:prstGeom>
            <a:solidFill>
              <a:srgbClr val="82852C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872641" y="2108074"/>
              <a:ext cx="167399" cy="167399"/>
            </a:xfrm>
            <a:prstGeom prst="rect">
              <a:avLst/>
            </a:prstGeom>
            <a:solidFill>
              <a:srgbClr val="82852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866341" y="228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875341" y="2290774"/>
              <a:ext cx="162000" cy="161999"/>
            </a:xfrm>
            <a:prstGeom prst="rect">
              <a:avLst/>
            </a:prstGeom>
            <a:solidFill>
              <a:srgbClr val="2D74B2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872641" y="2288074"/>
              <a:ext cx="167399" cy="167399"/>
            </a:xfrm>
            <a:prstGeom prst="rect">
              <a:avLst/>
            </a:prstGeom>
            <a:solidFill>
              <a:srgbClr val="2D74B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866341" y="246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875341" y="2470774"/>
              <a:ext cx="162000" cy="161999"/>
            </a:xfrm>
            <a:prstGeom prst="rect">
              <a:avLst/>
            </a:prstGeom>
            <a:solidFill>
              <a:srgbClr val="D42C7F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872641" y="2468074"/>
              <a:ext cx="167399" cy="167399"/>
            </a:xfrm>
            <a:prstGeom prst="rect">
              <a:avLst/>
            </a:prstGeom>
            <a:solidFill>
              <a:srgbClr val="D42C7F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866341" y="264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875341" y="2650774"/>
              <a:ext cx="162000" cy="161999"/>
            </a:xfrm>
            <a:prstGeom prst="rect">
              <a:avLst/>
            </a:prstGeom>
            <a:solidFill>
              <a:srgbClr val="A14E92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872641" y="2648074"/>
              <a:ext cx="167399" cy="167399"/>
            </a:xfrm>
            <a:prstGeom prst="rect">
              <a:avLst/>
            </a:prstGeom>
            <a:solidFill>
              <a:srgbClr val="A14E9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866341" y="282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875341" y="2830774"/>
              <a:ext cx="162000" cy="161999"/>
            </a:xfrm>
            <a:prstGeom prst="rect">
              <a:avLst/>
            </a:prstGeom>
            <a:solidFill>
              <a:srgbClr val="DFD882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872641" y="2828074"/>
              <a:ext cx="167399" cy="167399"/>
            </a:xfrm>
            <a:prstGeom prst="rect">
              <a:avLst/>
            </a:prstGeom>
            <a:solidFill>
              <a:srgbClr val="DFD882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7866341" y="300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875341" y="3010774"/>
              <a:ext cx="162000" cy="161999"/>
            </a:xfrm>
            <a:prstGeom prst="rect">
              <a:avLst/>
            </a:prstGeom>
            <a:solidFill>
              <a:srgbClr val="E47920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872641" y="3008074"/>
              <a:ext cx="167399" cy="167399"/>
            </a:xfrm>
            <a:prstGeom prst="rect">
              <a:avLst/>
            </a:prstGeom>
            <a:solidFill>
              <a:srgbClr val="E4792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866341" y="3181774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875341" y="3190774"/>
              <a:ext cx="162000" cy="161999"/>
            </a:xfrm>
            <a:prstGeom prst="rect">
              <a:avLst/>
            </a:prstGeom>
            <a:solidFill>
              <a:srgbClr val="E58F90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872641" y="3188074"/>
              <a:ext cx="167399" cy="167399"/>
            </a:xfrm>
            <a:prstGeom prst="rect">
              <a:avLst/>
            </a:prstGeom>
            <a:solidFill>
              <a:srgbClr val="E58F9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866341" y="336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875341" y="3370774"/>
              <a:ext cx="162000" cy="161999"/>
            </a:xfrm>
            <a:prstGeom prst="rect">
              <a:avLst/>
            </a:prstGeom>
            <a:solidFill>
              <a:srgbClr val="5E86BD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872641" y="3368074"/>
              <a:ext cx="167399" cy="167400"/>
            </a:xfrm>
            <a:prstGeom prst="rect">
              <a:avLst/>
            </a:prstGeom>
            <a:solidFill>
              <a:srgbClr val="5E86BD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866341" y="354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875341" y="3550774"/>
              <a:ext cx="162000" cy="161999"/>
            </a:xfrm>
            <a:prstGeom prst="rect">
              <a:avLst/>
            </a:prstGeom>
            <a:solidFill>
              <a:srgbClr val="68843C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872641" y="3548074"/>
              <a:ext cx="167399" cy="167400"/>
            </a:xfrm>
            <a:prstGeom prst="rect">
              <a:avLst/>
            </a:prstGeom>
            <a:solidFill>
              <a:srgbClr val="68843C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866341" y="372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875341" y="3730774"/>
              <a:ext cx="162000" cy="161999"/>
            </a:xfrm>
            <a:prstGeom prst="rect">
              <a:avLst/>
            </a:prstGeom>
            <a:solidFill>
              <a:srgbClr val="D0191B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872641" y="3728074"/>
              <a:ext cx="167399" cy="167400"/>
            </a:xfrm>
            <a:prstGeom prst="rect">
              <a:avLst/>
            </a:prstGeom>
            <a:solidFill>
              <a:srgbClr val="D0191B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866341" y="390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875341" y="3910774"/>
              <a:ext cx="162000" cy="161999"/>
            </a:xfrm>
            <a:prstGeom prst="rect">
              <a:avLst/>
            </a:prstGeom>
            <a:solidFill>
              <a:srgbClr val="C2ACCA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872641" y="3908074"/>
              <a:ext cx="167399" cy="167400"/>
            </a:xfrm>
            <a:prstGeom prst="rect">
              <a:avLst/>
            </a:prstGeom>
            <a:solidFill>
              <a:srgbClr val="C2ACCA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866341" y="408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875341" y="4090774"/>
              <a:ext cx="162000" cy="161999"/>
            </a:xfrm>
            <a:prstGeom prst="rect">
              <a:avLst/>
            </a:prstGeom>
            <a:solidFill>
              <a:srgbClr val="DE6463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866341" y="426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875341" y="4270774"/>
              <a:ext cx="162000" cy="161999"/>
            </a:xfrm>
            <a:prstGeom prst="rect">
              <a:avLst/>
            </a:prstGeom>
            <a:solidFill>
              <a:srgbClr val="BCBC26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872641" y="4268074"/>
              <a:ext cx="167399" cy="167400"/>
            </a:xfrm>
            <a:prstGeom prst="rect">
              <a:avLst/>
            </a:prstGeom>
            <a:solidFill>
              <a:srgbClr val="BCBC26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866341" y="444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875341" y="4450774"/>
              <a:ext cx="162000" cy="161999"/>
            </a:xfrm>
            <a:prstGeom prst="rect">
              <a:avLst/>
            </a:prstGeom>
            <a:solidFill>
              <a:srgbClr val="305E80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872641" y="4448074"/>
              <a:ext cx="167399" cy="167400"/>
            </a:xfrm>
            <a:prstGeom prst="rect">
              <a:avLst/>
            </a:prstGeom>
            <a:solidFill>
              <a:srgbClr val="305E80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866341" y="462177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875341" y="4630774"/>
              <a:ext cx="162000" cy="161999"/>
            </a:xfrm>
            <a:prstGeom prst="rect">
              <a:avLst/>
            </a:prstGeom>
            <a:solidFill>
              <a:srgbClr val="E89675">
                <a:alpha val="65098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872641" y="4628074"/>
              <a:ext cx="167399" cy="167400"/>
            </a:xfrm>
            <a:prstGeom prst="rect">
              <a:avLst/>
            </a:prstGeom>
            <a:solidFill>
              <a:srgbClr val="E89675">
                <a:alpha val="100000"/>
              </a:srgbClr>
            </a:solidFill>
            <a:ln w="948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8122256" y="2146283"/>
              <a:ext cx="40965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B_cells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8122256" y="2326283"/>
              <a:ext cx="7307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CD4+T_cells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8122256" y="2506283"/>
              <a:ext cx="7307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CD8+T_cells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8122256" y="2686283"/>
              <a:ext cx="24697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DCs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8122256" y="2866283"/>
              <a:ext cx="6288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Endothelial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8122256" y="3046283"/>
              <a:ext cx="51572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Epithelial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122256" y="3226283"/>
              <a:ext cx="62151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Fibroblasts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122256" y="3406283"/>
              <a:ext cx="77001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Macrophages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122256" y="3586283"/>
              <a:ext cx="27532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Mast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122256" y="3766283"/>
              <a:ext cx="6144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Monocytes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8122256" y="3946283"/>
              <a:ext cx="8193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Myofibroblasts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8122256" y="4126283"/>
              <a:ext cx="17638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NK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8122256" y="4306283"/>
              <a:ext cx="42364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122256" y="4486283"/>
              <a:ext cx="35304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Tprolif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8122256" y="4666283"/>
              <a:ext cx="25648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Treg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734728" y="126525"/>
              <a:ext cx="278809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Composition Across Groups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2026-06-09T19:47:37Z</dcterms:modified>
  <cp:category/>
</cp:coreProperties>
</file>