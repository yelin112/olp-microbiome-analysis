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5225142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307863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31206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354550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46192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9535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92878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16221" y="320806"/>
              <a:ext cx="0" cy="5498090"/>
            </a:xfrm>
            <a:custGeom>
              <a:avLst/>
              <a:pathLst>
                <a:path w="0" h="5498090">
                  <a:moveTo>
                    <a:pt x="0" y="54980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6192" y="5286822"/>
              <a:ext cx="1692603" cy="0"/>
            </a:xfrm>
            <a:custGeom>
              <a:avLst/>
              <a:pathLst>
                <a:path w="1692603" h="0">
                  <a:moveTo>
                    <a:pt x="169260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46192" y="4400034"/>
              <a:ext cx="1692603" cy="0"/>
            </a:xfrm>
            <a:custGeom>
              <a:avLst/>
              <a:pathLst>
                <a:path w="1692603" h="0">
                  <a:moveTo>
                    <a:pt x="169260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46192" y="3513245"/>
              <a:ext cx="2538905" cy="0"/>
            </a:xfrm>
            <a:custGeom>
              <a:avLst/>
              <a:pathLst>
                <a:path w="2538905" h="0">
                  <a:moveTo>
                    <a:pt x="2538905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46192" y="2626456"/>
              <a:ext cx="2538905" cy="0"/>
            </a:xfrm>
            <a:custGeom>
              <a:avLst/>
              <a:pathLst>
                <a:path w="2538905" h="0">
                  <a:moveTo>
                    <a:pt x="2538905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46192" y="1739668"/>
              <a:ext cx="3385207" cy="0"/>
            </a:xfrm>
            <a:custGeom>
              <a:avLst/>
              <a:pathLst>
                <a:path w="3385207" h="0">
                  <a:moveTo>
                    <a:pt x="3385207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46192" y="852879"/>
              <a:ext cx="4231508" cy="0"/>
            </a:xfrm>
            <a:custGeom>
              <a:avLst/>
              <a:pathLst>
                <a:path w="4231508" h="0">
                  <a:moveTo>
                    <a:pt x="423150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193234" y="5241261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193234" y="4354473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000419" y="3428567"/>
              <a:ext cx="169356" cy="169356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000419" y="2541778"/>
              <a:ext cx="169356" cy="169356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830518" y="1638786"/>
              <a:ext cx="201762" cy="201762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64386" y="739565"/>
              <a:ext cx="226628" cy="226628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tx24"/>
            <p:cNvSpPr/>
            <p:nvPr/>
          </p:nvSpPr>
          <p:spPr>
            <a:xfrm>
              <a:off x="150411" y="5243206"/>
              <a:ext cx="10826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Ai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18773" y="4356417"/>
              <a:ext cx="1399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Av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5979" y="3469628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Am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5979" y="2582839"/>
              <a:ext cx="1826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Pm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96278" y="1696051"/>
              <a:ext cx="16239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AB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77477" y="809262"/>
              <a:ext cx="8119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12313" y="5887219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1778" y="588721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525121" y="588721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048464" y="588721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179095" y="6039552"/>
              <a:ext cx="111803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Overlap rate (%)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496077" y="6457015"/>
              <a:ext cx="1118219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Fisher exact test</a:t>
              </a:r>
            </a:p>
          </p:txBody>
        </p:sp>
        <p:sp>
          <p:nvSpPr>
            <p:cNvPr id="36" name="pl36"/>
            <p:cNvSpPr/>
            <p:nvPr/>
          </p:nvSpPr>
          <p:spPr>
            <a:xfrm>
              <a:off x="1711538" y="651160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772238" y="6484522"/>
              <a:ext cx="54165" cy="54165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1984964" y="6467988"/>
              <a:ext cx="196321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n.s.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485078" y="6417137"/>
              <a:ext cx="49149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Shared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2485078" y="6581729"/>
              <a:ext cx="63541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cell types</a:t>
              </a:r>
            </a:p>
          </p:txBody>
        </p:sp>
        <p:sp>
          <p:nvSpPr>
            <p:cNvPr id="41" name="pt41"/>
            <p:cNvSpPr/>
            <p:nvPr/>
          </p:nvSpPr>
          <p:spPr>
            <a:xfrm>
              <a:off x="3260359" y="6508462"/>
              <a:ext cx="91121" cy="9112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660196" y="6469345"/>
              <a:ext cx="169356" cy="16935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100703" y="6453142"/>
              <a:ext cx="201762" cy="201762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579253" y="6440709"/>
              <a:ext cx="226628" cy="226628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491563" y="65104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930517" y="65104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404984" y="65104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912482" y="6510406"/>
              <a:ext cx="67757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752847" y="75915"/>
              <a:ext cx="1970532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Overlap Rate with OSF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5225142" y="0"/>
              <a:ext cx="3918857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6016940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6917204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817467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717730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566809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6467072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367335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67599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467072" y="320806"/>
              <a:ext cx="0" cy="6106043"/>
            </a:xfrm>
            <a:custGeom>
              <a:avLst/>
              <a:pathLst>
                <a:path w="0" h="6106043">
                  <a:moveTo>
                    <a:pt x="0" y="610604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391279" y="5737457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472286" y="5835941"/>
              <a:ext cx="2918993" cy="0"/>
            </a:xfrm>
            <a:custGeom>
              <a:avLst/>
              <a:pathLst>
                <a:path w="2918993" h="0">
                  <a:moveTo>
                    <a:pt x="291899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472286" y="5737457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391279" y="4752611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472286" y="4851096"/>
              <a:ext cx="2918993" cy="0"/>
            </a:xfrm>
            <a:custGeom>
              <a:avLst/>
              <a:pathLst>
                <a:path w="2918993" h="0">
                  <a:moveTo>
                    <a:pt x="2918993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472286" y="4752611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575042" y="3767766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819388" y="3866250"/>
              <a:ext cx="2755654" cy="0"/>
            </a:xfrm>
            <a:custGeom>
              <a:avLst/>
              <a:pathLst>
                <a:path w="2755654" h="0">
                  <a:moveTo>
                    <a:pt x="275565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819388" y="3767766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896856" y="2782920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100071" y="2881404"/>
              <a:ext cx="2796784" cy="0"/>
            </a:xfrm>
            <a:custGeom>
              <a:avLst/>
              <a:pathLst>
                <a:path w="2796784" h="0">
                  <a:moveTo>
                    <a:pt x="2796784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100071" y="2782920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904411" y="1798074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835752" y="1896559"/>
              <a:ext cx="2068658" cy="0"/>
            </a:xfrm>
            <a:custGeom>
              <a:avLst/>
              <a:pathLst>
                <a:path w="2068658" h="0">
                  <a:moveTo>
                    <a:pt x="2068658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835752" y="1798074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7764403" y="813228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816363" y="911713"/>
              <a:ext cx="1948039" cy="0"/>
            </a:xfrm>
            <a:custGeom>
              <a:avLst/>
              <a:pathLst>
                <a:path w="1948039" h="0">
                  <a:moveTo>
                    <a:pt x="1948039" y="0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816363" y="813228"/>
              <a:ext cx="0" cy="196969"/>
            </a:xfrm>
            <a:custGeom>
              <a:avLst/>
              <a:pathLst>
                <a:path w="0" h="196969">
                  <a:moveTo>
                    <a:pt x="0" y="196969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6674823" y="5790381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674823" y="4805535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6889457" y="3820689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9022523" y="2835843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755357" y="1850998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712308" y="866152"/>
              <a:ext cx="91121" cy="91121"/>
            </a:xfrm>
            <a:prstGeom prst="ellipse">
              <a:avLst/>
            </a:prstGeom>
            <a:solidFill>
              <a:srgbClr val="AAAAAA">
                <a:alpha val="100000"/>
              </a:srgbClr>
            </a:solidFill>
            <a:ln w="9818" cap="rnd">
              <a:solidFill>
                <a:srgbClr val="AAAAA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tx84"/>
            <p:cNvSpPr/>
            <p:nvPr/>
          </p:nvSpPr>
          <p:spPr>
            <a:xfrm>
              <a:off x="5482135" y="649517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6382399" y="6495173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248783" y="6495173"/>
              <a:ext cx="237103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8115168" y="6495173"/>
              <a:ext cx="304860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100.0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6460275" y="6647505"/>
              <a:ext cx="144859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Odds ratio (log scale)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6361840" y="75915"/>
              <a:ext cx="1645462" cy="1308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39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Fisher OR (95% CI)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2026-06-09T19:47:49Z</dcterms:modified>
  <cp:category/>
</cp:coreProperties>
</file>