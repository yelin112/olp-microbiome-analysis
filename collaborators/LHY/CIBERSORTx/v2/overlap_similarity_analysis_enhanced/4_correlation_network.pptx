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2634112" y="208894"/>
              <a:ext cx="3875775" cy="1308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39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Correlation Network (|r| &gt; 0.3; solid = p&lt;0.05)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427361" y="2017743"/>
              <a:ext cx="2644344" cy="1500985"/>
            </a:xfrm>
            <a:custGeom>
              <a:avLst/>
              <a:pathLst>
                <a:path w="2644344" h="1500985">
                  <a:moveTo>
                    <a:pt x="0" y="0"/>
                  </a:moveTo>
                  <a:lnTo>
                    <a:pt x="1042" y="358"/>
                  </a:lnTo>
                  <a:lnTo>
                    <a:pt x="7910" y="2726"/>
                  </a:lnTo>
                  <a:lnTo>
                    <a:pt x="25258" y="8731"/>
                  </a:lnTo>
                  <a:lnTo>
                    <a:pt x="56355" y="19544"/>
                  </a:lnTo>
                  <a:lnTo>
                    <a:pt x="102854" y="35797"/>
                  </a:lnTo>
                  <a:lnTo>
                    <a:pt x="164663" y="57529"/>
                  </a:lnTo>
                  <a:lnTo>
                    <a:pt x="240064" y="84222"/>
                  </a:lnTo>
                  <a:lnTo>
                    <a:pt x="326114" y="114929"/>
                  </a:lnTo>
                  <a:lnTo>
                    <a:pt x="419214" y="148468"/>
                  </a:lnTo>
                  <a:lnTo>
                    <a:pt x="515709" y="183624"/>
                  </a:lnTo>
                  <a:lnTo>
                    <a:pt x="612361" y="219318"/>
                  </a:lnTo>
                  <a:lnTo>
                    <a:pt x="706630" y="254704"/>
                  </a:lnTo>
                  <a:lnTo>
                    <a:pt x="796768" y="289211"/>
                  </a:lnTo>
                  <a:lnTo>
                    <a:pt x="881769" y="322527"/>
                  </a:lnTo>
                  <a:lnTo>
                    <a:pt x="961246" y="354561"/>
                  </a:lnTo>
                  <a:lnTo>
                    <a:pt x="1035283" y="385396"/>
                  </a:lnTo>
                  <a:lnTo>
                    <a:pt x="1104295" y="415242"/>
                  </a:lnTo>
                  <a:lnTo>
                    <a:pt x="1168910" y="444390"/>
                  </a:lnTo>
                  <a:lnTo>
                    <a:pt x="1229878" y="473187"/>
                  </a:lnTo>
                  <a:lnTo>
                    <a:pt x="1288003" y="501998"/>
                  </a:lnTo>
                  <a:lnTo>
                    <a:pt x="1344077" y="531177"/>
                  </a:lnTo>
                  <a:lnTo>
                    <a:pt x="1398826" y="561032"/>
                  </a:lnTo>
                  <a:lnTo>
                    <a:pt x="1422237" y="574203"/>
                  </a:lnTo>
                  <a:lnTo>
                    <a:pt x="1476054" y="605393"/>
                  </a:lnTo>
                  <a:lnTo>
                    <a:pt x="1529740" y="637885"/>
                  </a:lnTo>
                  <a:lnTo>
                    <a:pt x="1583872" y="672119"/>
                  </a:lnTo>
                  <a:lnTo>
                    <a:pt x="1639137" y="708584"/>
                  </a:lnTo>
                  <a:lnTo>
                    <a:pt x="1696262" y="747784"/>
                  </a:lnTo>
                  <a:lnTo>
                    <a:pt x="1755954" y="790207"/>
                  </a:lnTo>
                  <a:lnTo>
                    <a:pt x="1818842" y="836282"/>
                  </a:lnTo>
                  <a:lnTo>
                    <a:pt x="1885406" y="886328"/>
                  </a:lnTo>
                  <a:lnTo>
                    <a:pt x="1955894" y="940479"/>
                  </a:lnTo>
                  <a:lnTo>
                    <a:pt x="2030214" y="998599"/>
                  </a:lnTo>
                  <a:lnTo>
                    <a:pt x="2107814" y="1060177"/>
                  </a:lnTo>
                  <a:lnTo>
                    <a:pt x="2187577" y="1124232"/>
                  </a:lnTo>
                  <a:lnTo>
                    <a:pt x="2267752" y="1189247"/>
                  </a:lnTo>
                  <a:lnTo>
                    <a:pt x="2345973" y="1253190"/>
                  </a:lnTo>
                  <a:lnTo>
                    <a:pt x="2419429" y="1313636"/>
                  </a:lnTo>
                  <a:lnTo>
                    <a:pt x="2485179" y="1368041"/>
                  </a:lnTo>
                  <a:lnTo>
                    <a:pt x="2540608" y="1414121"/>
                  </a:lnTo>
                  <a:lnTo>
                    <a:pt x="2583909" y="1450262"/>
                  </a:lnTo>
                  <a:lnTo>
                    <a:pt x="2614478" y="1475866"/>
                  </a:lnTo>
                  <a:lnTo>
                    <a:pt x="2633102" y="1491511"/>
                  </a:lnTo>
                  <a:lnTo>
                    <a:pt x="2641924" y="1498942"/>
                  </a:lnTo>
                  <a:lnTo>
                    <a:pt x="2644274" y="1500926"/>
                  </a:lnTo>
                  <a:lnTo>
                    <a:pt x="2644344" y="1500985"/>
                  </a:lnTo>
                </a:path>
              </a:pathLst>
            </a:custGeom>
            <a:ln w="19778" cap="rnd">
              <a:solidFill>
                <a:srgbClr val="8087E2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167910" y="2199793"/>
              <a:ext cx="374151" cy="2178054"/>
            </a:xfrm>
            <a:custGeom>
              <a:avLst/>
              <a:pathLst>
                <a:path w="374151" h="2178054">
                  <a:moveTo>
                    <a:pt x="0" y="0"/>
                  </a:moveTo>
                  <a:lnTo>
                    <a:pt x="444" y="1202"/>
                  </a:lnTo>
                  <a:lnTo>
                    <a:pt x="3332" y="9038"/>
                  </a:lnTo>
                  <a:lnTo>
                    <a:pt x="10487" y="28544"/>
                  </a:lnTo>
                  <a:lnTo>
                    <a:pt x="22973" y="62767"/>
                  </a:lnTo>
                  <a:lnTo>
                    <a:pt x="40983" y="112454"/>
                  </a:lnTo>
                  <a:lnTo>
                    <a:pt x="63865" y="176068"/>
                  </a:lnTo>
                  <a:lnTo>
                    <a:pt x="90323" y="250319"/>
                  </a:lnTo>
                  <a:lnTo>
                    <a:pt x="118757" y="331048"/>
                  </a:lnTo>
                  <a:lnTo>
                    <a:pt x="147602" y="414151"/>
                  </a:lnTo>
                  <a:lnTo>
                    <a:pt x="175572" y="496251"/>
                  </a:lnTo>
                  <a:lnTo>
                    <a:pt x="201767" y="575006"/>
                  </a:lnTo>
                  <a:lnTo>
                    <a:pt x="225666" y="649114"/>
                  </a:lnTo>
                  <a:lnTo>
                    <a:pt x="247061" y="718143"/>
                  </a:lnTo>
                  <a:lnTo>
                    <a:pt x="265959" y="782298"/>
                  </a:lnTo>
                  <a:lnTo>
                    <a:pt x="282511" y="842206"/>
                  </a:lnTo>
                  <a:lnTo>
                    <a:pt x="296940" y="898737"/>
                  </a:lnTo>
                  <a:lnTo>
                    <a:pt x="309507" y="952878"/>
                  </a:lnTo>
                  <a:lnTo>
                    <a:pt x="320476" y="1005615"/>
                  </a:lnTo>
                  <a:lnTo>
                    <a:pt x="330109" y="1057826"/>
                  </a:lnTo>
                  <a:lnTo>
                    <a:pt x="331210" y="1064226"/>
                  </a:lnTo>
                  <a:lnTo>
                    <a:pt x="339586" y="1116612"/>
                  </a:lnTo>
                  <a:lnTo>
                    <a:pt x="346875" y="1169839"/>
                  </a:lnTo>
                  <a:lnTo>
                    <a:pt x="353116" y="1224800"/>
                  </a:lnTo>
                  <a:lnTo>
                    <a:pt x="358382" y="1282508"/>
                  </a:lnTo>
                  <a:lnTo>
                    <a:pt x="362757" y="1343984"/>
                  </a:lnTo>
                  <a:lnTo>
                    <a:pt x="366318" y="1410147"/>
                  </a:lnTo>
                  <a:lnTo>
                    <a:pt x="369136" y="1481678"/>
                  </a:lnTo>
                  <a:lnTo>
                    <a:pt x="371269" y="1558838"/>
                  </a:lnTo>
                  <a:lnTo>
                    <a:pt x="372773" y="1641246"/>
                  </a:lnTo>
                  <a:lnTo>
                    <a:pt x="373705" y="1727627"/>
                  </a:lnTo>
                  <a:lnTo>
                    <a:pt x="374135" y="1815615"/>
                  </a:lnTo>
                  <a:lnTo>
                    <a:pt x="374151" y="1901722"/>
                  </a:lnTo>
                  <a:lnTo>
                    <a:pt x="373867" y="1981622"/>
                  </a:lnTo>
                  <a:lnTo>
                    <a:pt x="373409" y="2050820"/>
                  </a:lnTo>
                  <a:lnTo>
                    <a:pt x="372908" y="2105611"/>
                  </a:lnTo>
                  <a:lnTo>
                    <a:pt x="372476" y="2144062"/>
                  </a:lnTo>
                  <a:lnTo>
                    <a:pt x="372182" y="2166629"/>
                  </a:lnTo>
                  <a:lnTo>
                    <a:pt x="372041" y="2176254"/>
                  </a:lnTo>
                  <a:lnTo>
                    <a:pt x="372013" y="2178051"/>
                  </a:lnTo>
                  <a:lnTo>
                    <a:pt x="372013" y="2178054"/>
                  </a:lnTo>
                </a:path>
              </a:pathLst>
            </a:custGeom>
            <a:ln w="19000" cap="rnd">
              <a:solidFill>
                <a:srgbClr val="E06681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2469242" y="1190956"/>
              <a:ext cx="3071823" cy="575980"/>
            </a:xfrm>
            <a:custGeom>
              <a:avLst/>
              <a:pathLst>
                <a:path w="3071823" h="575980">
                  <a:moveTo>
                    <a:pt x="0" y="575980"/>
                  </a:moveTo>
                  <a:lnTo>
                    <a:pt x="1014" y="575586"/>
                  </a:lnTo>
                  <a:lnTo>
                    <a:pt x="7706" y="572993"/>
                  </a:lnTo>
                  <a:lnTo>
                    <a:pt x="24645" y="566454"/>
                  </a:lnTo>
                  <a:lnTo>
                    <a:pt x="55089" y="554749"/>
                  </a:lnTo>
                  <a:lnTo>
                    <a:pt x="100764" y="537271"/>
                  </a:lnTo>
                  <a:lnTo>
                    <a:pt x="161729" y="514068"/>
                  </a:lnTo>
                  <a:lnTo>
                    <a:pt x="236470" y="485800"/>
                  </a:lnTo>
                  <a:lnTo>
                    <a:pt x="322247" y="453598"/>
                  </a:lnTo>
                  <a:lnTo>
                    <a:pt x="415633" y="418848"/>
                  </a:lnTo>
                  <a:lnTo>
                    <a:pt x="513080" y="382974"/>
                  </a:lnTo>
                  <a:lnTo>
                    <a:pt x="611388" y="347251"/>
                  </a:lnTo>
                  <a:lnTo>
                    <a:pt x="708001" y="312701"/>
                  </a:lnTo>
                  <a:lnTo>
                    <a:pt x="801115" y="280055"/>
                  </a:lnTo>
                  <a:lnTo>
                    <a:pt x="889659" y="249760"/>
                  </a:lnTo>
                  <a:lnTo>
                    <a:pt x="973181" y="222033"/>
                  </a:lnTo>
                  <a:lnTo>
                    <a:pt x="1051719" y="196912"/>
                  </a:lnTo>
                  <a:lnTo>
                    <a:pt x="1125657" y="174308"/>
                  </a:lnTo>
                  <a:lnTo>
                    <a:pt x="1195618" y="154058"/>
                  </a:lnTo>
                  <a:lnTo>
                    <a:pt x="1262364" y="135949"/>
                  </a:lnTo>
                  <a:lnTo>
                    <a:pt x="1326725" y="119749"/>
                  </a:lnTo>
                  <a:lnTo>
                    <a:pt x="1389536" y="105220"/>
                  </a:lnTo>
                  <a:lnTo>
                    <a:pt x="1451568" y="92127"/>
                  </a:lnTo>
                  <a:lnTo>
                    <a:pt x="1497512" y="83202"/>
                  </a:lnTo>
                  <a:lnTo>
                    <a:pt x="1559593" y="72130"/>
                  </a:lnTo>
                  <a:lnTo>
                    <a:pt x="1622404" y="62137"/>
                  </a:lnTo>
                  <a:lnTo>
                    <a:pt x="1686659" y="53188"/>
                  </a:lnTo>
                  <a:lnTo>
                    <a:pt x="1753183" y="45215"/>
                  </a:lnTo>
                  <a:lnTo>
                    <a:pt x="1822846" y="38136"/>
                  </a:lnTo>
                  <a:lnTo>
                    <a:pt x="1896494" y="31866"/>
                  </a:lnTo>
                  <a:lnTo>
                    <a:pt x="1974884" y="26330"/>
                  </a:lnTo>
                  <a:lnTo>
                    <a:pt x="2058601" y="21459"/>
                  </a:lnTo>
                  <a:lnTo>
                    <a:pt x="2147955" y="17196"/>
                  </a:lnTo>
                  <a:lnTo>
                    <a:pt x="2242846" y="13497"/>
                  </a:lnTo>
                  <a:lnTo>
                    <a:pt x="2342620" y="10327"/>
                  </a:lnTo>
                  <a:lnTo>
                    <a:pt x="2445921" y="7655"/>
                  </a:lnTo>
                  <a:lnTo>
                    <a:pt x="2550595" y="5456"/>
                  </a:lnTo>
                  <a:lnTo>
                    <a:pt x="2653692" y="3704"/>
                  </a:lnTo>
                  <a:lnTo>
                    <a:pt x="2751630" y="2364"/>
                  </a:lnTo>
                  <a:lnTo>
                    <a:pt x="2840567" y="1395"/>
                  </a:lnTo>
                  <a:lnTo>
                    <a:pt x="2916934" y="742"/>
                  </a:lnTo>
                  <a:lnTo>
                    <a:pt x="2978057" y="342"/>
                  </a:lnTo>
                  <a:lnTo>
                    <a:pt x="3022693" y="127"/>
                  </a:lnTo>
                  <a:lnTo>
                    <a:pt x="3051343" y="33"/>
                  </a:lnTo>
                  <a:lnTo>
                    <a:pt x="3066281" y="4"/>
                  </a:lnTo>
                  <a:lnTo>
                    <a:pt x="3071371" y="0"/>
                  </a:lnTo>
                  <a:lnTo>
                    <a:pt x="3071823" y="0"/>
                  </a:lnTo>
                </a:path>
              </a:pathLst>
            </a:custGeom>
            <a:ln w="30048" cap="rnd">
              <a:solidFill>
                <a:srgbClr val="8087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086535" y="3810217"/>
              <a:ext cx="2020723" cy="1916811"/>
            </a:xfrm>
            <a:custGeom>
              <a:avLst/>
              <a:pathLst>
                <a:path w="2020723" h="1916811">
                  <a:moveTo>
                    <a:pt x="2020723" y="0"/>
                  </a:moveTo>
                  <a:lnTo>
                    <a:pt x="2020049" y="931"/>
                  </a:lnTo>
                  <a:lnTo>
                    <a:pt x="2015615" y="7043"/>
                  </a:lnTo>
                  <a:lnTo>
                    <a:pt x="2004433" y="22414"/>
                  </a:lnTo>
                  <a:lnTo>
                    <a:pt x="1984449" y="49799"/>
                  </a:lnTo>
                  <a:lnTo>
                    <a:pt x="1954702" y="90416"/>
                  </a:lnTo>
                  <a:lnTo>
                    <a:pt x="1915405" y="143851"/>
                  </a:lnTo>
                  <a:lnTo>
                    <a:pt x="1867820" y="208238"/>
                  </a:lnTo>
                  <a:lnTo>
                    <a:pt x="1813953" y="280702"/>
                  </a:lnTo>
                  <a:lnTo>
                    <a:pt x="1756135" y="357940"/>
                  </a:lnTo>
                  <a:lnTo>
                    <a:pt x="1696619" y="436775"/>
                  </a:lnTo>
                  <a:lnTo>
                    <a:pt x="1637293" y="514547"/>
                  </a:lnTo>
                  <a:lnTo>
                    <a:pt x="1579533" y="589307"/>
                  </a:lnTo>
                  <a:lnTo>
                    <a:pt x="1524186" y="659834"/>
                  </a:lnTo>
                  <a:lnTo>
                    <a:pt x="1471631" y="725540"/>
                  </a:lnTo>
                  <a:lnTo>
                    <a:pt x="1421872" y="786334"/>
                  </a:lnTo>
                  <a:lnTo>
                    <a:pt x="1374648" y="842476"/>
                  </a:lnTo>
                  <a:lnTo>
                    <a:pt x="1329511" y="894457"/>
                  </a:lnTo>
                  <a:lnTo>
                    <a:pt x="1285908" y="942900"/>
                  </a:lnTo>
                  <a:lnTo>
                    <a:pt x="1243232" y="988490"/>
                  </a:lnTo>
                  <a:lnTo>
                    <a:pt x="1200883" y="1031915"/>
                  </a:lnTo>
                  <a:lnTo>
                    <a:pt x="1158323" y="1073817"/>
                  </a:lnTo>
                  <a:lnTo>
                    <a:pt x="1138149" y="1093120"/>
                  </a:lnTo>
                  <a:lnTo>
                    <a:pt x="1094569" y="1133687"/>
                  </a:lnTo>
                  <a:lnTo>
                    <a:pt x="1049757" y="1173767"/>
                  </a:lnTo>
                  <a:lnTo>
                    <a:pt x="1003090" y="1213811"/>
                  </a:lnTo>
                  <a:lnTo>
                    <a:pt x="953866" y="1254363"/>
                  </a:lnTo>
                  <a:lnTo>
                    <a:pt x="901360" y="1295995"/>
                  </a:lnTo>
                  <a:lnTo>
                    <a:pt x="844882" y="1339257"/>
                  </a:lnTo>
                  <a:lnTo>
                    <a:pt x="783843" y="1384624"/>
                  </a:lnTo>
                  <a:lnTo>
                    <a:pt x="717842" y="1432433"/>
                  </a:lnTo>
                  <a:lnTo>
                    <a:pt x="646783" y="1482814"/>
                  </a:lnTo>
                  <a:lnTo>
                    <a:pt x="571011" y="1535593"/>
                  </a:lnTo>
                  <a:lnTo>
                    <a:pt x="491465" y="1590203"/>
                  </a:lnTo>
                  <a:lnTo>
                    <a:pt x="409803" y="1645605"/>
                  </a:lnTo>
                  <a:lnTo>
                    <a:pt x="328448" y="1700269"/>
                  </a:lnTo>
                  <a:lnTo>
                    <a:pt x="250478" y="1752245"/>
                  </a:lnTo>
                  <a:lnTo>
                    <a:pt x="179316" y="1799370"/>
                  </a:lnTo>
                  <a:lnTo>
                    <a:pt x="118226" y="1839604"/>
                  </a:lnTo>
                  <a:lnTo>
                    <a:pt x="69699" y="1871415"/>
                  </a:lnTo>
                  <a:lnTo>
                    <a:pt x="34906" y="1894131"/>
                  </a:lnTo>
                  <a:lnTo>
                    <a:pt x="13380" y="1908137"/>
                  </a:lnTo>
                  <a:lnTo>
                    <a:pt x="2984" y="1914881"/>
                  </a:lnTo>
                  <a:lnTo>
                    <a:pt x="102" y="1916745"/>
                  </a:lnTo>
                  <a:lnTo>
                    <a:pt x="0" y="1916811"/>
                  </a:lnTo>
                </a:path>
              </a:pathLst>
            </a:custGeom>
            <a:ln w="27866" cap="rnd">
              <a:solidFill>
                <a:srgbClr val="E0668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813320" y="3724534"/>
              <a:ext cx="2241005" cy="812375"/>
            </a:xfrm>
            <a:custGeom>
              <a:avLst/>
              <a:pathLst>
                <a:path w="2241005" h="812375">
                  <a:moveTo>
                    <a:pt x="2241005" y="0"/>
                  </a:moveTo>
                  <a:lnTo>
                    <a:pt x="2239939" y="628"/>
                  </a:lnTo>
                  <a:lnTo>
                    <a:pt x="2232973" y="4726"/>
                  </a:lnTo>
                  <a:lnTo>
                    <a:pt x="2215557" y="14939"/>
                  </a:lnTo>
                  <a:lnTo>
                    <a:pt x="2184804" y="32902"/>
                  </a:lnTo>
                  <a:lnTo>
                    <a:pt x="2139769" y="59092"/>
                  </a:lnTo>
                  <a:lnTo>
                    <a:pt x="2081479" y="92811"/>
                  </a:lnTo>
                  <a:lnTo>
                    <a:pt x="2012578" y="132415"/>
                  </a:lnTo>
                  <a:lnTo>
                    <a:pt x="1936634" y="175733"/>
                  </a:lnTo>
                  <a:lnTo>
                    <a:pt x="1857357" y="220520"/>
                  </a:lnTo>
                  <a:lnTo>
                    <a:pt x="1777980" y="264830"/>
                  </a:lnTo>
                  <a:lnTo>
                    <a:pt x="1700904" y="307212"/>
                  </a:lnTo>
                  <a:lnTo>
                    <a:pt x="1627620" y="346748"/>
                  </a:lnTo>
                  <a:lnTo>
                    <a:pt x="1558805" y="382993"/>
                  </a:lnTo>
                  <a:lnTo>
                    <a:pt x="1494503" y="415858"/>
                  </a:lnTo>
                  <a:lnTo>
                    <a:pt x="1434311" y="445504"/>
                  </a:lnTo>
                  <a:lnTo>
                    <a:pt x="1377542" y="472241"/>
                  </a:lnTo>
                  <a:lnTo>
                    <a:pt x="1323351" y="496460"/>
                  </a:lnTo>
                  <a:lnTo>
                    <a:pt x="1270837" y="518582"/>
                  </a:lnTo>
                  <a:lnTo>
                    <a:pt x="1219132" y="539025"/>
                  </a:lnTo>
                  <a:lnTo>
                    <a:pt x="1174661" y="555587"/>
                  </a:lnTo>
                  <a:lnTo>
                    <a:pt x="1122676" y="573834"/>
                  </a:lnTo>
                  <a:lnTo>
                    <a:pt x="1069699" y="591154"/>
                  </a:lnTo>
                  <a:lnTo>
                    <a:pt x="1014902" y="607733"/>
                  </a:lnTo>
                  <a:lnTo>
                    <a:pt x="957340" y="623811"/>
                  </a:lnTo>
                  <a:lnTo>
                    <a:pt x="896055" y="639643"/>
                  </a:lnTo>
                  <a:lnTo>
                    <a:pt x="830164" y="655467"/>
                  </a:lnTo>
                  <a:lnTo>
                    <a:pt x="758975" y="671476"/>
                  </a:lnTo>
                  <a:lnTo>
                    <a:pt x="682135" y="687794"/>
                  </a:lnTo>
                  <a:lnTo>
                    <a:pt x="599817" y="704445"/>
                  </a:lnTo>
                  <a:lnTo>
                    <a:pt x="512946" y="721317"/>
                  </a:lnTo>
                  <a:lnTo>
                    <a:pt x="423393" y="738134"/>
                  </a:lnTo>
                  <a:lnTo>
                    <a:pt x="334076" y="754450"/>
                  </a:lnTo>
                  <a:lnTo>
                    <a:pt x="248831" y="769670"/>
                  </a:lnTo>
                  <a:lnTo>
                    <a:pt x="171973" y="783135"/>
                  </a:lnTo>
                  <a:lnTo>
                    <a:pt x="107541" y="794246"/>
                  </a:lnTo>
                  <a:lnTo>
                    <a:pt x="58405" y="802606"/>
                  </a:lnTo>
                  <a:lnTo>
                    <a:pt x="25501" y="808140"/>
                  </a:lnTo>
                  <a:lnTo>
                    <a:pt x="7479" y="811141"/>
                  </a:lnTo>
                  <a:lnTo>
                    <a:pt x="787" y="812245"/>
                  </a:lnTo>
                  <a:lnTo>
                    <a:pt x="0" y="812375"/>
                  </a:lnTo>
                </a:path>
              </a:pathLst>
            </a:custGeom>
            <a:ln w="17481" cap="rnd">
              <a:solidFill>
                <a:srgbClr val="E06681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218887" y="3887000"/>
              <a:ext cx="160459" cy="1944734"/>
            </a:xfrm>
            <a:custGeom>
              <a:avLst/>
              <a:pathLst>
                <a:path w="160459" h="1944734">
                  <a:moveTo>
                    <a:pt x="59738" y="0"/>
                  </a:moveTo>
                  <a:lnTo>
                    <a:pt x="59947" y="1344"/>
                  </a:lnTo>
                  <a:lnTo>
                    <a:pt x="61292" y="10060"/>
                  </a:lnTo>
                  <a:lnTo>
                    <a:pt x="64576" y="31585"/>
                  </a:lnTo>
                  <a:lnTo>
                    <a:pt x="70198" y="68914"/>
                  </a:lnTo>
                  <a:lnTo>
                    <a:pt x="78107" y="122259"/>
                  </a:lnTo>
                  <a:lnTo>
                    <a:pt x="87844" y="189224"/>
                  </a:lnTo>
                  <a:lnTo>
                    <a:pt x="98687" y="265637"/>
                  </a:lnTo>
                  <a:lnTo>
                    <a:pt x="109839" y="346747"/>
                  </a:lnTo>
                  <a:lnTo>
                    <a:pt x="120595" y="428279"/>
                  </a:lnTo>
                  <a:lnTo>
                    <a:pt x="130427" y="507066"/>
                  </a:lnTo>
                  <a:lnTo>
                    <a:pt x="139003" y="581213"/>
                  </a:lnTo>
                  <a:lnTo>
                    <a:pt x="146155" y="649946"/>
                  </a:lnTo>
                  <a:lnTo>
                    <a:pt x="151831" y="713324"/>
                  </a:lnTo>
                  <a:lnTo>
                    <a:pt x="156046" y="771962"/>
                  </a:lnTo>
                  <a:lnTo>
                    <a:pt x="158846" y="826794"/>
                  </a:lnTo>
                  <a:lnTo>
                    <a:pt x="160294" y="878896"/>
                  </a:lnTo>
                  <a:lnTo>
                    <a:pt x="160459" y="929355"/>
                  </a:lnTo>
                  <a:lnTo>
                    <a:pt x="159518" y="976349"/>
                  </a:lnTo>
                  <a:lnTo>
                    <a:pt x="157425" y="1026100"/>
                  </a:lnTo>
                  <a:lnTo>
                    <a:pt x="154089" y="1076514"/>
                  </a:lnTo>
                  <a:lnTo>
                    <a:pt x="149365" y="1128548"/>
                  </a:lnTo>
                  <a:lnTo>
                    <a:pt x="143116" y="1183284"/>
                  </a:lnTo>
                  <a:lnTo>
                    <a:pt x="135215" y="1241790"/>
                  </a:lnTo>
                  <a:lnTo>
                    <a:pt x="125560" y="1304981"/>
                  </a:lnTo>
                  <a:lnTo>
                    <a:pt x="114102" y="1373447"/>
                  </a:lnTo>
                  <a:lnTo>
                    <a:pt x="100897" y="1447211"/>
                  </a:lnTo>
                  <a:lnTo>
                    <a:pt x="86173" y="1525457"/>
                  </a:lnTo>
                  <a:lnTo>
                    <a:pt x="70391" y="1606244"/>
                  </a:lnTo>
                  <a:lnTo>
                    <a:pt x="54287" y="1686375"/>
                  </a:lnTo>
                  <a:lnTo>
                    <a:pt x="38840" y="1761580"/>
                  </a:lnTo>
                  <a:lnTo>
                    <a:pt x="25136" y="1827165"/>
                  </a:lnTo>
                  <a:lnTo>
                    <a:pt x="14139" y="1879080"/>
                  </a:lnTo>
                  <a:lnTo>
                    <a:pt x="6426" y="1915090"/>
                  </a:lnTo>
                  <a:lnTo>
                    <a:pt x="1999" y="1935562"/>
                  </a:lnTo>
                  <a:lnTo>
                    <a:pt x="246" y="1943611"/>
                  </a:lnTo>
                  <a:lnTo>
                    <a:pt x="0" y="1944734"/>
                  </a:lnTo>
                </a:path>
              </a:pathLst>
            </a:custGeom>
            <a:ln w="27801" cap="rnd">
              <a:solidFill>
                <a:srgbClr val="E0668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334408" y="1387383"/>
              <a:ext cx="400860" cy="2011216"/>
            </a:xfrm>
            <a:custGeom>
              <a:avLst/>
              <a:pathLst>
                <a:path w="400860" h="2011216">
                  <a:moveTo>
                    <a:pt x="0" y="2011216"/>
                  </a:moveTo>
                  <a:lnTo>
                    <a:pt x="15" y="2009888"/>
                  </a:lnTo>
                  <a:lnTo>
                    <a:pt x="126" y="2001265"/>
                  </a:lnTo>
                  <a:lnTo>
                    <a:pt x="436" y="1979908"/>
                  </a:lnTo>
                  <a:lnTo>
                    <a:pt x="1044" y="1942701"/>
                  </a:lnTo>
                  <a:lnTo>
                    <a:pt x="2037" y="1889197"/>
                  </a:lnTo>
                  <a:lnTo>
                    <a:pt x="3472" y="1821510"/>
                  </a:lnTo>
                  <a:lnTo>
                    <a:pt x="5376" y="1743588"/>
                  </a:lnTo>
                  <a:lnTo>
                    <a:pt x="7752" y="1660118"/>
                  </a:lnTo>
                  <a:lnTo>
                    <a:pt x="10591" y="1575481"/>
                  </a:lnTo>
                  <a:lnTo>
                    <a:pt x="13887" y="1493075"/>
                  </a:lnTo>
                  <a:lnTo>
                    <a:pt x="17649" y="1415077"/>
                  </a:lnTo>
                  <a:lnTo>
                    <a:pt x="21907" y="1342531"/>
                  </a:lnTo>
                  <a:lnTo>
                    <a:pt x="26714" y="1275601"/>
                  </a:lnTo>
                  <a:lnTo>
                    <a:pt x="32148" y="1213841"/>
                  </a:lnTo>
                  <a:lnTo>
                    <a:pt x="38305" y="1156432"/>
                  </a:lnTo>
                  <a:lnTo>
                    <a:pt x="45300" y="1102364"/>
                  </a:lnTo>
                  <a:lnTo>
                    <a:pt x="53244" y="1050571"/>
                  </a:lnTo>
                  <a:lnTo>
                    <a:pt x="62230" y="1000052"/>
                  </a:lnTo>
                  <a:lnTo>
                    <a:pt x="66349" y="978884"/>
                  </a:lnTo>
                  <a:lnTo>
                    <a:pt x="76893" y="928866"/>
                  </a:lnTo>
                  <a:lnTo>
                    <a:pt x="88764" y="878422"/>
                  </a:lnTo>
                  <a:lnTo>
                    <a:pt x="102257" y="826663"/>
                  </a:lnTo>
                  <a:lnTo>
                    <a:pt x="117676" y="772573"/>
                  </a:lnTo>
                  <a:lnTo>
                    <a:pt x="135316" y="715140"/>
                  </a:lnTo>
                  <a:lnTo>
                    <a:pt x="155434" y="653477"/>
                  </a:lnTo>
                  <a:lnTo>
                    <a:pt x="178191" y="586968"/>
                  </a:lnTo>
                  <a:lnTo>
                    <a:pt x="203575" y="515472"/>
                  </a:lnTo>
                  <a:lnTo>
                    <a:pt x="231305" y="439564"/>
                  </a:lnTo>
                  <a:lnTo>
                    <a:pt x="260725" y="360784"/>
                  </a:lnTo>
                  <a:lnTo>
                    <a:pt x="290727" y="281800"/>
                  </a:lnTo>
                  <a:lnTo>
                    <a:pt x="319777" y="206330"/>
                  </a:lnTo>
                  <a:lnTo>
                    <a:pt x="346091" y="138686"/>
                  </a:lnTo>
                  <a:lnTo>
                    <a:pt x="367965" y="82929"/>
                  </a:lnTo>
                  <a:lnTo>
                    <a:pt x="384206" y="41818"/>
                  </a:lnTo>
                  <a:lnTo>
                    <a:pt x="394482" y="15957"/>
                  </a:lnTo>
                  <a:lnTo>
                    <a:pt x="399476" y="3451"/>
                  </a:lnTo>
                  <a:lnTo>
                    <a:pt x="400822" y="96"/>
                  </a:lnTo>
                  <a:lnTo>
                    <a:pt x="400860" y="0"/>
                  </a:lnTo>
                </a:path>
              </a:pathLst>
            </a:custGeom>
            <a:ln w="33846" cap="rnd">
              <a:solidFill>
                <a:srgbClr val="E0668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467693" y="3807481"/>
              <a:ext cx="1389188" cy="1278261"/>
            </a:xfrm>
            <a:custGeom>
              <a:avLst/>
              <a:pathLst>
                <a:path w="1389188" h="1278261">
                  <a:moveTo>
                    <a:pt x="0" y="0"/>
                  </a:moveTo>
                  <a:lnTo>
                    <a:pt x="1169" y="731"/>
                  </a:lnTo>
                  <a:lnTo>
                    <a:pt x="8738" y="5477"/>
                  </a:lnTo>
                  <a:lnTo>
                    <a:pt x="27367" y="17203"/>
                  </a:lnTo>
                  <a:lnTo>
                    <a:pt x="59531" y="37537"/>
                  </a:lnTo>
                  <a:lnTo>
                    <a:pt x="105229" y="66579"/>
                  </a:lnTo>
                  <a:lnTo>
                    <a:pt x="162186" y="103006"/>
                  </a:lnTo>
                  <a:lnTo>
                    <a:pt x="226640" y="144552"/>
                  </a:lnTo>
                  <a:lnTo>
                    <a:pt x="294425" y="188677"/>
                  </a:lnTo>
                  <a:lnTo>
                    <a:pt x="361880" y="233140"/>
                  </a:lnTo>
                  <a:lnTo>
                    <a:pt x="426369" y="276333"/>
                  </a:lnTo>
                  <a:lnTo>
                    <a:pt x="486369" y="317348"/>
                  </a:lnTo>
                  <a:lnTo>
                    <a:pt x="541302" y="355884"/>
                  </a:lnTo>
                  <a:lnTo>
                    <a:pt x="591281" y="392087"/>
                  </a:lnTo>
                  <a:lnTo>
                    <a:pt x="636848" y="426397"/>
                  </a:lnTo>
                  <a:lnTo>
                    <a:pt x="678788" y="459423"/>
                  </a:lnTo>
                  <a:lnTo>
                    <a:pt x="717979" y="491839"/>
                  </a:lnTo>
                  <a:lnTo>
                    <a:pt x="755290" y="524299"/>
                  </a:lnTo>
                  <a:lnTo>
                    <a:pt x="779811" y="546518"/>
                  </a:lnTo>
                  <a:lnTo>
                    <a:pt x="815523" y="580145"/>
                  </a:lnTo>
                  <a:lnTo>
                    <a:pt x="850932" y="615157"/>
                  </a:lnTo>
                  <a:lnTo>
                    <a:pt x="886679" y="652303"/>
                  </a:lnTo>
                  <a:lnTo>
                    <a:pt x="923506" y="692407"/>
                  </a:lnTo>
                  <a:lnTo>
                    <a:pt x="962145" y="736272"/>
                  </a:lnTo>
                  <a:lnTo>
                    <a:pt x="1003221" y="784572"/>
                  </a:lnTo>
                  <a:lnTo>
                    <a:pt x="1047126" y="837704"/>
                  </a:lnTo>
                  <a:lnTo>
                    <a:pt x="1093875" y="895583"/>
                  </a:lnTo>
                  <a:lnTo>
                    <a:pt x="1142914" y="957396"/>
                  </a:lnTo>
                  <a:lnTo>
                    <a:pt x="1192962" y="1021367"/>
                  </a:lnTo>
                  <a:lnTo>
                    <a:pt x="1241944" y="1084663"/>
                  </a:lnTo>
                  <a:lnTo>
                    <a:pt x="1287156" y="1143592"/>
                  </a:lnTo>
                  <a:lnTo>
                    <a:pt x="1325738" y="1194227"/>
                  </a:lnTo>
                  <a:lnTo>
                    <a:pt x="1355387" y="1233356"/>
                  </a:lnTo>
                  <a:lnTo>
                    <a:pt x="1375076" y="1259460"/>
                  </a:lnTo>
                  <a:lnTo>
                    <a:pt x="1385472" y="1273298"/>
                  </a:lnTo>
                  <a:lnTo>
                    <a:pt x="1388928" y="1277913"/>
                  </a:lnTo>
                  <a:lnTo>
                    <a:pt x="1389188" y="1278261"/>
                  </a:lnTo>
                </a:path>
              </a:pathLst>
            </a:custGeom>
            <a:ln w="35069" cap="rnd">
              <a:solidFill>
                <a:srgbClr val="8087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2642534" y="4859917"/>
              <a:ext cx="203975" cy="797895"/>
            </a:xfrm>
            <a:custGeom>
              <a:avLst/>
              <a:pathLst>
                <a:path w="203975" h="797895">
                  <a:moveTo>
                    <a:pt x="203975" y="797895"/>
                  </a:moveTo>
                  <a:lnTo>
                    <a:pt x="203125" y="796065"/>
                  </a:lnTo>
                  <a:lnTo>
                    <a:pt x="197905" y="784761"/>
                  </a:lnTo>
                  <a:lnTo>
                    <a:pt x="186153" y="759109"/>
                  </a:lnTo>
                  <a:lnTo>
                    <a:pt x="168429" y="720015"/>
                  </a:lnTo>
                  <a:lnTo>
                    <a:pt x="147346" y="672827"/>
                  </a:lnTo>
                  <a:lnTo>
                    <a:pt x="125935" y="623881"/>
                  </a:lnTo>
                  <a:lnTo>
                    <a:pt x="106344" y="577666"/>
                  </a:lnTo>
                  <a:lnTo>
                    <a:pt x="89527" y="536077"/>
                  </a:lnTo>
                  <a:lnTo>
                    <a:pt x="75554" y="499042"/>
                  </a:lnTo>
                  <a:lnTo>
                    <a:pt x="64045" y="465415"/>
                  </a:lnTo>
                  <a:lnTo>
                    <a:pt x="54456" y="433654"/>
                  </a:lnTo>
                  <a:lnTo>
                    <a:pt x="48794" y="412546"/>
                  </a:lnTo>
                  <a:lnTo>
                    <a:pt x="41306" y="380922"/>
                  </a:lnTo>
                  <a:lnTo>
                    <a:pt x="34761" y="347804"/>
                  </a:lnTo>
                  <a:lnTo>
                    <a:pt x="28919" y="311589"/>
                  </a:lnTo>
                  <a:lnTo>
                    <a:pt x="23523" y="270739"/>
                  </a:lnTo>
                  <a:lnTo>
                    <a:pt x="18391" y="224347"/>
                  </a:lnTo>
                  <a:lnTo>
                    <a:pt x="13474" y="172972"/>
                  </a:lnTo>
                  <a:lnTo>
                    <a:pt x="8911" y="119626"/>
                  </a:lnTo>
                  <a:lnTo>
                    <a:pt x="5024" y="70144"/>
                  </a:lnTo>
                  <a:lnTo>
                    <a:pt x="2189" y="31630"/>
                  </a:lnTo>
                  <a:lnTo>
                    <a:pt x="590" y="8798"/>
                  </a:lnTo>
                  <a:lnTo>
                    <a:pt x="41" y="638"/>
                  </a:lnTo>
                  <a:lnTo>
                    <a:pt x="0" y="0"/>
                  </a:lnTo>
                </a:path>
              </a:pathLst>
            </a:custGeom>
            <a:ln w="45612" cap="rnd">
              <a:solidFill>
                <a:srgbClr val="E0668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3153472" y="5860589"/>
              <a:ext cx="1811966" cy="198297"/>
            </a:xfrm>
            <a:custGeom>
              <a:avLst/>
              <a:pathLst>
                <a:path w="1811966" h="198297">
                  <a:moveTo>
                    <a:pt x="0" y="55547"/>
                  </a:moveTo>
                  <a:lnTo>
                    <a:pt x="1396" y="55398"/>
                  </a:lnTo>
                  <a:lnTo>
                    <a:pt x="10424" y="54446"/>
                  </a:lnTo>
                  <a:lnTo>
                    <a:pt x="32617" y="52145"/>
                  </a:lnTo>
                  <a:lnTo>
                    <a:pt x="70846" y="48258"/>
                  </a:lnTo>
                  <a:lnTo>
                    <a:pt x="124976" y="42889"/>
                  </a:lnTo>
                  <a:lnTo>
                    <a:pt x="192157" y="36428"/>
                  </a:lnTo>
                  <a:lnTo>
                    <a:pt x="267841" y="29434"/>
                  </a:lnTo>
                  <a:lnTo>
                    <a:pt x="347115" y="22485"/>
                  </a:lnTo>
                  <a:lnTo>
                    <a:pt x="425788" y="16070"/>
                  </a:lnTo>
                  <a:lnTo>
                    <a:pt x="500954" y="10534"/>
                  </a:lnTo>
                  <a:lnTo>
                    <a:pt x="571047" y="6086"/>
                  </a:lnTo>
                  <a:lnTo>
                    <a:pt x="635606" y="2827"/>
                  </a:lnTo>
                  <a:lnTo>
                    <a:pt x="694952" y="797"/>
                  </a:lnTo>
                  <a:lnTo>
                    <a:pt x="749887" y="0"/>
                  </a:lnTo>
                  <a:lnTo>
                    <a:pt x="801467" y="428"/>
                  </a:lnTo>
                  <a:lnTo>
                    <a:pt x="850828" y="2068"/>
                  </a:lnTo>
                  <a:lnTo>
                    <a:pt x="899041" y="4893"/>
                  </a:lnTo>
                  <a:lnTo>
                    <a:pt x="915499" y="6124"/>
                  </a:lnTo>
                  <a:lnTo>
                    <a:pt x="963438" y="10468"/>
                  </a:lnTo>
                  <a:lnTo>
                    <a:pt x="1012011" y="16091"/>
                  </a:lnTo>
                  <a:lnTo>
                    <a:pt x="1062208" y="23193"/>
                  </a:lnTo>
                  <a:lnTo>
                    <a:pt x="1115143" y="31966"/>
                  </a:lnTo>
                  <a:lnTo>
                    <a:pt x="1171903" y="42591"/>
                  </a:lnTo>
                  <a:lnTo>
                    <a:pt x="1233387" y="55213"/>
                  </a:lnTo>
                  <a:lnTo>
                    <a:pt x="1300110" y="69889"/>
                  </a:lnTo>
                  <a:lnTo>
                    <a:pt x="1371929" y="86520"/>
                  </a:lnTo>
                  <a:lnTo>
                    <a:pt x="1447734" y="104760"/>
                  </a:lnTo>
                  <a:lnTo>
                    <a:pt x="1525167" y="123936"/>
                  </a:lnTo>
                  <a:lnTo>
                    <a:pt x="1600562" y="143019"/>
                  </a:lnTo>
                  <a:lnTo>
                    <a:pt x="1669300" y="160712"/>
                  </a:lnTo>
                  <a:lnTo>
                    <a:pt x="1726711" y="175687"/>
                  </a:lnTo>
                  <a:lnTo>
                    <a:pt x="1769335" y="186924"/>
                  </a:lnTo>
                  <a:lnTo>
                    <a:pt x="1796079" y="194036"/>
                  </a:lnTo>
                  <a:lnTo>
                    <a:pt x="1808754" y="197431"/>
                  </a:lnTo>
                  <a:lnTo>
                    <a:pt x="1811909" y="198281"/>
                  </a:lnTo>
                  <a:lnTo>
                    <a:pt x="1811966" y="198297"/>
                  </a:lnTo>
                </a:path>
              </a:pathLst>
            </a:custGeom>
            <a:ln w="47070" cap="rnd">
              <a:solidFill>
                <a:srgbClr val="E0668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3151290" y="5276531"/>
              <a:ext cx="3643392" cy="582241"/>
            </a:xfrm>
            <a:custGeom>
              <a:avLst/>
              <a:pathLst>
                <a:path w="3643392" h="582241">
                  <a:moveTo>
                    <a:pt x="0" y="582241"/>
                  </a:moveTo>
                  <a:lnTo>
                    <a:pt x="948" y="581906"/>
                  </a:lnTo>
                  <a:lnTo>
                    <a:pt x="7235" y="579688"/>
                  </a:lnTo>
                  <a:lnTo>
                    <a:pt x="23251" y="574058"/>
                  </a:lnTo>
                  <a:lnTo>
                    <a:pt x="52292" y="563891"/>
                  </a:lnTo>
                  <a:lnTo>
                    <a:pt x="96382" y="548524"/>
                  </a:lnTo>
                  <a:lnTo>
                    <a:pt x="156131" y="527804"/>
                  </a:lnTo>
                  <a:lnTo>
                    <a:pt x="230735" y="502082"/>
                  </a:lnTo>
                  <a:lnTo>
                    <a:pt x="318167" y="472138"/>
                  </a:lnTo>
                  <a:lnTo>
                    <a:pt x="415541" y="439050"/>
                  </a:lnTo>
                  <a:lnTo>
                    <a:pt x="519561" y="404030"/>
                  </a:lnTo>
                  <a:lnTo>
                    <a:pt x="626959" y="368270"/>
                  </a:lnTo>
                  <a:lnTo>
                    <a:pt x="734836" y="332826"/>
                  </a:lnTo>
                  <a:lnTo>
                    <a:pt x="840868" y="298545"/>
                  </a:lnTo>
                  <a:lnTo>
                    <a:pt x="943380" y="266044"/>
                  </a:lnTo>
                  <a:lnTo>
                    <a:pt x="1041331" y="235722"/>
                  </a:lnTo>
                  <a:lnTo>
                    <a:pt x="1134223" y="207790"/>
                  </a:lnTo>
                  <a:lnTo>
                    <a:pt x="1221997" y="182314"/>
                  </a:lnTo>
                  <a:lnTo>
                    <a:pt x="1304926" y="159251"/>
                  </a:lnTo>
                  <a:lnTo>
                    <a:pt x="1383514" y="138488"/>
                  </a:lnTo>
                  <a:lnTo>
                    <a:pt x="1458418" y="119866"/>
                  </a:lnTo>
                  <a:lnTo>
                    <a:pt x="1530384" y="103202"/>
                  </a:lnTo>
                  <a:lnTo>
                    <a:pt x="1600190" y="88301"/>
                  </a:lnTo>
                  <a:lnTo>
                    <a:pt x="1668603" y="74970"/>
                  </a:lnTo>
                  <a:lnTo>
                    <a:pt x="1736320" y="63014"/>
                  </a:lnTo>
                  <a:lnTo>
                    <a:pt x="1783827" y="55332"/>
                  </a:lnTo>
                  <a:lnTo>
                    <a:pt x="1851576" y="45333"/>
                  </a:lnTo>
                  <a:lnTo>
                    <a:pt x="1919970" y="36435"/>
                  </a:lnTo>
                  <a:lnTo>
                    <a:pt x="1989651" y="28629"/>
                  </a:lnTo>
                  <a:lnTo>
                    <a:pt x="2061366" y="21881"/>
                  </a:lnTo>
                  <a:lnTo>
                    <a:pt x="2135914" y="16141"/>
                  </a:lnTo>
                  <a:lnTo>
                    <a:pt x="2214090" y="11355"/>
                  </a:lnTo>
                  <a:lnTo>
                    <a:pt x="2296640" y="7472"/>
                  </a:lnTo>
                  <a:lnTo>
                    <a:pt x="2384198" y="4445"/>
                  </a:lnTo>
                  <a:lnTo>
                    <a:pt x="2477216" y="2229"/>
                  </a:lnTo>
                  <a:lnTo>
                    <a:pt x="2575875" y="781"/>
                  </a:lnTo>
                  <a:lnTo>
                    <a:pt x="2679975" y="55"/>
                  </a:lnTo>
                  <a:lnTo>
                    <a:pt x="2788817" y="0"/>
                  </a:lnTo>
                  <a:lnTo>
                    <a:pt x="2901097" y="547"/>
                  </a:lnTo>
                  <a:lnTo>
                    <a:pt x="3014825" y="1614"/>
                  </a:lnTo>
                  <a:lnTo>
                    <a:pt x="3127335" y="3092"/>
                  </a:lnTo>
                  <a:lnTo>
                    <a:pt x="3235396" y="4855"/>
                  </a:lnTo>
                  <a:lnTo>
                    <a:pt x="3335481" y="6755"/>
                  </a:lnTo>
                  <a:lnTo>
                    <a:pt x="3424159" y="8642"/>
                  </a:lnTo>
                  <a:lnTo>
                    <a:pt x="3498573" y="10373"/>
                  </a:lnTo>
                  <a:lnTo>
                    <a:pt x="3556907" y="11830"/>
                  </a:lnTo>
                  <a:lnTo>
                    <a:pt x="3598721" y="12937"/>
                  </a:lnTo>
                  <a:lnTo>
                    <a:pt x="3625098" y="13671"/>
                  </a:lnTo>
                  <a:lnTo>
                    <a:pt x="3638589" y="14063"/>
                  </a:lnTo>
                  <a:lnTo>
                    <a:pt x="3643038" y="14197"/>
                  </a:lnTo>
                  <a:lnTo>
                    <a:pt x="3643392" y="14208"/>
                  </a:lnTo>
                </a:path>
              </a:pathLst>
            </a:custGeom>
            <a:ln w="33661" cap="rnd">
              <a:solidFill>
                <a:srgbClr val="8087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797178" y="4740507"/>
              <a:ext cx="2198405" cy="1218206"/>
            </a:xfrm>
            <a:custGeom>
              <a:avLst/>
              <a:pathLst>
                <a:path w="2198405" h="1218206">
                  <a:moveTo>
                    <a:pt x="0" y="0"/>
                  </a:moveTo>
                  <a:lnTo>
                    <a:pt x="1145" y="380"/>
                  </a:lnTo>
                  <a:lnTo>
                    <a:pt x="8637" y="2879"/>
                  </a:lnTo>
                  <a:lnTo>
                    <a:pt x="27395" y="9165"/>
                  </a:lnTo>
                  <a:lnTo>
                    <a:pt x="60599" y="20351"/>
                  </a:lnTo>
                  <a:lnTo>
                    <a:pt x="109401" y="36893"/>
                  </a:lnTo>
                  <a:lnTo>
                    <a:pt x="172868" y="58560"/>
                  </a:lnTo>
                  <a:lnTo>
                    <a:pt x="248304" y="84532"/>
                  </a:lnTo>
                  <a:lnTo>
                    <a:pt x="331932" y="113618"/>
                  </a:lnTo>
                  <a:lnTo>
                    <a:pt x="419694" y="144518"/>
                  </a:lnTo>
                  <a:lnTo>
                    <a:pt x="507929" y="176055"/>
                  </a:lnTo>
                  <a:lnTo>
                    <a:pt x="593795" y="207314"/>
                  </a:lnTo>
                  <a:lnTo>
                    <a:pt x="675402" y="237700"/>
                  </a:lnTo>
                  <a:lnTo>
                    <a:pt x="751748" y="266919"/>
                  </a:lnTo>
                  <a:lnTo>
                    <a:pt x="822548" y="294924"/>
                  </a:lnTo>
                  <a:lnTo>
                    <a:pt x="888034" y="321857"/>
                  </a:lnTo>
                  <a:lnTo>
                    <a:pt x="948783" y="347988"/>
                  </a:lnTo>
                  <a:lnTo>
                    <a:pt x="1005570" y="373666"/>
                  </a:lnTo>
                  <a:lnTo>
                    <a:pt x="1059269" y="399278"/>
                  </a:lnTo>
                  <a:lnTo>
                    <a:pt x="1110763" y="425213"/>
                  </a:lnTo>
                  <a:lnTo>
                    <a:pt x="1160868" y="451807"/>
                  </a:lnTo>
                  <a:lnTo>
                    <a:pt x="1180416" y="462542"/>
                  </a:lnTo>
                  <a:lnTo>
                    <a:pt x="1229621" y="490450"/>
                  </a:lnTo>
                  <a:lnTo>
                    <a:pt x="1278762" y="519702"/>
                  </a:lnTo>
                  <a:lnTo>
                    <a:pt x="1328501" y="550785"/>
                  </a:lnTo>
                  <a:lnTo>
                    <a:pt x="1379614" y="584237"/>
                  </a:lnTo>
                  <a:lnTo>
                    <a:pt x="1432904" y="620600"/>
                  </a:lnTo>
                  <a:lnTo>
                    <a:pt x="1489123" y="660379"/>
                  </a:lnTo>
                  <a:lnTo>
                    <a:pt x="1548884" y="703980"/>
                  </a:lnTo>
                  <a:lnTo>
                    <a:pt x="1612562" y="751626"/>
                  </a:lnTo>
                  <a:lnTo>
                    <a:pt x="1680156" y="803249"/>
                  </a:lnTo>
                  <a:lnTo>
                    <a:pt x="1751136" y="858359"/>
                  </a:lnTo>
                  <a:lnTo>
                    <a:pt x="1824295" y="915914"/>
                  </a:lnTo>
                  <a:lnTo>
                    <a:pt x="1897654" y="974240"/>
                  </a:lnTo>
                  <a:lnTo>
                    <a:pt x="1968506" y="1031055"/>
                  </a:lnTo>
                  <a:lnTo>
                    <a:pt x="2033665" y="1083668"/>
                  </a:lnTo>
                  <a:lnTo>
                    <a:pt x="2089946" y="1129374"/>
                  </a:lnTo>
                  <a:lnTo>
                    <a:pt x="2134801" y="1165973"/>
                  </a:lnTo>
                  <a:lnTo>
                    <a:pt x="2166922" y="1192289"/>
                  </a:lnTo>
                  <a:lnTo>
                    <a:pt x="2186632" y="1208492"/>
                  </a:lnTo>
                  <a:lnTo>
                    <a:pt x="2195939" y="1216167"/>
                  </a:lnTo>
                  <a:lnTo>
                    <a:pt x="2198346" y="1218157"/>
                  </a:lnTo>
                  <a:lnTo>
                    <a:pt x="2198405" y="1218206"/>
                  </a:lnTo>
                </a:path>
              </a:pathLst>
            </a:custGeom>
            <a:ln w="44573" cap="rnd">
              <a:solidFill>
                <a:srgbClr val="E0668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825644" y="4624871"/>
              <a:ext cx="3968535" cy="593258"/>
            </a:xfrm>
            <a:custGeom>
              <a:avLst/>
              <a:pathLst>
                <a:path w="3968535" h="593258">
                  <a:moveTo>
                    <a:pt x="0" y="30708"/>
                  </a:moveTo>
                  <a:lnTo>
                    <a:pt x="966" y="30665"/>
                  </a:lnTo>
                  <a:lnTo>
                    <a:pt x="7381" y="30385"/>
                  </a:lnTo>
                  <a:lnTo>
                    <a:pt x="23767" y="29685"/>
                  </a:lnTo>
                  <a:lnTo>
                    <a:pt x="53586" y="28448"/>
                  </a:lnTo>
                  <a:lnTo>
                    <a:pt x="99077" y="26619"/>
                  </a:lnTo>
                  <a:lnTo>
                    <a:pt x="161115" y="24217"/>
                  </a:lnTo>
                  <a:lnTo>
                    <a:pt x="239175" y="21324"/>
                  </a:lnTo>
                  <a:lnTo>
                    <a:pt x="331475" y="18079"/>
                  </a:lnTo>
                  <a:lnTo>
                    <a:pt x="435281" y="14656"/>
                  </a:lnTo>
                  <a:lnTo>
                    <a:pt x="547317" y="11246"/>
                  </a:lnTo>
                  <a:lnTo>
                    <a:pt x="664188" y="8038"/>
                  </a:lnTo>
                  <a:lnTo>
                    <a:pt x="782740" y="5201"/>
                  </a:lnTo>
                  <a:lnTo>
                    <a:pt x="900310" y="2877"/>
                  </a:lnTo>
                  <a:lnTo>
                    <a:pt x="1014850" y="1182"/>
                  </a:lnTo>
                  <a:lnTo>
                    <a:pt x="1124946" y="200"/>
                  </a:lnTo>
                  <a:lnTo>
                    <a:pt x="1229770" y="0"/>
                  </a:lnTo>
                  <a:lnTo>
                    <a:pt x="1328983" y="629"/>
                  </a:lnTo>
                  <a:lnTo>
                    <a:pt x="1422635" y="2129"/>
                  </a:lnTo>
                  <a:lnTo>
                    <a:pt x="1511064" y="4538"/>
                  </a:lnTo>
                  <a:lnTo>
                    <a:pt x="1594809" y="7891"/>
                  </a:lnTo>
                  <a:lnTo>
                    <a:pt x="1674541" y="12227"/>
                  </a:lnTo>
                  <a:lnTo>
                    <a:pt x="1751005" y="17587"/>
                  </a:lnTo>
                  <a:lnTo>
                    <a:pt x="1824970" y="24009"/>
                  </a:lnTo>
                  <a:lnTo>
                    <a:pt x="1897192" y="31528"/>
                  </a:lnTo>
                  <a:lnTo>
                    <a:pt x="1968362" y="40162"/>
                  </a:lnTo>
                  <a:lnTo>
                    <a:pt x="2021771" y="47414"/>
                  </a:lnTo>
                  <a:lnTo>
                    <a:pt x="2092377" y="57985"/>
                  </a:lnTo>
                  <a:lnTo>
                    <a:pt x="2163258" y="69789"/>
                  </a:lnTo>
                  <a:lnTo>
                    <a:pt x="2234995" y="82998"/>
                  </a:lnTo>
                  <a:lnTo>
                    <a:pt x="2308277" y="97789"/>
                  </a:lnTo>
                  <a:lnTo>
                    <a:pt x="2383847" y="114338"/>
                  </a:lnTo>
                  <a:lnTo>
                    <a:pt x="2462455" y="132821"/>
                  </a:lnTo>
                  <a:lnTo>
                    <a:pt x="2544813" y="153402"/>
                  </a:lnTo>
                  <a:lnTo>
                    <a:pt x="2631551" y="176225"/>
                  </a:lnTo>
                  <a:lnTo>
                    <a:pt x="2723157" y="201392"/>
                  </a:lnTo>
                  <a:lnTo>
                    <a:pt x="2819906" y="228943"/>
                  </a:lnTo>
                  <a:lnTo>
                    <a:pt x="2921776" y="258830"/>
                  </a:lnTo>
                  <a:lnTo>
                    <a:pt x="3028350" y="290874"/>
                  </a:lnTo>
                  <a:lnTo>
                    <a:pt x="3138722" y="324741"/>
                  </a:lnTo>
                  <a:lnTo>
                    <a:pt x="3251412" y="359907"/>
                  </a:lnTo>
                  <a:lnTo>
                    <a:pt x="3364338" y="395641"/>
                  </a:lnTo>
                  <a:lnTo>
                    <a:pt x="3474852" y="431023"/>
                  </a:lnTo>
                  <a:lnTo>
                    <a:pt x="3579890" y="464984"/>
                  </a:lnTo>
                  <a:lnTo>
                    <a:pt x="3676236" y="496394"/>
                  </a:lnTo>
                  <a:lnTo>
                    <a:pt x="3760883" y="524189"/>
                  </a:lnTo>
                  <a:lnTo>
                    <a:pt x="3831443" y="547501"/>
                  </a:lnTo>
                  <a:lnTo>
                    <a:pt x="3886512" y="565794"/>
                  </a:lnTo>
                  <a:lnTo>
                    <a:pt x="3925930" y="578950"/>
                  </a:lnTo>
                  <a:lnTo>
                    <a:pt x="3950864" y="587307"/>
                  </a:lnTo>
                  <a:lnTo>
                    <a:pt x="3963750" y="591643"/>
                  </a:lnTo>
                  <a:lnTo>
                    <a:pt x="3968136" y="593123"/>
                  </a:lnTo>
                  <a:lnTo>
                    <a:pt x="3968535" y="593258"/>
                  </a:lnTo>
                </a:path>
              </a:pathLst>
            </a:custGeom>
            <a:ln w="24356" cap="rnd">
              <a:solidFill>
                <a:srgbClr val="8087E2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5436075" y="5354297"/>
              <a:ext cx="1377541" cy="622406"/>
            </a:xfrm>
            <a:custGeom>
              <a:avLst/>
              <a:pathLst>
                <a:path w="1377541" h="622406">
                  <a:moveTo>
                    <a:pt x="0" y="622406"/>
                  </a:moveTo>
                  <a:lnTo>
                    <a:pt x="1254" y="621531"/>
                  </a:lnTo>
                  <a:lnTo>
                    <a:pt x="9304" y="615931"/>
                  </a:lnTo>
                  <a:lnTo>
                    <a:pt x="28846" y="602393"/>
                  </a:lnTo>
                  <a:lnTo>
                    <a:pt x="61867" y="579632"/>
                  </a:lnTo>
                  <a:lnTo>
                    <a:pt x="107411" y="548432"/>
                  </a:lnTo>
                  <a:lnTo>
                    <a:pt x="162163" y="511216"/>
                  </a:lnTo>
                  <a:lnTo>
                    <a:pt x="221752" y="471119"/>
                  </a:lnTo>
                  <a:lnTo>
                    <a:pt x="282101" y="431046"/>
                  </a:lnTo>
                  <a:lnTo>
                    <a:pt x="340261" y="393103"/>
                  </a:lnTo>
                  <a:lnTo>
                    <a:pt x="394626" y="358463"/>
                  </a:lnTo>
                  <a:lnTo>
                    <a:pt x="444727" y="327525"/>
                  </a:lnTo>
                  <a:lnTo>
                    <a:pt x="490893" y="300153"/>
                  </a:lnTo>
                  <a:lnTo>
                    <a:pt x="533927" y="275910"/>
                  </a:lnTo>
                  <a:lnTo>
                    <a:pt x="574865" y="254217"/>
                  </a:lnTo>
                  <a:lnTo>
                    <a:pt x="614781" y="234461"/>
                  </a:lnTo>
                  <a:lnTo>
                    <a:pt x="647276" y="219367"/>
                  </a:lnTo>
                  <a:lnTo>
                    <a:pt x="687529" y="201802"/>
                  </a:lnTo>
                  <a:lnTo>
                    <a:pt x="729043" y="185027"/>
                  </a:lnTo>
                  <a:lnTo>
                    <a:pt x="772896" y="168694"/>
                  </a:lnTo>
                  <a:lnTo>
                    <a:pt x="820263" y="152398"/>
                  </a:lnTo>
                  <a:lnTo>
                    <a:pt x="872232" y="135755"/>
                  </a:lnTo>
                  <a:lnTo>
                    <a:pt x="929588" y="118472"/>
                  </a:lnTo>
                  <a:lnTo>
                    <a:pt x="992508" y="100431"/>
                  </a:lnTo>
                  <a:lnTo>
                    <a:pt x="1060172" y="81776"/>
                  </a:lnTo>
                  <a:lnTo>
                    <a:pt x="1130353" y="63008"/>
                  </a:lnTo>
                  <a:lnTo>
                    <a:pt x="1199239" y="45015"/>
                  </a:lnTo>
                  <a:lnTo>
                    <a:pt x="1261790" y="28975"/>
                  </a:lnTo>
                  <a:lnTo>
                    <a:pt x="1312861" y="16068"/>
                  </a:lnTo>
                  <a:lnTo>
                    <a:pt x="1348855" y="7078"/>
                  </a:lnTo>
                  <a:lnTo>
                    <a:pt x="1369170" y="2052"/>
                  </a:lnTo>
                  <a:lnTo>
                    <a:pt x="1376720" y="200"/>
                  </a:lnTo>
                  <a:lnTo>
                    <a:pt x="1377541" y="0"/>
                  </a:lnTo>
                </a:path>
              </a:pathLst>
            </a:custGeom>
            <a:ln w="37029" cap="rnd">
              <a:solidFill>
                <a:srgbClr val="8087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t19"/>
            <p:cNvSpPr/>
            <p:nvPr/>
          </p:nvSpPr>
          <p:spPr>
            <a:xfrm>
              <a:off x="1735666" y="1465161"/>
              <a:ext cx="739913" cy="739913"/>
            </a:xfrm>
            <a:prstGeom prst="ellipse">
              <a:avLst/>
            </a:prstGeom>
            <a:solidFill>
              <a:srgbClr val="E06681">
                <a:alpha val="100000"/>
              </a:srgbClr>
            </a:solidFill>
            <a:ln w="190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t20"/>
            <p:cNvSpPr/>
            <p:nvPr/>
          </p:nvSpPr>
          <p:spPr>
            <a:xfrm>
              <a:off x="5039560" y="3393841"/>
              <a:ext cx="493275" cy="493275"/>
            </a:xfrm>
            <a:prstGeom prst="ellipse">
              <a:avLst/>
            </a:prstGeom>
            <a:solidFill>
              <a:srgbClr val="EE6161">
                <a:alpha val="100000"/>
              </a:srgbClr>
            </a:solidFill>
            <a:ln w="190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t21"/>
            <p:cNvSpPr/>
            <p:nvPr/>
          </p:nvSpPr>
          <p:spPr>
            <a:xfrm>
              <a:off x="2660958" y="5650128"/>
              <a:ext cx="493275" cy="493275"/>
            </a:xfrm>
            <a:prstGeom prst="ellipse">
              <a:avLst/>
            </a:prstGeom>
            <a:solidFill>
              <a:srgbClr val="ED9548">
                <a:alpha val="100000"/>
              </a:srgbClr>
            </a:solidFill>
            <a:ln w="190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2334810" y="4374326"/>
              <a:ext cx="493275" cy="493275"/>
            </a:xfrm>
            <a:prstGeom prst="ellipse">
              <a:avLst/>
            </a:prstGeom>
            <a:solidFill>
              <a:srgbClr val="FDD456">
                <a:alpha val="100000"/>
              </a:srgbClr>
            </a:solidFill>
            <a:ln w="190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4964676" y="5831619"/>
              <a:ext cx="493275" cy="493275"/>
            </a:xfrm>
            <a:prstGeom prst="ellipse">
              <a:avLst/>
            </a:prstGeom>
            <a:solidFill>
              <a:srgbClr val="4FB984">
                <a:alpha val="100000"/>
              </a:srgbClr>
            </a:solidFill>
            <a:ln w="190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5536841" y="898865"/>
              <a:ext cx="493275" cy="493275"/>
            </a:xfrm>
            <a:prstGeom prst="ellipse">
              <a:avLst/>
            </a:prstGeom>
            <a:solidFill>
              <a:srgbClr val="55B7EC">
                <a:alpha val="100000"/>
              </a:srgbClr>
            </a:solidFill>
            <a:ln w="190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6791739" y="5006107"/>
              <a:ext cx="493275" cy="493275"/>
            </a:xfrm>
            <a:prstGeom prst="ellipse">
              <a:avLst/>
            </a:prstGeom>
            <a:solidFill>
              <a:srgbClr val="6358CB">
                <a:alpha val="100000"/>
              </a:srgbClr>
            </a:solidFill>
            <a:ln w="190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tx26"/>
            <p:cNvSpPr/>
            <p:nvPr/>
          </p:nvSpPr>
          <p:spPr>
            <a:xfrm>
              <a:off x="1927863" y="1774584"/>
              <a:ext cx="355518" cy="121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39" i="0" b="1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OSF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5159234" y="3581180"/>
              <a:ext cx="253928" cy="121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39" i="0" b="1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AB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2816202" y="5837604"/>
              <a:ext cx="182788" cy="121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39" i="0" b="1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Ai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2439304" y="4561665"/>
              <a:ext cx="284286" cy="121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39" i="0" b="1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5106341" y="6017723"/>
              <a:ext cx="209946" cy="121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39" i="0" b="1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Av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5722534" y="1084969"/>
              <a:ext cx="121889" cy="121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39" i="0" b="1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B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906428" y="5192212"/>
              <a:ext cx="263895" cy="121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39" i="0" b="1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Pm</a:t>
              </a:r>
            </a:p>
          </p:txBody>
        </p:sp>
        <p:sp>
          <p:nvSpPr>
            <p:cNvPr id="33" name="pl33"/>
            <p:cNvSpPr/>
            <p:nvPr/>
          </p:nvSpPr>
          <p:spPr>
            <a:xfrm>
              <a:off x="7604150" y="731519"/>
              <a:ext cx="274320" cy="0"/>
            </a:xfrm>
            <a:custGeom>
              <a:avLst/>
              <a:pathLst>
                <a:path w="274320" h="0">
                  <a:moveTo>
                    <a:pt x="0" y="0"/>
                  </a:moveTo>
                  <a:lnTo>
                    <a:pt x="274320" y="0"/>
                  </a:lnTo>
                </a:path>
              </a:pathLst>
            </a:custGeom>
            <a:ln w="28575" cap="rnd">
              <a:solidFill>
                <a:srgbClr val="E0668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7604150" y="914400"/>
              <a:ext cx="274320" cy="0"/>
            </a:xfrm>
            <a:custGeom>
              <a:avLst/>
              <a:pathLst>
                <a:path w="274320" h="0">
                  <a:moveTo>
                    <a:pt x="0" y="0"/>
                  </a:moveTo>
                  <a:lnTo>
                    <a:pt x="274320" y="0"/>
                  </a:lnTo>
                </a:path>
              </a:pathLst>
            </a:custGeom>
            <a:ln w="28575" cap="rnd">
              <a:solidFill>
                <a:srgbClr val="8087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7604150" y="1097279"/>
              <a:ext cx="274320" cy="0"/>
            </a:xfrm>
            <a:custGeom>
              <a:avLst/>
              <a:pathLst>
                <a:path w="274320" h="0">
                  <a:moveTo>
                    <a:pt x="0" y="0"/>
                  </a:moveTo>
                  <a:lnTo>
                    <a:pt x="274320" y="0"/>
                  </a:lnTo>
                </a:path>
              </a:pathLst>
            </a:custGeom>
            <a:ln w="190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7604150" y="1280159"/>
              <a:ext cx="274320" cy="0"/>
            </a:xfrm>
            <a:custGeom>
              <a:avLst/>
              <a:pathLst>
                <a:path w="274320" h="0">
                  <a:moveTo>
                    <a:pt x="0" y="0"/>
                  </a:moveTo>
                  <a:lnTo>
                    <a:pt x="274320" y="0"/>
                  </a:lnTo>
                </a:path>
              </a:pathLst>
            </a:custGeom>
            <a:ln w="19050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7672730" y="1394459"/>
              <a:ext cx="137159" cy="137159"/>
            </a:xfrm>
            <a:prstGeom prst="ellipse">
              <a:avLst/>
            </a:prstGeom>
            <a:solidFill>
              <a:srgbClr val="E06681">
                <a:alpha val="100000"/>
              </a:srgbClr>
            </a:solidFill>
            <a:ln w="9525" cap="rnd">
              <a:solidFill>
                <a:srgbClr val="E0668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7672730" y="1577339"/>
              <a:ext cx="137159" cy="137159"/>
            </a:xfrm>
            <a:prstGeom prst="ellipse">
              <a:avLst/>
            </a:prstGeom>
            <a:solidFill>
              <a:srgbClr val="FDD456">
                <a:alpha val="100000"/>
              </a:srgbClr>
            </a:solidFill>
            <a:ln w="9525" cap="rnd">
              <a:solidFill>
                <a:srgbClr val="FDD45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7672730" y="1760219"/>
              <a:ext cx="137159" cy="137159"/>
            </a:xfrm>
            <a:prstGeom prst="ellipse">
              <a:avLst/>
            </a:prstGeom>
            <a:solidFill>
              <a:srgbClr val="6358CB">
                <a:alpha val="100000"/>
              </a:srgbClr>
            </a:solidFill>
            <a:ln w="9525" cap="rnd">
              <a:solidFill>
                <a:srgbClr val="6358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7672730" y="1943099"/>
              <a:ext cx="137159" cy="137159"/>
            </a:xfrm>
            <a:prstGeom prst="ellipse">
              <a:avLst/>
            </a:prstGeom>
            <a:solidFill>
              <a:srgbClr val="4FB984">
                <a:alpha val="100000"/>
              </a:srgbClr>
            </a:solidFill>
            <a:ln w="9525" cap="rnd">
              <a:solidFill>
                <a:srgbClr val="4FB9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7672730" y="2125979"/>
              <a:ext cx="137159" cy="137159"/>
            </a:xfrm>
            <a:prstGeom prst="ellipse">
              <a:avLst/>
            </a:prstGeom>
            <a:solidFill>
              <a:srgbClr val="ED9548">
                <a:alpha val="100000"/>
              </a:srgbClr>
            </a:solidFill>
            <a:ln w="9525" cap="rnd">
              <a:solidFill>
                <a:srgbClr val="ED954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7672730" y="2308859"/>
              <a:ext cx="137159" cy="137159"/>
            </a:xfrm>
            <a:prstGeom prst="ellipse">
              <a:avLst/>
            </a:prstGeom>
            <a:solidFill>
              <a:srgbClr val="EE6161">
                <a:alpha val="100000"/>
              </a:srgbClr>
            </a:solidFill>
            <a:ln w="9525" cap="rnd">
              <a:solidFill>
                <a:srgbClr val="EE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7672730" y="2491739"/>
              <a:ext cx="137159" cy="137159"/>
            </a:xfrm>
            <a:prstGeom prst="ellipse">
              <a:avLst/>
            </a:prstGeom>
            <a:solidFill>
              <a:srgbClr val="55B7EC">
                <a:alpha val="100000"/>
              </a:srgbClr>
            </a:solidFill>
            <a:ln w="9525" cap="rnd">
              <a:solidFill>
                <a:srgbClr val="55B7E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tx44"/>
            <p:cNvSpPr/>
            <p:nvPr/>
          </p:nvSpPr>
          <p:spPr>
            <a:xfrm>
              <a:off x="8015630" y="676930"/>
              <a:ext cx="533735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Positive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8015630" y="859810"/>
              <a:ext cx="601583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Negative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8015630" y="1042690"/>
              <a:ext cx="876909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Sig. (p&lt;0.05)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8015630" y="1225570"/>
              <a:ext cx="245699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n.s.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8015630" y="1408450"/>
              <a:ext cx="313364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OSF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8015630" y="1591330"/>
              <a:ext cx="228691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Am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8015630" y="1774210"/>
              <a:ext cx="228691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Pm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8015630" y="1957090"/>
              <a:ext cx="175199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Av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8015630" y="2139970"/>
              <a:ext cx="135514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Ai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8015630" y="2322850"/>
              <a:ext cx="203362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AB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015630" y="2505730"/>
              <a:ext cx="101681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2026-06-09T19:47:46Z</dcterms:modified>
  <cp:category/>
</cp:coreProperties>
</file>