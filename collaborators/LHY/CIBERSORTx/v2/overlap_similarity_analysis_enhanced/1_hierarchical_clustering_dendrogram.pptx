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 rot="-5400000">
              <a:off x="1082136" y="5516907"/>
              <a:ext cx="203362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AB</a:t>
              </a:r>
            </a:p>
          </p:txBody>
        </p:sp>
        <p:sp>
          <p:nvSpPr>
            <p:cNvPr id="5" name="tx5"/>
            <p:cNvSpPr/>
            <p:nvPr/>
          </p:nvSpPr>
          <p:spPr>
            <a:xfrm rot="-5400000">
              <a:off x="2346532" y="5466066"/>
              <a:ext cx="101681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6" name="pl6"/>
            <p:cNvSpPr/>
            <p:nvPr/>
          </p:nvSpPr>
          <p:spPr>
            <a:xfrm>
              <a:off x="1205653" y="3540816"/>
              <a:ext cx="1213555" cy="1801989"/>
            </a:xfrm>
            <a:custGeom>
              <a:avLst/>
              <a:pathLst>
                <a:path w="1213555" h="1801989">
                  <a:moveTo>
                    <a:pt x="0" y="1801989"/>
                  </a:moveTo>
                  <a:lnTo>
                    <a:pt x="0" y="0"/>
                  </a:lnTo>
                  <a:lnTo>
                    <a:pt x="1213555" y="0"/>
                  </a:lnTo>
                  <a:lnTo>
                    <a:pt x="1213555" y="180198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tx7"/>
            <p:cNvSpPr/>
            <p:nvPr/>
          </p:nvSpPr>
          <p:spPr>
            <a:xfrm rot="-5400000">
              <a:off x="3523329" y="5502825"/>
              <a:ext cx="175199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Av</a:t>
              </a:r>
            </a:p>
          </p:txBody>
        </p:sp>
        <p:sp>
          <p:nvSpPr>
            <p:cNvPr id="8" name="tx8"/>
            <p:cNvSpPr/>
            <p:nvPr/>
          </p:nvSpPr>
          <p:spPr>
            <a:xfrm rot="-5400000">
              <a:off x="4756727" y="5482982"/>
              <a:ext cx="13551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Ai</a:t>
              </a:r>
            </a:p>
          </p:txBody>
        </p:sp>
        <p:sp>
          <p:nvSpPr>
            <p:cNvPr id="9" name="tx9"/>
            <p:cNvSpPr/>
            <p:nvPr/>
          </p:nvSpPr>
          <p:spPr>
            <a:xfrm rot="-5400000">
              <a:off x="5923693" y="5529571"/>
              <a:ext cx="228691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Am</a:t>
              </a:r>
            </a:p>
          </p:txBody>
        </p:sp>
        <p:sp>
          <p:nvSpPr>
            <p:cNvPr id="10" name="pl10"/>
            <p:cNvSpPr/>
            <p:nvPr/>
          </p:nvSpPr>
          <p:spPr>
            <a:xfrm>
              <a:off x="4846320" y="4846203"/>
              <a:ext cx="1213555" cy="496601"/>
            </a:xfrm>
            <a:custGeom>
              <a:avLst/>
              <a:pathLst>
                <a:path w="1213555" h="496601">
                  <a:moveTo>
                    <a:pt x="0" y="496601"/>
                  </a:moveTo>
                  <a:lnTo>
                    <a:pt x="0" y="0"/>
                  </a:lnTo>
                  <a:lnTo>
                    <a:pt x="1213555" y="0"/>
                  </a:lnTo>
                  <a:lnTo>
                    <a:pt x="1213555" y="49660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32764" y="3534626"/>
              <a:ext cx="1820333" cy="1808178"/>
            </a:xfrm>
            <a:custGeom>
              <a:avLst/>
              <a:pathLst>
                <a:path w="1820333" h="1808178">
                  <a:moveTo>
                    <a:pt x="0" y="1808178"/>
                  </a:moveTo>
                  <a:lnTo>
                    <a:pt x="0" y="0"/>
                  </a:lnTo>
                  <a:lnTo>
                    <a:pt x="1820333" y="0"/>
                  </a:lnTo>
                  <a:lnTo>
                    <a:pt x="1820333" y="131157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tx12"/>
            <p:cNvSpPr/>
            <p:nvPr/>
          </p:nvSpPr>
          <p:spPr>
            <a:xfrm rot="-5400000">
              <a:off x="7094912" y="5571908"/>
              <a:ext cx="3133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OSF</a:t>
              </a:r>
            </a:p>
          </p:txBody>
        </p:sp>
        <p:sp>
          <p:nvSpPr>
            <p:cNvPr id="13" name="tx13"/>
            <p:cNvSpPr/>
            <p:nvPr/>
          </p:nvSpPr>
          <p:spPr>
            <a:xfrm rot="-5400000">
              <a:off x="8350805" y="5529571"/>
              <a:ext cx="228691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Pm</a:t>
              </a:r>
            </a:p>
          </p:txBody>
        </p:sp>
        <p:sp>
          <p:nvSpPr>
            <p:cNvPr id="14" name="pl14"/>
            <p:cNvSpPr/>
            <p:nvPr/>
          </p:nvSpPr>
          <p:spPr>
            <a:xfrm>
              <a:off x="7273431" y="3335505"/>
              <a:ext cx="1213555" cy="2007299"/>
            </a:xfrm>
            <a:custGeom>
              <a:avLst/>
              <a:pathLst>
                <a:path w="1213555" h="2007299">
                  <a:moveTo>
                    <a:pt x="0" y="2007299"/>
                  </a:moveTo>
                  <a:lnTo>
                    <a:pt x="0" y="0"/>
                  </a:lnTo>
                  <a:lnTo>
                    <a:pt x="1213555" y="0"/>
                  </a:lnTo>
                  <a:lnTo>
                    <a:pt x="1213555" y="200729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542931" y="2217318"/>
              <a:ext cx="3337277" cy="1317307"/>
            </a:xfrm>
            <a:custGeom>
              <a:avLst/>
              <a:pathLst>
                <a:path w="3337277" h="1317307">
                  <a:moveTo>
                    <a:pt x="0" y="1317307"/>
                  </a:moveTo>
                  <a:lnTo>
                    <a:pt x="0" y="0"/>
                  </a:lnTo>
                  <a:lnTo>
                    <a:pt x="3337277" y="0"/>
                  </a:lnTo>
                  <a:lnTo>
                    <a:pt x="3337277" y="111818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812431" y="924559"/>
              <a:ext cx="4399138" cy="2616256"/>
            </a:xfrm>
            <a:custGeom>
              <a:avLst/>
              <a:pathLst>
                <a:path w="4399138" h="2616256">
                  <a:moveTo>
                    <a:pt x="0" y="2616256"/>
                  </a:moveTo>
                  <a:lnTo>
                    <a:pt x="0" y="0"/>
                  </a:lnTo>
                  <a:lnTo>
                    <a:pt x="4399138" y="0"/>
                  </a:lnTo>
                  <a:lnTo>
                    <a:pt x="4399138" y="129275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14399" y="731519"/>
              <a:ext cx="0" cy="4611285"/>
            </a:xfrm>
            <a:custGeom>
              <a:avLst/>
              <a:pathLst>
                <a:path w="0" h="4611285">
                  <a:moveTo>
                    <a:pt x="0" y="461128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22959" y="534280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22959" y="403057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22959" y="271833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22959" y="140610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tx22"/>
            <p:cNvSpPr/>
            <p:nvPr/>
          </p:nvSpPr>
          <p:spPr>
            <a:xfrm rot="-5400000">
              <a:off x="471921" y="5282820"/>
              <a:ext cx="326075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3" name="tx23"/>
            <p:cNvSpPr/>
            <p:nvPr/>
          </p:nvSpPr>
          <p:spPr>
            <a:xfrm rot="-5400000">
              <a:off x="471921" y="3970585"/>
              <a:ext cx="326075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0.05</a:t>
              </a:r>
            </a:p>
          </p:txBody>
        </p:sp>
        <p:sp>
          <p:nvSpPr>
            <p:cNvPr id="24" name="tx24"/>
            <p:cNvSpPr/>
            <p:nvPr/>
          </p:nvSpPr>
          <p:spPr>
            <a:xfrm rot="-5400000">
              <a:off x="471921" y="2658350"/>
              <a:ext cx="326075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0.10</a:t>
              </a:r>
            </a:p>
          </p:txBody>
        </p:sp>
        <p:sp>
          <p:nvSpPr>
            <p:cNvPr id="25" name="tx25"/>
            <p:cNvSpPr/>
            <p:nvPr/>
          </p:nvSpPr>
          <p:spPr>
            <a:xfrm rot="-5400000">
              <a:off x="471921" y="1346116"/>
              <a:ext cx="326075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0.15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1660916" y="283921"/>
              <a:ext cx="6370807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Hierarchical Clustering Dendrogram (Cophenetic r = 0.712)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165366" y="6712244"/>
              <a:ext cx="1361907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hclust (*, "ward.D2")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4592253" y="6507693"/>
              <a:ext cx="508132" cy="1308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29" name="tx29"/>
            <p:cNvSpPr/>
            <p:nvPr/>
          </p:nvSpPr>
          <p:spPr>
            <a:xfrm rot="-5400000">
              <a:off x="-786612" y="3272134"/>
              <a:ext cx="2100742" cy="1308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Distance (Ward's method)</a:t>
              </a:r>
            </a:p>
          </p:txBody>
        </p:sp>
        <p:sp>
          <p:nvSpPr>
            <p:cNvPr id="30" name="rc30"/>
            <p:cNvSpPr/>
            <p:nvPr/>
          </p:nvSpPr>
          <p:spPr>
            <a:xfrm>
              <a:off x="914399" y="2776412"/>
              <a:ext cx="1905282" cy="3167187"/>
            </a:xfrm>
            <a:prstGeom prst="rect">
              <a:avLst/>
            </a:prstGeom>
            <a:noFill/>
            <a:ln w="9525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220155" y="2776412"/>
              <a:ext cx="3240193" cy="3167187"/>
            </a:xfrm>
            <a:prstGeom prst="rect">
              <a:avLst/>
            </a:prstGeom>
            <a:noFill/>
            <a:ln w="9525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6860822" y="2776412"/>
              <a:ext cx="1917417" cy="3167187"/>
            </a:xfrm>
            <a:prstGeom prst="rect">
              <a:avLst/>
            </a:prstGeom>
            <a:noFill/>
            <a:ln w="9525" cap="rnd">
              <a:solidFill>
                <a:srgbClr val="FF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tx33"/>
            <p:cNvSpPr/>
            <p:nvPr/>
          </p:nvSpPr>
          <p:spPr>
            <a:xfrm>
              <a:off x="167820" y="962084"/>
              <a:ext cx="1573773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FF">
                      <a:alpha val="100000"/>
                    </a:srgbClr>
                  </a:solidFill>
                  <a:latin typeface="Arial"/>
                  <a:cs typeface="Arial"/>
                </a:rPr>
                <a:t>Cluster quality: 0.712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2026-06-09T19:47:44Z</dcterms:modified>
  <cp:category/>
</cp:coreProperties>
</file>