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65515" y="0"/>
              <a:ext cx="8412968" cy="6858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784602" y="1273940"/>
              <a:ext cx="822846" cy="1724778"/>
            </a:xfrm>
            <a:custGeom>
              <a:avLst/>
              <a:pathLst>
                <a:path w="822846" h="1724778">
                  <a:moveTo>
                    <a:pt x="698853" y="402881"/>
                  </a:moveTo>
                  <a:lnTo>
                    <a:pt x="672961" y="362593"/>
                  </a:lnTo>
                  <a:lnTo>
                    <a:pt x="647070" y="322305"/>
                  </a:lnTo>
                  <a:lnTo>
                    <a:pt x="621178" y="282017"/>
                  </a:lnTo>
                  <a:lnTo>
                    <a:pt x="595286" y="241729"/>
                  </a:lnTo>
                  <a:lnTo>
                    <a:pt x="569395" y="201440"/>
                  </a:lnTo>
                  <a:lnTo>
                    <a:pt x="543503" y="161152"/>
                  </a:lnTo>
                  <a:lnTo>
                    <a:pt x="517611" y="120864"/>
                  </a:lnTo>
                  <a:lnTo>
                    <a:pt x="491720" y="80576"/>
                  </a:lnTo>
                  <a:lnTo>
                    <a:pt x="465828" y="40288"/>
                  </a:lnTo>
                  <a:lnTo>
                    <a:pt x="439936" y="0"/>
                  </a:lnTo>
                  <a:lnTo>
                    <a:pt x="409636" y="20298"/>
                  </a:lnTo>
                  <a:lnTo>
                    <a:pt x="380130" y="41735"/>
                  </a:lnTo>
                  <a:lnTo>
                    <a:pt x="351462" y="64280"/>
                  </a:lnTo>
                  <a:lnTo>
                    <a:pt x="323672" y="87900"/>
                  </a:lnTo>
                  <a:lnTo>
                    <a:pt x="296802" y="112561"/>
                  </a:lnTo>
                  <a:lnTo>
                    <a:pt x="270891" y="138227"/>
                  </a:lnTo>
                  <a:lnTo>
                    <a:pt x="245975" y="164861"/>
                  </a:lnTo>
                  <a:lnTo>
                    <a:pt x="222092" y="192424"/>
                  </a:lnTo>
                  <a:lnTo>
                    <a:pt x="199275" y="220877"/>
                  </a:lnTo>
                  <a:lnTo>
                    <a:pt x="177558" y="250177"/>
                  </a:lnTo>
                  <a:lnTo>
                    <a:pt x="156972" y="280283"/>
                  </a:lnTo>
                  <a:lnTo>
                    <a:pt x="137547" y="311151"/>
                  </a:lnTo>
                  <a:lnTo>
                    <a:pt x="119311" y="342736"/>
                  </a:lnTo>
                  <a:lnTo>
                    <a:pt x="102291" y="374992"/>
                  </a:lnTo>
                  <a:lnTo>
                    <a:pt x="86512" y="407873"/>
                  </a:lnTo>
                  <a:lnTo>
                    <a:pt x="71995" y="441331"/>
                  </a:lnTo>
                  <a:lnTo>
                    <a:pt x="58763" y="475317"/>
                  </a:lnTo>
                  <a:lnTo>
                    <a:pt x="46835" y="509783"/>
                  </a:lnTo>
                  <a:lnTo>
                    <a:pt x="36227" y="544677"/>
                  </a:lnTo>
                  <a:lnTo>
                    <a:pt x="26955" y="579950"/>
                  </a:lnTo>
                  <a:lnTo>
                    <a:pt x="19033" y="615551"/>
                  </a:lnTo>
                  <a:lnTo>
                    <a:pt x="12472" y="651427"/>
                  </a:lnTo>
                  <a:lnTo>
                    <a:pt x="7282" y="687527"/>
                  </a:lnTo>
                  <a:lnTo>
                    <a:pt x="3470" y="723798"/>
                  </a:lnTo>
                  <a:lnTo>
                    <a:pt x="1041" y="760189"/>
                  </a:lnTo>
                  <a:lnTo>
                    <a:pt x="0" y="796645"/>
                  </a:lnTo>
                  <a:lnTo>
                    <a:pt x="347" y="833115"/>
                  </a:lnTo>
                  <a:lnTo>
                    <a:pt x="2082" y="869544"/>
                  </a:lnTo>
                  <a:lnTo>
                    <a:pt x="5203" y="905882"/>
                  </a:lnTo>
                  <a:lnTo>
                    <a:pt x="9705" y="942074"/>
                  </a:lnTo>
                  <a:lnTo>
                    <a:pt x="15582" y="978069"/>
                  </a:lnTo>
                  <a:lnTo>
                    <a:pt x="22825" y="1013814"/>
                  </a:lnTo>
                  <a:lnTo>
                    <a:pt x="31423" y="1049257"/>
                  </a:lnTo>
                  <a:lnTo>
                    <a:pt x="41365" y="1084347"/>
                  </a:lnTo>
                  <a:lnTo>
                    <a:pt x="52635" y="1119033"/>
                  </a:lnTo>
                  <a:lnTo>
                    <a:pt x="65218" y="1153265"/>
                  </a:lnTo>
                  <a:lnTo>
                    <a:pt x="79094" y="1186993"/>
                  </a:lnTo>
                  <a:lnTo>
                    <a:pt x="94245" y="1220169"/>
                  </a:lnTo>
                  <a:lnTo>
                    <a:pt x="110648" y="1252743"/>
                  </a:lnTo>
                  <a:lnTo>
                    <a:pt x="128279" y="1284670"/>
                  </a:lnTo>
                  <a:lnTo>
                    <a:pt x="147112" y="1315902"/>
                  </a:lnTo>
                  <a:lnTo>
                    <a:pt x="167121" y="1346394"/>
                  </a:lnTo>
                  <a:lnTo>
                    <a:pt x="188277" y="1376103"/>
                  </a:lnTo>
                  <a:lnTo>
                    <a:pt x="210548" y="1404985"/>
                  </a:lnTo>
                  <a:lnTo>
                    <a:pt x="233902" y="1432997"/>
                  </a:lnTo>
                  <a:lnTo>
                    <a:pt x="258306" y="1460101"/>
                  </a:lnTo>
                  <a:lnTo>
                    <a:pt x="283725" y="1486255"/>
                  </a:lnTo>
                  <a:lnTo>
                    <a:pt x="310120" y="1511424"/>
                  </a:lnTo>
                  <a:lnTo>
                    <a:pt x="337455" y="1535568"/>
                  </a:lnTo>
                  <a:lnTo>
                    <a:pt x="365688" y="1558655"/>
                  </a:lnTo>
                  <a:lnTo>
                    <a:pt x="394781" y="1580650"/>
                  </a:lnTo>
                  <a:lnTo>
                    <a:pt x="424689" y="1601522"/>
                  </a:lnTo>
                  <a:lnTo>
                    <a:pt x="455371" y="1621240"/>
                  </a:lnTo>
                  <a:lnTo>
                    <a:pt x="486781" y="1639775"/>
                  </a:lnTo>
                  <a:lnTo>
                    <a:pt x="518874" y="1657101"/>
                  </a:lnTo>
                  <a:lnTo>
                    <a:pt x="551603" y="1673193"/>
                  </a:lnTo>
                  <a:lnTo>
                    <a:pt x="584921" y="1688028"/>
                  </a:lnTo>
                  <a:lnTo>
                    <a:pt x="618780" y="1701583"/>
                  </a:lnTo>
                  <a:lnTo>
                    <a:pt x="653130" y="1713839"/>
                  </a:lnTo>
                  <a:lnTo>
                    <a:pt x="687922" y="1724778"/>
                  </a:lnTo>
                  <a:lnTo>
                    <a:pt x="701414" y="1678827"/>
                  </a:lnTo>
                  <a:lnTo>
                    <a:pt x="714907" y="1632877"/>
                  </a:lnTo>
                  <a:lnTo>
                    <a:pt x="728399" y="1586926"/>
                  </a:lnTo>
                  <a:lnTo>
                    <a:pt x="741892" y="1540975"/>
                  </a:lnTo>
                  <a:lnTo>
                    <a:pt x="755384" y="1495024"/>
                  </a:lnTo>
                  <a:lnTo>
                    <a:pt x="768876" y="1449074"/>
                  </a:lnTo>
                  <a:lnTo>
                    <a:pt x="782369" y="1403123"/>
                  </a:lnTo>
                  <a:lnTo>
                    <a:pt x="795861" y="1357172"/>
                  </a:lnTo>
                  <a:lnTo>
                    <a:pt x="809353" y="1311221"/>
                  </a:lnTo>
                  <a:lnTo>
                    <a:pt x="822846" y="1265271"/>
                  </a:lnTo>
                  <a:lnTo>
                    <a:pt x="793974" y="1255788"/>
                  </a:lnTo>
                  <a:lnTo>
                    <a:pt x="765761" y="1244494"/>
                  </a:lnTo>
                  <a:lnTo>
                    <a:pt x="738322" y="1231432"/>
                  </a:lnTo>
                  <a:lnTo>
                    <a:pt x="711766" y="1216657"/>
                  </a:lnTo>
                  <a:lnTo>
                    <a:pt x="686201" y="1200227"/>
                  </a:lnTo>
                  <a:lnTo>
                    <a:pt x="661729" y="1182209"/>
                  </a:lnTo>
                  <a:lnTo>
                    <a:pt x="638449" y="1162675"/>
                  </a:lnTo>
                  <a:lnTo>
                    <a:pt x="616455" y="1141704"/>
                  </a:lnTo>
                  <a:lnTo>
                    <a:pt x="595836" y="1119380"/>
                  </a:lnTo>
                  <a:lnTo>
                    <a:pt x="576674" y="1095794"/>
                  </a:lnTo>
                  <a:lnTo>
                    <a:pt x="559046" y="1071039"/>
                  </a:lnTo>
                  <a:lnTo>
                    <a:pt x="543024" y="1045216"/>
                  </a:lnTo>
                  <a:lnTo>
                    <a:pt x="528672" y="1018430"/>
                  </a:lnTo>
                  <a:lnTo>
                    <a:pt x="516048" y="990786"/>
                  </a:lnTo>
                  <a:lnTo>
                    <a:pt x="505202" y="962398"/>
                  </a:lnTo>
                  <a:lnTo>
                    <a:pt x="496179" y="933379"/>
                  </a:lnTo>
                  <a:lnTo>
                    <a:pt x="489014" y="903846"/>
                  </a:lnTo>
                  <a:lnTo>
                    <a:pt x="483737" y="873919"/>
                  </a:lnTo>
                  <a:lnTo>
                    <a:pt x="480369" y="843717"/>
                  </a:lnTo>
                  <a:lnTo>
                    <a:pt x="478923" y="813362"/>
                  </a:lnTo>
                  <a:lnTo>
                    <a:pt x="479405" y="782976"/>
                  </a:lnTo>
                  <a:lnTo>
                    <a:pt x="481813" y="752682"/>
                  </a:lnTo>
                  <a:lnTo>
                    <a:pt x="486138" y="722602"/>
                  </a:lnTo>
                  <a:lnTo>
                    <a:pt x="492362" y="692857"/>
                  </a:lnTo>
                  <a:lnTo>
                    <a:pt x="500460" y="663566"/>
                  </a:lnTo>
                  <a:lnTo>
                    <a:pt x="510400" y="634848"/>
                  </a:lnTo>
                  <a:lnTo>
                    <a:pt x="522140" y="606818"/>
                  </a:lnTo>
                  <a:lnTo>
                    <a:pt x="535635" y="579589"/>
                  </a:lnTo>
                  <a:lnTo>
                    <a:pt x="550830" y="553271"/>
                  </a:lnTo>
                  <a:lnTo>
                    <a:pt x="567663" y="527970"/>
                  </a:lnTo>
                  <a:lnTo>
                    <a:pt x="586068" y="503787"/>
                  </a:lnTo>
                  <a:lnTo>
                    <a:pt x="605968" y="480821"/>
                  </a:lnTo>
                  <a:lnTo>
                    <a:pt x="627286" y="459162"/>
                  </a:lnTo>
                  <a:lnTo>
                    <a:pt x="649934" y="438899"/>
                  </a:lnTo>
                  <a:lnTo>
                    <a:pt x="673822" y="420114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472524" y="1681814"/>
              <a:ext cx="1227616" cy="1355529"/>
            </a:xfrm>
            <a:custGeom>
              <a:avLst/>
              <a:pathLst>
                <a:path w="1227616" h="1355529">
                  <a:moveTo>
                    <a:pt x="134923" y="857397"/>
                  </a:moveTo>
                  <a:lnTo>
                    <a:pt x="121431" y="903348"/>
                  </a:lnTo>
                  <a:lnTo>
                    <a:pt x="107938" y="949298"/>
                  </a:lnTo>
                  <a:lnTo>
                    <a:pt x="94446" y="995249"/>
                  </a:lnTo>
                  <a:lnTo>
                    <a:pt x="80954" y="1041200"/>
                  </a:lnTo>
                  <a:lnTo>
                    <a:pt x="67461" y="1087151"/>
                  </a:lnTo>
                  <a:lnTo>
                    <a:pt x="53969" y="1133101"/>
                  </a:lnTo>
                  <a:lnTo>
                    <a:pt x="40477" y="1179052"/>
                  </a:lnTo>
                  <a:lnTo>
                    <a:pt x="26984" y="1225003"/>
                  </a:lnTo>
                  <a:lnTo>
                    <a:pt x="13492" y="1270954"/>
                  </a:lnTo>
                  <a:lnTo>
                    <a:pt x="0" y="1316904"/>
                  </a:lnTo>
                  <a:lnTo>
                    <a:pt x="35183" y="1326511"/>
                  </a:lnTo>
                  <a:lnTo>
                    <a:pt x="70706" y="1334772"/>
                  </a:lnTo>
                  <a:lnTo>
                    <a:pt x="106518" y="1341674"/>
                  </a:lnTo>
                  <a:lnTo>
                    <a:pt x="142567" y="1347208"/>
                  </a:lnTo>
                  <a:lnTo>
                    <a:pt x="178801" y="1351366"/>
                  </a:lnTo>
                  <a:lnTo>
                    <a:pt x="215166" y="1354141"/>
                  </a:lnTo>
                  <a:lnTo>
                    <a:pt x="251611" y="1355529"/>
                  </a:lnTo>
                  <a:lnTo>
                    <a:pt x="288082" y="1355529"/>
                  </a:lnTo>
                  <a:lnTo>
                    <a:pt x="324527" y="1354141"/>
                  </a:lnTo>
                  <a:lnTo>
                    <a:pt x="360893" y="1351366"/>
                  </a:lnTo>
                  <a:lnTo>
                    <a:pt x="397126" y="1347208"/>
                  </a:lnTo>
                  <a:lnTo>
                    <a:pt x="433175" y="1341674"/>
                  </a:lnTo>
                  <a:lnTo>
                    <a:pt x="468987" y="1334772"/>
                  </a:lnTo>
                  <a:lnTo>
                    <a:pt x="504511" y="1326511"/>
                  </a:lnTo>
                  <a:lnTo>
                    <a:pt x="539694" y="1316904"/>
                  </a:lnTo>
                  <a:lnTo>
                    <a:pt x="574486" y="1305965"/>
                  </a:lnTo>
                  <a:lnTo>
                    <a:pt x="608836" y="1293709"/>
                  </a:lnTo>
                  <a:lnTo>
                    <a:pt x="642695" y="1280154"/>
                  </a:lnTo>
                  <a:lnTo>
                    <a:pt x="676013" y="1265320"/>
                  </a:lnTo>
                  <a:lnTo>
                    <a:pt x="708742" y="1249228"/>
                  </a:lnTo>
                  <a:lnTo>
                    <a:pt x="740835" y="1231901"/>
                  </a:lnTo>
                  <a:lnTo>
                    <a:pt x="772245" y="1213366"/>
                  </a:lnTo>
                  <a:lnTo>
                    <a:pt x="802926" y="1193648"/>
                  </a:lnTo>
                  <a:lnTo>
                    <a:pt x="832835" y="1172777"/>
                  </a:lnTo>
                  <a:lnTo>
                    <a:pt x="861927" y="1150781"/>
                  </a:lnTo>
                  <a:lnTo>
                    <a:pt x="890161" y="1127695"/>
                  </a:lnTo>
                  <a:lnTo>
                    <a:pt x="917496" y="1103550"/>
                  </a:lnTo>
                  <a:lnTo>
                    <a:pt x="943891" y="1078382"/>
                  </a:lnTo>
                  <a:lnTo>
                    <a:pt x="969310" y="1052227"/>
                  </a:lnTo>
                  <a:lnTo>
                    <a:pt x="993714" y="1025124"/>
                  </a:lnTo>
                  <a:lnTo>
                    <a:pt x="1017068" y="997111"/>
                  </a:lnTo>
                  <a:lnTo>
                    <a:pt x="1039339" y="968229"/>
                  </a:lnTo>
                  <a:lnTo>
                    <a:pt x="1060494" y="938521"/>
                  </a:lnTo>
                  <a:lnTo>
                    <a:pt x="1080504" y="908028"/>
                  </a:lnTo>
                  <a:lnTo>
                    <a:pt x="1099337" y="876796"/>
                  </a:lnTo>
                  <a:lnTo>
                    <a:pt x="1116968" y="844870"/>
                  </a:lnTo>
                  <a:lnTo>
                    <a:pt x="1133371" y="812295"/>
                  </a:lnTo>
                  <a:lnTo>
                    <a:pt x="1148522" y="779120"/>
                  </a:lnTo>
                  <a:lnTo>
                    <a:pt x="1162398" y="745391"/>
                  </a:lnTo>
                  <a:lnTo>
                    <a:pt x="1174981" y="711159"/>
                  </a:lnTo>
                  <a:lnTo>
                    <a:pt x="1186251" y="676473"/>
                  </a:lnTo>
                  <a:lnTo>
                    <a:pt x="1196193" y="641383"/>
                  </a:lnTo>
                  <a:lnTo>
                    <a:pt x="1204791" y="605940"/>
                  </a:lnTo>
                  <a:lnTo>
                    <a:pt x="1212034" y="570195"/>
                  </a:lnTo>
                  <a:lnTo>
                    <a:pt x="1217911" y="534200"/>
                  </a:lnTo>
                  <a:lnTo>
                    <a:pt x="1222413" y="498008"/>
                  </a:lnTo>
                  <a:lnTo>
                    <a:pt x="1225534" y="461671"/>
                  </a:lnTo>
                  <a:lnTo>
                    <a:pt x="1227269" y="425241"/>
                  </a:lnTo>
                  <a:lnTo>
                    <a:pt x="1227616" y="388771"/>
                  </a:lnTo>
                  <a:lnTo>
                    <a:pt x="1226575" y="352315"/>
                  </a:lnTo>
                  <a:lnTo>
                    <a:pt x="1224146" y="315925"/>
                  </a:lnTo>
                  <a:lnTo>
                    <a:pt x="1220334" y="279653"/>
                  </a:lnTo>
                  <a:lnTo>
                    <a:pt x="1215144" y="243553"/>
                  </a:lnTo>
                  <a:lnTo>
                    <a:pt x="1208583" y="207677"/>
                  </a:lnTo>
                  <a:lnTo>
                    <a:pt x="1200661" y="172076"/>
                  </a:lnTo>
                  <a:lnTo>
                    <a:pt x="1191389" y="136803"/>
                  </a:lnTo>
                  <a:lnTo>
                    <a:pt x="1180781" y="101909"/>
                  </a:lnTo>
                  <a:lnTo>
                    <a:pt x="1168853" y="67444"/>
                  </a:lnTo>
                  <a:lnTo>
                    <a:pt x="1155620" y="33457"/>
                  </a:lnTo>
                  <a:lnTo>
                    <a:pt x="1141104" y="0"/>
                  </a:lnTo>
                  <a:lnTo>
                    <a:pt x="1097541" y="19894"/>
                  </a:lnTo>
                  <a:lnTo>
                    <a:pt x="1053978" y="39788"/>
                  </a:lnTo>
                  <a:lnTo>
                    <a:pt x="1010416" y="59683"/>
                  </a:lnTo>
                  <a:lnTo>
                    <a:pt x="966853" y="79577"/>
                  </a:lnTo>
                  <a:lnTo>
                    <a:pt x="923290" y="99472"/>
                  </a:lnTo>
                  <a:lnTo>
                    <a:pt x="879727" y="119366"/>
                  </a:lnTo>
                  <a:lnTo>
                    <a:pt x="836164" y="139261"/>
                  </a:lnTo>
                  <a:lnTo>
                    <a:pt x="792601" y="159155"/>
                  </a:lnTo>
                  <a:lnTo>
                    <a:pt x="749038" y="179050"/>
                  </a:lnTo>
                  <a:lnTo>
                    <a:pt x="705475" y="198944"/>
                  </a:lnTo>
                  <a:lnTo>
                    <a:pt x="717216" y="226974"/>
                  </a:lnTo>
                  <a:lnTo>
                    <a:pt x="727156" y="255692"/>
                  </a:lnTo>
                  <a:lnTo>
                    <a:pt x="735254" y="284983"/>
                  </a:lnTo>
                  <a:lnTo>
                    <a:pt x="741478" y="314728"/>
                  </a:lnTo>
                  <a:lnTo>
                    <a:pt x="745802" y="344808"/>
                  </a:lnTo>
                  <a:lnTo>
                    <a:pt x="748211" y="375102"/>
                  </a:lnTo>
                  <a:lnTo>
                    <a:pt x="748693" y="405488"/>
                  </a:lnTo>
                  <a:lnTo>
                    <a:pt x="747247" y="435843"/>
                  </a:lnTo>
                  <a:lnTo>
                    <a:pt x="743879" y="466045"/>
                  </a:lnTo>
                  <a:lnTo>
                    <a:pt x="738602" y="495973"/>
                  </a:lnTo>
                  <a:lnTo>
                    <a:pt x="731437" y="525506"/>
                  </a:lnTo>
                  <a:lnTo>
                    <a:pt x="722414" y="554524"/>
                  </a:lnTo>
                  <a:lnTo>
                    <a:pt x="711568" y="582913"/>
                  </a:lnTo>
                  <a:lnTo>
                    <a:pt x="698944" y="610556"/>
                  </a:lnTo>
                  <a:lnTo>
                    <a:pt x="684592" y="637343"/>
                  </a:lnTo>
                  <a:lnTo>
                    <a:pt x="668570" y="663165"/>
                  </a:lnTo>
                  <a:lnTo>
                    <a:pt x="650942" y="687920"/>
                  </a:lnTo>
                  <a:lnTo>
                    <a:pt x="631780" y="711507"/>
                  </a:lnTo>
                  <a:lnTo>
                    <a:pt x="611161" y="733830"/>
                  </a:lnTo>
                  <a:lnTo>
                    <a:pt x="589167" y="754802"/>
                  </a:lnTo>
                  <a:lnTo>
                    <a:pt x="565887" y="774335"/>
                  </a:lnTo>
                  <a:lnTo>
                    <a:pt x="541415" y="792354"/>
                  </a:lnTo>
                  <a:lnTo>
                    <a:pt x="515850" y="808783"/>
                  </a:lnTo>
                  <a:lnTo>
                    <a:pt x="489294" y="823559"/>
                  </a:lnTo>
                  <a:lnTo>
                    <a:pt x="461855" y="836620"/>
                  </a:lnTo>
                  <a:lnTo>
                    <a:pt x="433642" y="847914"/>
                  </a:lnTo>
                  <a:lnTo>
                    <a:pt x="404770" y="857397"/>
                  </a:lnTo>
                  <a:lnTo>
                    <a:pt x="375355" y="865029"/>
                  </a:lnTo>
                  <a:lnTo>
                    <a:pt x="345515" y="870780"/>
                  </a:lnTo>
                  <a:lnTo>
                    <a:pt x="315370" y="874628"/>
                  </a:lnTo>
                  <a:lnTo>
                    <a:pt x="285041" y="876555"/>
                  </a:lnTo>
                  <a:lnTo>
                    <a:pt x="254652" y="876555"/>
                  </a:lnTo>
                  <a:lnTo>
                    <a:pt x="224324" y="874628"/>
                  </a:lnTo>
                  <a:lnTo>
                    <a:pt x="194179" y="870780"/>
                  </a:lnTo>
                  <a:lnTo>
                    <a:pt x="164338" y="865029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1742371" y="1121891"/>
              <a:ext cx="871257" cy="758868"/>
            </a:xfrm>
            <a:custGeom>
              <a:avLst/>
              <a:pathLst>
                <a:path w="871257" h="758868">
                  <a:moveTo>
                    <a:pt x="435628" y="758868"/>
                  </a:moveTo>
                  <a:lnTo>
                    <a:pt x="479191" y="738973"/>
                  </a:lnTo>
                  <a:lnTo>
                    <a:pt x="522754" y="719079"/>
                  </a:lnTo>
                  <a:lnTo>
                    <a:pt x="566317" y="699184"/>
                  </a:lnTo>
                  <a:lnTo>
                    <a:pt x="609880" y="679290"/>
                  </a:lnTo>
                  <a:lnTo>
                    <a:pt x="653443" y="659395"/>
                  </a:lnTo>
                  <a:lnTo>
                    <a:pt x="697005" y="639501"/>
                  </a:lnTo>
                  <a:lnTo>
                    <a:pt x="740568" y="619606"/>
                  </a:lnTo>
                  <a:lnTo>
                    <a:pt x="784131" y="599712"/>
                  </a:lnTo>
                  <a:lnTo>
                    <a:pt x="827694" y="579817"/>
                  </a:lnTo>
                  <a:lnTo>
                    <a:pt x="871257" y="559923"/>
                  </a:lnTo>
                  <a:lnTo>
                    <a:pt x="855477" y="527042"/>
                  </a:lnTo>
                  <a:lnTo>
                    <a:pt x="838457" y="494785"/>
                  </a:lnTo>
                  <a:lnTo>
                    <a:pt x="820222" y="463200"/>
                  </a:lnTo>
                  <a:lnTo>
                    <a:pt x="800797" y="432332"/>
                  </a:lnTo>
                  <a:lnTo>
                    <a:pt x="780211" y="402227"/>
                  </a:lnTo>
                  <a:lnTo>
                    <a:pt x="758494" y="372926"/>
                  </a:lnTo>
                  <a:lnTo>
                    <a:pt x="735677" y="344474"/>
                  </a:lnTo>
                  <a:lnTo>
                    <a:pt x="711793" y="316911"/>
                  </a:lnTo>
                  <a:lnTo>
                    <a:pt x="686878" y="290277"/>
                  </a:lnTo>
                  <a:lnTo>
                    <a:pt x="660966" y="264611"/>
                  </a:lnTo>
                  <a:lnTo>
                    <a:pt x="634096" y="239950"/>
                  </a:lnTo>
                  <a:lnTo>
                    <a:pt x="606307" y="216330"/>
                  </a:lnTo>
                  <a:lnTo>
                    <a:pt x="577639" y="193785"/>
                  </a:lnTo>
                  <a:lnTo>
                    <a:pt x="548133" y="17234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lnTo>
                    <a:pt x="258916" y="554931"/>
                  </a:lnTo>
                  <a:lnTo>
                    <a:pt x="283947" y="572163"/>
                  </a:lnTo>
                  <a:lnTo>
                    <a:pt x="307835" y="590949"/>
                  </a:lnTo>
                  <a:lnTo>
                    <a:pt x="330483" y="611212"/>
                  </a:lnTo>
                  <a:lnTo>
                    <a:pt x="351800" y="632870"/>
                  </a:lnTo>
                  <a:lnTo>
                    <a:pt x="371701" y="655837"/>
                  </a:lnTo>
                  <a:lnTo>
                    <a:pt x="390105" y="680020"/>
                  </a:lnTo>
                  <a:lnTo>
                    <a:pt x="406939" y="705321"/>
                  </a:lnTo>
                  <a:lnTo>
                    <a:pt x="422133" y="731639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993193" y="2132834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2247141" y="2501026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2092616" y="1426278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" name="pg11"/>
            <p:cNvSpPr/>
            <p:nvPr/>
          </p:nvSpPr>
          <p:spPr>
            <a:xfrm>
              <a:off x="784654" y="4791797"/>
              <a:ext cx="1905781" cy="1355698"/>
            </a:xfrm>
            <a:custGeom>
              <a:avLst/>
              <a:pathLst>
                <a:path w="1905781" h="1355698">
                  <a:moveTo>
                    <a:pt x="522088" y="198944"/>
                  </a:moveTo>
                  <a:lnTo>
                    <a:pt x="478526" y="179050"/>
                  </a:lnTo>
                  <a:lnTo>
                    <a:pt x="434963" y="159155"/>
                  </a:lnTo>
                  <a:lnTo>
                    <a:pt x="391400" y="139261"/>
                  </a:lnTo>
                  <a:lnTo>
                    <a:pt x="347837" y="119366"/>
                  </a:lnTo>
                  <a:lnTo>
                    <a:pt x="304274" y="99472"/>
                  </a:lnTo>
                  <a:lnTo>
                    <a:pt x="260711" y="79577"/>
                  </a:lnTo>
                  <a:lnTo>
                    <a:pt x="217148" y="59683"/>
                  </a:lnTo>
                  <a:lnTo>
                    <a:pt x="173585" y="39788"/>
                  </a:lnTo>
                  <a:lnTo>
                    <a:pt x="130023" y="19894"/>
                  </a:lnTo>
                  <a:lnTo>
                    <a:pt x="86460" y="0"/>
                  </a:lnTo>
                  <a:lnTo>
                    <a:pt x="72096" y="33087"/>
                  </a:lnTo>
                  <a:lnTo>
                    <a:pt x="58988" y="66691"/>
                  </a:lnTo>
                  <a:lnTo>
                    <a:pt x="47155" y="100766"/>
                  </a:lnTo>
                  <a:lnTo>
                    <a:pt x="36613" y="135261"/>
                  </a:lnTo>
                  <a:lnTo>
                    <a:pt x="27378" y="170129"/>
                  </a:lnTo>
                  <a:lnTo>
                    <a:pt x="19462" y="205321"/>
                  </a:lnTo>
                  <a:lnTo>
                    <a:pt x="12876" y="240785"/>
                  </a:lnTo>
                  <a:lnTo>
                    <a:pt x="7631" y="276472"/>
                  </a:lnTo>
                  <a:lnTo>
                    <a:pt x="3733" y="312331"/>
                  </a:lnTo>
                  <a:lnTo>
                    <a:pt x="1188" y="348312"/>
                  </a:lnTo>
                  <a:lnTo>
                    <a:pt x="0" y="384363"/>
                  </a:lnTo>
                  <a:lnTo>
                    <a:pt x="169" y="420433"/>
                  </a:lnTo>
                  <a:lnTo>
                    <a:pt x="1697" y="456471"/>
                  </a:lnTo>
                  <a:lnTo>
                    <a:pt x="4581" y="492426"/>
                  </a:lnTo>
                  <a:lnTo>
                    <a:pt x="8816" y="528247"/>
                  </a:lnTo>
                  <a:lnTo>
                    <a:pt x="14397" y="563883"/>
                  </a:lnTo>
                  <a:lnTo>
                    <a:pt x="21316" y="599284"/>
                  </a:lnTo>
                  <a:lnTo>
                    <a:pt x="29563" y="634399"/>
                  </a:lnTo>
                  <a:lnTo>
                    <a:pt x="39127" y="669178"/>
                  </a:lnTo>
                  <a:lnTo>
                    <a:pt x="49993" y="703573"/>
                  </a:lnTo>
                  <a:lnTo>
                    <a:pt x="62146" y="737535"/>
                  </a:lnTo>
                  <a:lnTo>
                    <a:pt x="75570" y="771014"/>
                  </a:lnTo>
                  <a:lnTo>
                    <a:pt x="90244" y="803965"/>
                  </a:lnTo>
                  <a:lnTo>
                    <a:pt x="106149" y="836339"/>
                  </a:lnTo>
                  <a:lnTo>
                    <a:pt x="123262" y="868092"/>
                  </a:lnTo>
                  <a:lnTo>
                    <a:pt x="141558" y="899178"/>
                  </a:lnTo>
                  <a:lnTo>
                    <a:pt x="161012" y="929553"/>
                  </a:lnTo>
                  <a:lnTo>
                    <a:pt x="181595" y="959174"/>
                  </a:lnTo>
                  <a:lnTo>
                    <a:pt x="203279" y="987999"/>
                  </a:lnTo>
                  <a:lnTo>
                    <a:pt x="226033" y="1015987"/>
                  </a:lnTo>
                  <a:lnTo>
                    <a:pt x="249825" y="1043099"/>
                  </a:lnTo>
                  <a:lnTo>
                    <a:pt x="274621" y="1069295"/>
                  </a:lnTo>
                  <a:lnTo>
                    <a:pt x="300385" y="1094539"/>
                  </a:lnTo>
                  <a:lnTo>
                    <a:pt x="327082" y="1118796"/>
                  </a:lnTo>
                  <a:lnTo>
                    <a:pt x="354673" y="1142029"/>
                  </a:lnTo>
                  <a:lnTo>
                    <a:pt x="383120" y="1164208"/>
                  </a:lnTo>
                  <a:lnTo>
                    <a:pt x="412381" y="1185299"/>
                  </a:lnTo>
                  <a:lnTo>
                    <a:pt x="442416" y="1205274"/>
                  </a:lnTo>
                  <a:lnTo>
                    <a:pt x="473181" y="1224104"/>
                  </a:lnTo>
                  <a:lnTo>
                    <a:pt x="504634" y="1241762"/>
                  </a:lnTo>
                  <a:lnTo>
                    <a:pt x="536729" y="1258224"/>
                  </a:lnTo>
                  <a:lnTo>
                    <a:pt x="569421" y="1273465"/>
                  </a:lnTo>
                  <a:lnTo>
                    <a:pt x="602664" y="1287464"/>
                  </a:lnTo>
                  <a:lnTo>
                    <a:pt x="636411" y="1300202"/>
                  </a:lnTo>
                  <a:lnTo>
                    <a:pt x="670613" y="1311660"/>
                  </a:lnTo>
                  <a:lnTo>
                    <a:pt x="705223" y="1321823"/>
                  </a:lnTo>
                  <a:lnTo>
                    <a:pt x="740190" y="1330675"/>
                  </a:lnTo>
                  <a:lnTo>
                    <a:pt x="775466" y="1338204"/>
                  </a:lnTo>
                  <a:lnTo>
                    <a:pt x="811000" y="1344399"/>
                  </a:lnTo>
                  <a:lnTo>
                    <a:pt x="846743" y="1349252"/>
                  </a:lnTo>
                  <a:lnTo>
                    <a:pt x="882643" y="1352756"/>
                  </a:lnTo>
                  <a:lnTo>
                    <a:pt x="918649" y="1354906"/>
                  </a:lnTo>
                  <a:lnTo>
                    <a:pt x="954711" y="1355698"/>
                  </a:lnTo>
                  <a:lnTo>
                    <a:pt x="990777" y="1355132"/>
                  </a:lnTo>
                  <a:lnTo>
                    <a:pt x="1026796" y="1353208"/>
                  </a:lnTo>
                  <a:lnTo>
                    <a:pt x="1062718" y="1349930"/>
                  </a:lnTo>
                  <a:lnTo>
                    <a:pt x="1098490" y="1345301"/>
                  </a:lnTo>
                  <a:lnTo>
                    <a:pt x="1134062" y="1339329"/>
                  </a:lnTo>
                  <a:lnTo>
                    <a:pt x="1169385" y="1332022"/>
                  </a:lnTo>
                  <a:lnTo>
                    <a:pt x="1204407" y="1323389"/>
                  </a:lnTo>
                  <a:lnTo>
                    <a:pt x="1239080" y="1313444"/>
                  </a:lnTo>
                  <a:lnTo>
                    <a:pt x="1273353" y="1302201"/>
                  </a:lnTo>
                  <a:lnTo>
                    <a:pt x="1307179" y="1289675"/>
                  </a:lnTo>
                  <a:lnTo>
                    <a:pt x="1340509" y="1275885"/>
                  </a:lnTo>
                  <a:lnTo>
                    <a:pt x="1373297" y="1260849"/>
                  </a:lnTo>
                  <a:lnTo>
                    <a:pt x="1405495" y="1244590"/>
                  </a:lnTo>
                  <a:lnTo>
                    <a:pt x="1437058" y="1227129"/>
                  </a:lnTo>
                  <a:lnTo>
                    <a:pt x="1467941" y="1208493"/>
                  </a:lnTo>
                  <a:lnTo>
                    <a:pt x="1498100" y="1188707"/>
                  </a:lnTo>
                  <a:lnTo>
                    <a:pt x="1527493" y="1167799"/>
                  </a:lnTo>
                  <a:lnTo>
                    <a:pt x="1556078" y="1145800"/>
                  </a:lnTo>
                  <a:lnTo>
                    <a:pt x="1583815" y="1122740"/>
                  </a:lnTo>
                  <a:lnTo>
                    <a:pt x="1610663" y="1098652"/>
                  </a:lnTo>
                  <a:lnTo>
                    <a:pt x="1636586" y="1073570"/>
                  </a:lnTo>
                  <a:lnTo>
                    <a:pt x="1661545" y="1047529"/>
                  </a:lnTo>
                  <a:lnTo>
                    <a:pt x="1685507" y="1020568"/>
                  </a:lnTo>
                  <a:lnTo>
                    <a:pt x="1708436" y="992723"/>
                  </a:lnTo>
                  <a:lnTo>
                    <a:pt x="1730301" y="964035"/>
                  </a:lnTo>
                  <a:lnTo>
                    <a:pt x="1751070" y="934544"/>
                  </a:lnTo>
                  <a:lnTo>
                    <a:pt x="1770714" y="904291"/>
                  </a:lnTo>
                  <a:lnTo>
                    <a:pt x="1789204" y="873321"/>
                  </a:lnTo>
                  <a:lnTo>
                    <a:pt x="1806516" y="841676"/>
                  </a:lnTo>
                  <a:lnTo>
                    <a:pt x="1822624" y="809402"/>
                  </a:lnTo>
                  <a:lnTo>
                    <a:pt x="1837505" y="776544"/>
                  </a:lnTo>
                  <a:lnTo>
                    <a:pt x="1851138" y="743149"/>
                  </a:lnTo>
                  <a:lnTo>
                    <a:pt x="1863505" y="709265"/>
                  </a:lnTo>
                  <a:lnTo>
                    <a:pt x="1874587" y="674939"/>
                  </a:lnTo>
                  <a:lnTo>
                    <a:pt x="1884368" y="640220"/>
                  </a:lnTo>
                  <a:lnTo>
                    <a:pt x="1892835" y="605157"/>
                  </a:lnTo>
                  <a:lnTo>
                    <a:pt x="1899976" y="569801"/>
                  </a:lnTo>
                  <a:lnTo>
                    <a:pt x="1905781" y="534200"/>
                  </a:lnTo>
                  <a:lnTo>
                    <a:pt x="1858378" y="527385"/>
                  </a:lnTo>
                  <a:lnTo>
                    <a:pt x="1810975" y="520569"/>
                  </a:lnTo>
                  <a:lnTo>
                    <a:pt x="1763572" y="513754"/>
                  </a:lnTo>
                  <a:lnTo>
                    <a:pt x="1716168" y="506938"/>
                  </a:lnTo>
                  <a:lnTo>
                    <a:pt x="1668765" y="500123"/>
                  </a:lnTo>
                  <a:lnTo>
                    <a:pt x="1621362" y="493307"/>
                  </a:lnTo>
                  <a:lnTo>
                    <a:pt x="1573959" y="486492"/>
                  </a:lnTo>
                  <a:lnTo>
                    <a:pt x="1526556" y="479676"/>
                  </a:lnTo>
                  <a:lnTo>
                    <a:pt x="1479152" y="472861"/>
                  </a:lnTo>
                  <a:lnTo>
                    <a:pt x="1431749" y="466045"/>
                  </a:lnTo>
                  <a:lnTo>
                    <a:pt x="1426472" y="495973"/>
                  </a:lnTo>
                  <a:lnTo>
                    <a:pt x="1419307" y="525506"/>
                  </a:lnTo>
                  <a:lnTo>
                    <a:pt x="1410284" y="554524"/>
                  </a:lnTo>
                  <a:lnTo>
                    <a:pt x="1399439" y="582913"/>
                  </a:lnTo>
                  <a:lnTo>
                    <a:pt x="1386814" y="610556"/>
                  </a:lnTo>
                  <a:lnTo>
                    <a:pt x="1372462" y="637343"/>
                  </a:lnTo>
                  <a:lnTo>
                    <a:pt x="1356440" y="663165"/>
                  </a:lnTo>
                  <a:lnTo>
                    <a:pt x="1338813" y="687920"/>
                  </a:lnTo>
                  <a:lnTo>
                    <a:pt x="1319651" y="711507"/>
                  </a:lnTo>
                  <a:lnTo>
                    <a:pt x="1299031" y="733830"/>
                  </a:lnTo>
                  <a:lnTo>
                    <a:pt x="1277037" y="754802"/>
                  </a:lnTo>
                  <a:lnTo>
                    <a:pt x="1253758" y="774335"/>
                  </a:lnTo>
                  <a:lnTo>
                    <a:pt x="1229286" y="792354"/>
                  </a:lnTo>
                  <a:lnTo>
                    <a:pt x="1203721" y="808783"/>
                  </a:lnTo>
                  <a:lnTo>
                    <a:pt x="1177165" y="823559"/>
                  </a:lnTo>
                  <a:lnTo>
                    <a:pt x="1149725" y="836620"/>
                  </a:lnTo>
                  <a:lnTo>
                    <a:pt x="1121513" y="847914"/>
                  </a:lnTo>
                  <a:lnTo>
                    <a:pt x="1092641" y="857397"/>
                  </a:lnTo>
                  <a:lnTo>
                    <a:pt x="1063225" y="865029"/>
                  </a:lnTo>
                  <a:lnTo>
                    <a:pt x="1033385" y="870780"/>
                  </a:lnTo>
                  <a:lnTo>
                    <a:pt x="1003240" y="874628"/>
                  </a:lnTo>
                  <a:lnTo>
                    <a:pt x="972912" y="876555"/>
                  </a:lnTo>
                  <a:lnTo>
                    <a:pt x="942522" y="876555"/>
                  </a:lnTo>
                  <a:lnTo>
                    <a:pt x="912194" y="874628"/>
                  </a:lnTo>
                  <a:lnTo>
                    <a:pt x="882049" y="870780"/>
                  </a:lnTo>
                  <a:lnTo>
                    <a:pt x="852209" y="865029"/>
                  </a:lnTo>
                  <a:lnTo>
                    <a:pt x="822794" y="857397"/>
                  </a:lnTo>
                  <a:lnTo>
                    <a:pt x="793921" y="847914"/>
                  </a:lnTo>
                  <a:lnTo>
                    <a:pt x="765709" y="836620"/>
                  </a:lnTo>
                  <a:lnTo>
                    <a:pt x="738269" y="823559"/>
                  </a:lnTo>
                  <a:lnTo>
                    <a:pt x="711714" y="808783"/>
                  </a:lnTo>
                  <a:lnTo>
                    <a:pt x="686148" y="792354"/>
                  </a:lnTo>
                  <a:lnTo>
                    <a:pt x="661677" y="774335"/>
                  </a:lnTo>
                  <a:lnTo>
                    <a:pt x="638397" y="754802"/>
                  </a:lnTo>
                  <a:lnTo>
                    <a:pt x="616403" y="733830"/>
                  </a:lnTo>
                  <a:lnTo>
                    <a:pt x="595784" y="711507"/>
                  </a:lnTo>
                  <a:lnTo>
                    <a:pt x="576622" y="687920"/>
                  </a:lnTo>
                  <a:lnTo>
                    <a:pt x="558994" y="663165"/>
                  </a:lnTo>
                  <a:lnTo>
                    <a:pt x="542972" y="637343"/>
                  </a:lnTo>
                  <a:lnTo>
                    <a:pt x="528620" y="610556"/>
                  </a:lnTo>
                  <a:lnTo>
                    <a:pt x="515996" y="582913"/>
                  </a:lnTo>
                  <a:lnTo>
                    <a:pt x="505150" y="554524"/>
                  </a:lnTo>
                  <a:lnTo>
                    <a:pt x="496127" y="525506"/>
                  </a:lnTo>
                  <a:lnTo>
                    <a:pt x="488962" y="495973"/>
                  </a:lnTo>
                  <a:lnTo>
                    <a:pt x="483685" y="466045"/>
                  </a:lnTo>
                  <a:lnTo>
                    <a:pt x="480317" y="435843"/>
                  </a:lnTo>
                  <a:lnTo>
                    <a:pt x="478871" y="405488"/>
                  </a:lnTo>
                  <a:lnTo>
                    <a:pt x="479353" y="375102"/>
                  </a:lnTo>
                  <a:lnTo>
                    <a:pt x="481761" y="344808"/>
                  </a:lnTo>
                  <a:lnTo>
                    <a:pt x="486086" y="314728"/>
                  </a:lnTo>
                  <a:lnTo>
                    <a:pt x="492310" y="284983"/>
                  </a:lnTo>
                  <a:lnTo>
                    <a:pt x="500408" y="255692"/>
                  </a:lnTo>
                  <a:lnTo>
                    <a:pt x="510348" y="226974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001288" y="4383923"/>
              <a:ext cx="698853" cy="942074"/>
            </a:xfrm>
            <a:custGeom>
              <a:avLst/>
              <a:pathLst>
                <a:path w="698853" h="942074">
                  <a:moveTo>
                    <a:pt x="215115" y="873919"/>
                  </a:moveTo>
                  <a:lnTo>
                    <a:pt x="262518" y="880734"/>
                  </a:lnTo>
                  <a:lnTo>
                    <a:pt x="309921" y="887550"/>
                  </a:lnTo>
                  <a:lnTo>
                    <a:pt x="357325" y="894365"/>
                  </a:lnTo>
                  <a:lnTo>
                    <a:pt x="404728" y="901181"/>
                  </a:lnTo>
                  <a:lnTo>
                    <a:pt x="452131" y="907996"/>
                  </a:lnTo>
                  <a:lnTo>
                    <a:pt x="499534" y="914812"/>
                  </a:lnTo>
                  <a:lnTo>
                    <a:pt x="546937" y="921628"/>
                  </a:lnTo>
                  <a:lnTo>
                    <a:pt x="594341" y="928443"/>
                  </a:lnTo>
                  <a:lnTo>
                    <a:pt x="641744" y="935259"/>
                  </a:lnTo>
                  <a:lnTo>
                    <a:pt x="689147" y="942074"/>
                  </a:lnTo>
                  <a:lnTo>
                    <a:pt x="693649" y="905882"/>
                  </a:lnTo>
                  <a:lnTo>
                    <a:pt x="696770" y="869544"/>
                  </a:lnTo>
                  <a:lnTo>
                    <a:pt x="698506" y="833115"/>
                  </a:lnTo>
                  <a:lnTo>
                    <a:pt x="698853" y="796645"/>
                  </a:lnTo>
                  <a:lnTo>
                    <a:pt x="697811" y="760189"/>
                  </a:lnTo>
                  <a:lnTo>
                    <a:pt x="695383" y="723798"/>
                  </a:lnTo>
                  <a:lnTo>
                    <a:pt x="691570" y="687527"/>
                  </a:lnTo>
                  <a:lnTo>
                    <a:pt x="686380" y="651427"/>
                  </a:lnTo>
                  <a:lnTo>
                    <a:pt x="679819" y="615551"/>
                  </a:lnTo>
                  <a:lnTo>
                    <a:pt x="671897" y="579950"/>
                  </a:lnTo>
                  <a:lnTo>
                    <a:pt x="662625" y="544677"/>
                  </a:lnTo>
                  <a:lnTo>
                    <a:pt x="652017" y="509783"/>
                  </a:lnTo>
                  <a:lnTo>
                    <a:pt x="640089" y="475317"/>
                  </a:lnTo>
                  <a:lnTo>
                    <a:pt x="626857" y="441331"/>
                  </a:lnTo>
                  <a:lnTo>
                    <a:pt x="612341" y="407873"/>
                  </a:lnTo>
                  <a:lnTo>
                    <a:pt x="596561" y="374992"/>
                  </a:lnTo>
                  <a:lnTo>
                    <a:pt x="579541" y="342736"/>
                  </a:lnTo>
                  <a:lnTo>
                    <a:pt x="561305" y="311151"/>
                  </a:lnTo>
                  <a:lnTo>
                    <a:pt x="541881" y="280283"/>
                  </a:lnTo>
                  <a:lnTo>
                    <a:pt x="521295" y="250177"/>
                  </a:lnTo>
                  <a:lnTo>
                    <a:pt x="499577" y="220877"/>
                  </a:lnTo>
                  <a:lnTo>
                    <a:pt x="476761" y="192424"/>
                  </a:lnTo>
                  <a:lnTo>
                    <a:pt x="452877" y="164861"/>
                  </a:lnTo>
                  <a:lnTo>
                    <a:pt x="427961" y="138227"/>
                  </a:lnTo>
                  <a:lnTo>
                    <a:pt x="402050" y="112561"/>
                  </a:lnTo>
                  <a:lnTo>
                    <a:pt x="375180" y="87900"/>
                  </a:lnTo>
                  <a:lnTo>
                    <a:pt x="347391" y="64280"/>
                  </a:lnTo>
                  <a:lnTo>
                    <a:pt x="318722" y="41735"/>
                  </a:lnTo>
                  <a:lnTo>
                    <a:pt x="289217" y="20298"/>
                  </a:lnTo>
                  <a:lnTo>
                    <a:pt x="258916" y="0"/>
                  </a:lnTo>
                  <a:lnTo>
                    <a:pt x="233024" y="40288"/>
                  </a:lnTo>
                  <a:lnTo>
                    <a:pt x="207133" y="80576"/>
                  </a:lnTo>
                  <a:lnTo>
                    <a:pt x="181241" y="120864"/>
                  </a:lnTo>
                  <a:lnTo>
                    <a:pt x="155349" y="161152"/>
                  </a:lnTo>
                  <a:lnTo>
                    <a:pt x="129458" y="201440"/>
                  </a:lnTo>
                  <a:lnTo>
                    <a:pt x="103566" y="241729"/>
                  </a:lnTo>
                  <a:lnTo>
                    <a:pt x="77674" y="282017"/>
                  </a:lnTo>
                  <a:lnTo>
                    <a:pt x="51783" y="322305"/>
                  </a:lnTo>
                  <a:lnTo>
                    <a:pt x="25891" y="362593"/>
                  </a:lnTo>
                  <a:lnTo>
                    <a:pt x="0" y="402881"/>
                  </a:lnTo>
                  <a:lnTo>
                    <a:pt x="25031" y="420114"/>
                  </a:lnTo>
                  <a:lnTo>
                    <a:pt x="48918" y="438899"/>
                  </a:lnTo>
                  <a:lnTo>
                    <a:pt x="71566" y="459162"/>
                  </a:lnTo>
                  <a:lnTo>
                    <a:pt x="92884" y="480821"/>
                  </a:lnTo>
                  <a:lnTo>
                    <a:pt x="112785" y="503787"/>
                  </a:lnTo>
                  <a:lnTo>
                    <a:pt x="131189" y="527970"/>
                  </a:lnTo>
                  <a:lnTo>
                    <a:pt x="148022" y="553271"/>
                  </a:lnTo>
                  <a:lnTo>
                    <a:pt x="163217" y="579589"/>
                  </a:lnTo>
                  <a:lnTo>
                    <a:pt x="176712" y="606818"/>
                  </a:lnTo>
                  <a:lnTo>
                    <a:pt x="188453" y="634848"/>
                  </a:lnTo>
                  <a:lnTo>
                    <a:pt x="198392" y="663566"/>
                  </a:lnTo>
                  <a:lnTo>
                    <a:pt x="206490" y="692857"/>
                  </a:lnTo>
                  <a:lnTo>
                    <a:pt x="212714" y="722602"/>
                  </a:lnTo>
                  <a:lnTo>
                    <a:pt x="217039" y="752682"/>
                  </a:lnTo>
                  <a:lnTo>
                    <a:pt x="219447" y="782976"/>
                  </a:lnTo>
                  <a:lnTo>
                    <a:pt x="219929" y="813362"/>
                  </a:lnTo>
                  <a:lnTo>
                    <a:pt x="218483" y="843717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742371" y="4231874"/>
              <a:ext cx="517832" cy="554931"/>
            </a:xfrm>
            <a:custGeom>
              <a:avLst/>
              <a:pathLst>
                <a:path w="517832" h="554931">
                  <a:moveTo>
                    <a:pt x="258916" y="554931"/>
                  </a:moveTo>
                  <a:lnTo>
                    <a:pt x="284808" y="514643"/>
                  </a:lnTo>
                  <a:lnTo>
                    <a:pt x="310699" y="474354"/>
                  </a:lnTo>
                  <a:lnTo>
                    <a:pt x="336591" y="434066"/>
                  </a:lnTo>
                  <a:lnTo>
                    <a:pt x="362483" y="393778"/>
                  </a:lnTo>
                  <a:lnTo>
                    <a:pt x="388374" y="353490"/>
                  </a:lnTo>
                  <a:lnTo>
                    <a:pt x="414266" y="313202"/>
                  </a:lnTo>
                  <a:lnTo>
                    <a:pt x="440157" y="272914"/>
                  </a:lnTo>
                  <a:lnTo>
                    <a:pt x="466049" y="232625"/>
                  </a:lnTo>
                  <a:lnTo>
                    <a:pt x="491941" y="19233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1501856" y="5829845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357684" y="4842166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906626" y="4451323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3614282" y="1681814"/>
              <a:ext cx="1905781" cy="1355698"/>
            </a:xfrm>
            <a:custGeom>
              <a:avLst/>
              <a:pathLst>
                <a:path w="1905781" h="1355698">
                  <a:moveTo>
                    <a:pt x="522088" y="198944"/>
                  </a:moveTo>
                  <a:lnTo>
                    <a:pt x="478526" y="179050"/>
                  </a:lnTo>
                  <a:lnTo>
                    <a:pt x="434963" y="159155"/>
                  </a:lnTo>
                  <a:lnTo>
                    <a:pt x="391400" y="139261"/>
                  </a:lnTo>
                  <a:lnTo>
                    <a:pt x="347837" y="119366"/>
                  </a:lnTo>
                  <a:lnTo>
                    <a:pt x="304274" y="99472"/>
                  </a:lnTo>
                  <a:lnTo>
                    <a:pt x="260711" y="79577"/>
                  </a:lnTo>
                  <a:lnTo>
                    <a:pt x="217148" y="59683"/>
                  </a:lnTo>
                  <a:lnTo>
                    <a:pt x="173585" y="39788"/>
                  </a:lnTo>
                  <a:lnTo>
                    <a:pt x="130023" y="19894"/>
                  </a:lnTo>
                  <a:lnTo>
                    <a:pt x="86460" y="0"/>
                  </a:lnTo>
                  <a:lnTo>
                    <a:pt x="72096" y="33087"/>
                  </a:lnTo>
                  <a:lnTo>
                    <a:pt x="58988" y="66691"/>
                  </a:lnTo>
                  <a:lnTo>
                    <a:pt x="47155" y="100766"/>
                  </a:lnTo>
                  <a:lnTo>
                    <a:pt x="36613" y="135261"/>
                  </a:lnTo>
                  <a:lnTo>
                    <a:pt x="27378" y="170129"/>
                  </a:lnTo>
                  <a:lnTo>
                    <a:pt x="19462" y="205321"/>
                  </a:lnTo>
                  <a:lnTo>
                    <a:pt x="12876" y="240785"/>
                  </a:lnTo>
                  <a:lnTo>
                    <a:pt x="7631" y="276472"/>
                  </a:lnTo>
                  <a:lnTo>
                    <a:pt x="3733" y="312331"/>
                  </a:lnTo>
                  <a:lnTo>
                    <a:pt x="1188" y="348312"/>
                  </a:lnTo>
                  <a:lnTo>
                    <a:pt x="0" y="384363"/>
                  </a:lnTo>
                  <a:lnTo>
                    <a:pt x="169" y="420433"/>
                  </a:lnTo>
                  <a:lnTo>
                    <a:pt x="1697" y="456471"/>
                  </a:lnTo>
                  <a:lnTo>
                    <a:pt x="4581" y="492426"/>
                  </a:lnTo>
                  <a:lnTo>
                    <a:pt x="8816" y="528247"/>
                  </a:lnTo>
                  <a:lnTo>
                    <a:pt x="14397" y="563883"/>
                  </a:lnTo>
                  <a:lnTo>
                    <a:pt x="21316" y="599284"/>
                  </a:lnTo>
                  <a:lnTo>
                    <a:pt x="29563" y="634399"/>
                  </a:lnTo>
                  <a:lnTo>
                    <a:pt x="39127" y="669178"/>
                  </a:lnTo>
                  <a:lnTo>
                    <a:pt x="49993" y="703573"/>
                  </a:lnTo>
                  <a:lnTo>
                    <a:pt x="62146" y="737535"/>
                  </a:lnTo>
                  <a:lnTo>
                    <a:pt x="75570" y="771014"/>
                  </a:lnTo>
                  <a:lnTo>
                    <a:pt x="90244" y="803965"/>
                  </a:lnTo>
                  <a:lnTo>
                    <a:pt x="106149" y="836339"/>
                  </a:lnTo>
                  <a:lnTo>
                    <a:pt x="123262" y="868092"/>
                  </a:lnTo>
                  <a:lnTo>
                    <a:pt x="141558" y="899178"/>
                  </a:lnTo>
                  <a:lnTo>
                    <a:pt x="161012" y="929553"/>
                  </a:lnTo>
                  <a:lnTo>
                    <a:pt x="181595" y="959174"/>
                  </a:lnTo>
                  <a:lnTo>
                    <a:pt x="203279" y="987999"/>
                  </a:lnTo>
                  <a:lnTo>
                    <a:pt x="226033" y="1015987"/>
                  </a:lnTo>
                  <a:lnTo>
                    <a:pt x="249825" y="1043099"/>
                  </a:lnTo>
                  <a:lnTo>
                    <a:pt x="274621" y="1069295"/>
                  </a:lnTo>
                  <a:lnTo>
                    <a:pt x="300385" y="1094539"/>
                  </a:lnTo>
                  <a:lnTo>
                    <a:pt x="327082" y="1118796"/>
                  </a:lnTo>
                  <a:lnTo>
                    <a:pt x="354673" y="1142029"/>
                  </a:lnTo>
                  <a:lnTo>
                    <a:pt x="383120" y="1164208"/>
                  </a:lnTo>
                  <a:lnTo>
                    <a:pt x="412381" y="1185299"/>
                  </a:lnTo>
                  <a:lnTo>
                    <a:pt x="442416" y="1205274"/>
                  </a:lnTo>
                  <a:lnTo>
                    <a:pt x="473181" y="1224104"/>
                  </a:lnTo>
                  <a:lnTo>
                    <a:pt x="504634" y="1241762"/>
                  </a:lnTo>
                  <a:lnTo>
                    <a:pt x="536729" y="1258224"/>
                  </a:lnTo>
                  <a:lnTo>
                    <a:pt x="569421" y="1273465"/>
                  </a:lnTo>
                  <a:lnTo>
                    <a:pt x="602664" y="1287464"/>
                  </a:lnTo>
                  <a:lnTo>
                    <a:pt x="636411" y="1300202"/>
                  </a:lnTo>
                  <a:lnTo>
                    <a:pt x="670613" y="1311660"/>
                  </a:lnTo>
                  <a:lnTo>
                    <a:pt x="705223" y="1321823"/>
                  </a:lnTo>
                  <a:lnTo>
                    <a:pt x="740190" y="1330675"/>
                  </a:lnTo>
                  <a:lnTo>
                    <a:pt x="775466" y="1338204"/>
                  </a:lnTo>
                  <a:lnTo>
                    <a:pt x="811000" y="1344399"/>
                  </a:lnTo>
                  <a:lnTo>
                    <a:pt x="846743" y="1349252"/>
                  </a:lnTo>
                  <a:lnTo>
                    <a:pt x="882643" y="1352756"/>
                  </a:lnTo>
                  <a:lnTo>
                    <a:pt x="918649" y="1354906"/>
                  </a:lnTo>
                  <a:lnTo>
                    <a:pt x="954711" y="1355698"/>
                  </a:lnTo>
                  <a:lnTo>
                    <a:pt x="990777" y="1355132"/>
                  </a:lnTo>
                  <a:lnTo>
                    <a:pt x="1026796" y="1353208"/>
                  </a:lnTo>
                  <a:lnTo>
                    <a:pt x="1062718" y="1349930"/>
                  </a:lnTo>
                  <a:lnTo>
                    <a:pt x="1098490" y="1345301"/>
                  </a:lnTo>
                  <a:lnTo>
                    <a:pt x="1134062" y="1339329"/>
                  </a:lnTo>
                  <a:lnTo>
                    <a:pt x="1169385" y="1332022"/>
                  </a:lnTo>
                  <a:lnTo>
                    <a:pt x="1204407" y="1323389"/>
                  </a:lnTo>
                  <a:lnTo>
                    <a:pt x="1239080" y="1313444"/>
                  </a:lnTo>
                  <a:lnTo>
                    <a:pt x="1273353" y="1302201"/>
                  </a:lnTo>
                  <a:lnTo>
                    <a:pt x="1307179" y="1289675"/>
                  </a:lnTo>
                  <a:lnTo>
                    <a:pt x="1340509" y="1275885"/>
                  </a:lnTo>
                  <a:lnTo>
                    <a:pt x="1373297" y="1260849"/>
                  </a:lnTo>
                  <a:lnTo>
                    <a:pt x="1405495" y="1244590"/>
                  </a:lnTo>
                  <a:lnTo>
                    <a:pt x="1437058" y="1227129"/>
                  </a:lnTo>
                  <a:lnTo>
                    <a:pt x="1467941" y="1208493"/>
                  </a:lnTo>
                  <a:lnTo>
                    <a:pt x="1498100" y="1188707"/>
                  </a:lnTo>
                  <a:lnTo>
                    <a:pt x="1527493" y="1167799"/>
                  </a:lnTo>
                  <a:lnTo>
                    <a:pt x="1556078" y="1145800"/>
                  </a:lnTo>
                  <a:lnTo>
                    <a:pt x="1583815" y="1122740"/>
                  </a:lnTo>
                  <a:lnTo>
                    <a:pt x="1610663" y="1098652"/>
                  </a:lnTo>
                  <a:lnTo>
                    <a:pt x="1636586" y="1073570"/>
                  </a:lnTo>
                  <a:lnTo>
                    <a:pt x="1661545" y="1047529"/>
                  </a:lnTo>
                  <a:lnTo>
                    <a:pt x="1685507" y="1020568"/>
                  </a:lnTo>
                  <a:lnTo>
                    <a:pt x="1708436" y="992723"/>
                  </a:lnTo>
                  <a:lnTo>
                    <a:pt x="1730301" y="964035"/>
                  </a:lnTo>
                  <a:lnTo>
                    <a:pt x="1751070" y="934544"/>
                  </a:lnTo>
                  <a:lnTo>
                    <a:pt x="1770714" y="904291"/>
                  </a:lnTo>
                  <a:lnTo>
                    <a:pt x="1789204" y="873321"/>
                  </a:lnTo>
                  <a:lnTo>
                    <a:pt x="1806516" y="841676"/>
                  </a:lnTo>
                  <a:lnTo>
                    <a:pt x="1822624" y="809402"/>
                  </a:lnTo>
                  <a:lnTo>
                    <a:pt x="1837505" y="776544"/>
                  </a:lnTo>
                  <a:lnTo>
                    <a:pt x="1851138" y="743149"/>
                  </a:lnTo>
                  <a:lnTo>
                    <a:pt x="1863505" y="709265"/>
                  </a:lnTo>
                  <a:lnTo>
                    <a:pt x="1874587" y="674939"/>
                  </a:lnTo>
                  <a:lnTo>
                    <a:pt x="1884368" y="640220"/>
                  </a:lnTo>
                  <a:lnTo>
                    <a:pt x="1892835" y="605157"/>
                  </a:lnTo>
                  <a:lnTo>
                    <a:pt x="1899976" y="569801"/>
                  </a:lnTo>
                  <a:lnTo>
                    <a:pt x="1905781" y="534200"/>
                  </a:lnTo>
                  <a:lnTo>
                    <a:pt x="1858378" y="527385"/>
                  </a:lnTo>
                  <a:lnTo>
                    <a:pt x="1810975" y="520569"/>
                  </a:lnTo>
                  <a:lnTo>
                    <a:pt x="1763572" y="513754"/>
                  </a:lnTo>
                  <a:lnTo>
                    <a:pt x="1716168" y="506938"/>
                  </a:lnTo>
                  <a:lnTo>
                    <a:pt x="1668765" y="500123"/>
                  </a:lnTo>
                  <a:lnTo>
                    <a:pt x="1621362" y="493307"/>
                  </a:lnTo>
                  <a:lnTo>
                    <a:pt x="1573959" y="486492"/>
                  </a:lnTo>
                  <a:lnTo>
                    <a:pt x="1526556" y="479676"/>
                  </a:lnTo>
                  <a:lnTo>
                    <a:pt x="1479152" y="472861"/>
                  </a:lnTo>
                  <a:lnTo>
                    <a:pt x="1431749" y="466045"/>
                  </a:lnTo>
                  <a:lnTo>
                    <a:pt x="1426472" y="495973"/>
                  </a:lnTo>
                  <a:lnTo>
                    <a:pt x="1419307" y="525506"/>
                  </a:lnTo>
                  <a:lnTo>
                    <a:pt x="1410284" y="554524"/>
                  </a:lnTo>
                  <a:lnTo>
                    <a:pt x="1399439" y="582913"/>
                  </a:lnTo>
                  <a:lnTo>
                    <a:pt x="1386814" y="610556"/>
                  </a:lnTo>
                  <a:lnTo>
                    <a:pt x="1372462" y="637343"/>
                  </a:lnTo>
                  <a:lnTo>
                    <a:pt x="1356440" y="663165"/>
                  </a:lnTo>
                  <a:lnTo>
                    <a:pt x="1338813" y="687920"/>
                  </a:lnTo>
                  <a:lnTo>
                    <a:pt x="1319651" y="711507"/>
                  </a:lnTo>
                  <a:lnTo>
                    <a:pt x="1299031" y="733830"/>
                  </a:lnTo>
                  <a:lnTo>
                    <a:pt x="1277037" y="754802"/>
                  </a:lnTo>
                  <a:lnTo>
                    <a:pt x="1253758" y="774335"/>
                  </a:lnTo>
                  <a:lnTo>
                    <a:pt x="1229286" y="792354"/>
                  </a:lnTo>
                  <a:lnTo>
                    <a:pt x="1203721" y="808783"/>
                  </a:lnTo>
                  <a:lnTo>
                    <a:pt x="1177165" y="823559"/>
                  </a:lnTo>
                  <a:lnTo>
                    <a:pt x="1149725" y="836620"/>
                  </a:lnTo>
                  <a:lnTo>
                    <a:pt x="1121513" y="847914"/>
                  </a:lnTo>
                  <a:lnTo>
                    <a:pt x="1092641" y="857397"/>
                  </a:lnTo>
                  <a:lnTo>
                    <a:pt x="1063225" y="865029"/>
                  </a:lnTo>
                  <a:lnTo>
                    <a:pt x="1033385" y="870780"/>
                  </a:lnTo>
                  <a:lnTo>
                    <a:pt x="1003240" y="874628"/>
                  </a:lnTo>
                  <a:lnTo>
                    <a:pt x="972912" y="876555"/>
                  </a:lnTo>
                  <a:lnTo>
                    <a:pt x="942522" y="876555"/>
                  </a:lnTo>
                  <a:lnTo>
                    <a:pt x="912194" y="874628"/>
                  </a:lnTo>
                  <a:lnTo>
                    <a:pt x="882049" y="870780"/>
                  </a:lnTo>
                  <a:lnTo>
                    <a:pt x="852209" y="865029"/>
                  </a:lnTo>
                  <a:lnTo>
                    <a:pt x="822794" y="857397"/>
                  </a:lnTo>
                  <a:lnTo>
                    <a:pt x="793921" y="847914"/>
                  </a:lnTo>
                  <a:lnTo>
                    <a:pt x="765709" y="836620"/>
                  </a:lnTo>
                  <a:lnTo>
                    <a:pt x="738269" y="823559"/>
                  </a:lnTo>
                  <a:lnTo>
                    <a:pt x="711714" y="808783"/>
                  </a:lnTo>
                  <a:lnTo>
                    <a:pt x="686148" y="792354"/>
                  </a:lnTo>
                  <a:lnTo>
                    <a:pt x="661677" y="774335"/>
                  </a:lnTo>
                  <a:lnTo>
                    <a:pt x="638397" y="754802"/>
                  </a:lnTo>
                  <a:lnTo>
                    <a:pt x="616403" y="733830"/>
                  </a:lnTo>
                  <a:lnTo>
                    <a:pt x="595784" y="711507"/>
                  </a:lnTo>
                  <a:lnTo>
                    <a:pt x="576622" y="687920"/>
                  </a:lnTo>
                  <a:lnTo>
                    <a:pt x="558994" y="663165"/>
                  </a:lnTo>
                  <a:lnTo>
                    <a:pt x="542972" y="637343"/>
                  </a:lnTo>
                  <a:lnTo>
                    <a:pt x="528620" y="610556"/>
                  </a:lnTo>
                  <a:lnTo>
                    <a:pt x="515996" y="582913"/>
                  </a:lnTo>
                  <a:lnTo>
                    <a:pt x="505150" y="554524"/>
                  </a:lnTo>
                  <a:lnTo>
                    <a:pt x="496127" y="525506"/>
                  </a:lnTo>
                  <a:lnTo>
                    <a:pt x="488962" y="495973"/>
                  </a:lnTo>
                  <a:lnTo>
                    <a:pt x="483685" y="466045"/>
                  </a:lnTo>
                  <a:lnTo>
                    <a:pt x="480317" y="435843"/>
                  </a:lnTo>
                  <a:lnTo>
                    <a:pt x="478871" y="405488"/>
                  </a:lnTo>
                  <a:lnTo>
                    <a:pt x="479353" y="375102"/>
                  </a:lnTo>
                  <a:lnTo>
                    <a:pt x="481761" y="344808"/>
                  </a:lnTo>
                  <a:lnTo>
                    <a:pt x="486086" y="314728"/>
                  </a:lnTo>
                  <a:lnTo>
                    <a:pt x="492310" y="284983"/>
                  </a:lnTo>
                  <a:lnTo>
                    <a:pt x="500408" y="255692"/>
                  </a:lnTo>
                  <a:lnTo>
                    <a:pt x="510348" y="226974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830916" y="1273940"/>
              <a:ext cx="698853" cy="942074"/>
            </a:xfrm>
            <a:custGeom>
              <a:avLst/>
              <a:pathLst>
                <a:path w="698853" h="942074">
                  <a:moveTo>
                    <a:pt x="215115" y="873919"/>
                  </a:moveTo>
                  <a:lnTo>
                    <a:pt x="262518" y="880734"/>
                  </a:lnTo>
                  <a:lnTo>
                    <a:pt x="309921" y="887550"/>
                  </a:lnTo>
                  <a:lnTo>
                    <a:pt x="357325" y="894365"/>
                  </a:lnTo>
                  <a:lnTo>
                    <a:pt x="404728" y="901181"/>
                  </a:lnTo>
                  <a:lnTo>
                    <a:pt x="452131" y="907996"/>
                  </a:lnTo>
                  <a:lnTo>
                    <a:pt x="499534" y="914812"/>
                  </a:lnTo>
                  <a:lnTo>
                    <a:pt x="546937" y="921628"/>
                  </a:lnTo>
                  <a:lnTo>
                    <a:pt x="594341" y="928443"/>
                  </a:lnTo>
                  <a:lnTo>
                    <a:pt x="641744" y="935259"/>
                  </a:lnTo>
                  <a:lnTo>
                    <a:pt x="689147" y="942074"/>
                  </a:lnTo>
                  <a:lnTo>
                    <a:pt x="693649" y="905882"/>
                  </a:lnTo>
                  <a:lnTo>
                    <a:pt x="696770" y="869544"/>
                  </a:lnTo>
                  <a:lnTo>
                    <a:pt x="698506" y="833115"/>
                  </a:lnTo>
                  <a:lnTo>
                    <a:pt x="698853" y="796645"/>
                  </a:lnTo>
                  <a:lnTo>
                    <a:pt x="697811" y="760189"/>
                  </a:lnTo>
                  <a:lnTo>
                    <a:pt x="695383" y="723798"/>
                  </a:lnTo>
                  <a:lnTo>
                    <a:pt x="691570" y="687527"/>
                  </a:lnTo>
                  <a:lnTo>
                    <a:pt x="686380" y="651427"/>
                  </a:lnTo>
                  <a:lnTo>
                    <a:pt x="679819" y="615551"/>
                  </a:lnTo>
                  <a:lnTo>
                    <a:pt x="671897" y="579950"/>
                  </a:lnTo>
                  <a:lnTo>
                    <a:pt x="662625" y="544677"/>
                  </a:lnTo>
                  <a:lnTo>
                    <a:pt x="652017" y="509783"/>
                  </a:lnTo>
                  <a:lnTo>
                    <a:pt x="640089" y="475317"/>
                  </a:lnTo>
                  <a:lnTo>
                    <a:pt x="626857" y="441331"/>
                  </a:lnTo>
                  <a:lnTo>
                    <a:pt x="612341" y="407873"/>
                  </a:lnTo>
                  <a:lnTo>
                    <a:pt x="596561" y="374992"/>
                  </a:lnTo>
                  <a:lnTo>
                    <a:pt x="579541" y="342736"/>
                  </a:lnTo>
                  <a:lnTo>
                    <a:pt x="561305" y="311151"/>
                  </a:lnTo>
                  <a:lnTo>
                    <a:pt x="541881" y="280283"/>
                  </a:lnTo>
                  <a:lnTo>
                    <a:pt x="521295" y="250177"/>
                  </a:lnTo>
                  <a:lnTo>
                    <a:pt x="499577" y="220877"/>
                  </a:lnTo>
                  <a:lnTo>
                    <a:pt x="476761" y="192424"/>
                  </a:lnTo>
                  <a:lnTo>
                    <a:pt x="452877" y="164861"/>
                  </a:lnTo>
                  <a:lnTo>
                    <a:pt x="427961" y="138227"/>
                  </a:lnTo>
                  <a:lnTo>
                    <a:pt x="402050" y="112561"/>
                  </a:lnTo>
                  <a:lnTo>
                    <a:pt x="375180" y="87900"/>
                  </a:lnTo>
                  <a:lnTo>
                    <a:pt x="347391" y="64280"/>
                  </a:lnTo>
                  <a:lnTo>
                    <a:pt x="318722" y="41735"/>
                  </a:lnTo>
                  <a:lnTo>
                    <a:pt x="289217" y="20298"/>
                  </a:lnTo>
                  <a:lnTo>
                    <a:pt x="258916" y="0"/>
                  </a:lnTo>
                  <a:lnTo>
                    <a:pt x="233024" y="40288"/>
                  </a:lnTo>
                  <a:lnTo>
                    <a:pt x="207133" y="80576"/>
                  </a:lnTo>
                  <a:lnTo>
                    <a:pt x="181241" y="120864"/>
                  </a:lnTo>
                  <a:lnTo>
                    <a:pt x="155349" y="161152"/>
                  </a:lnTo>
                  <a:lnTo>
                    <a:pt x="129458" y="201440"/>
                  </a:lnTo>
                  <a:lnTo>
                    <a:pt x="103566" y="241729"/>
                  </a:lnTo>
                  <a:lnTo>
                    <a:pt x="77674" y="282017"/>
                  </a:lnTo>
                  <a:lnTo>
                    <a:pt x="51783" y="322305"/>
                  </a:lnTo>
                  <a:lnTo>
                    <a:pt x="25891" y="362593"/>
                  </a:lnTo>
                  <a:lnTo>
                    <a:pt x="0" y="402881"/>
                  </a:lnTo>
                  <a:lnTo>
                    <a:pt x="25031" y="420114"/>
                  </a:lnTo>
                  <a:lnTo>
                    <a:pt x="48918" y="438899"/>
                  </a:lnTo>
                  <a:lnTo>
                    <a:pt x="71566" y="459162"/>
                  </a:lnTo>
                  <a:lnTo>
                    <a:pt x="92884" y="480821"/>
                  </a:lnTo>
                  <a:lnTo>
                    <a:pt x="112785" y="503787"/>
                  </a:lnTo>
                  <a:lnTo>
                    <a:pt x="131189" y="527970"/>
                  </a:lnTo>
                  <a:lnTo>
                    <a:pt x="148022" y="553271"/>
                  </a:lnTo>
                  <a:lnTo>
                    <a:pt x="163217" y="579589"/>
                  </a:lnTo>
                  <a:lnTo>
                    <a:pt x="176712" y="606818"/>
                  </a:lnTo>
                  <a:lnTo>
                    <a:pt x="188453" y="634848"/>
                  </a:lnTo>
                  <a:lnTo>
                    <a:pt x="198392" y="663566"/>
                  </a:lnTo>
                  <a:lnTo>
                    <a:pt x="206490" y="692857"/>
                  </a:lnTo>
                  <a:lnTo>
                    <a:pt x="212714" y="722602"/>
                  </a:lnTo>
                  <a:lnTo>
                    <a:pt x="217039" y="752682"/>
                  </a:lnTo>
                  <a:lnTo>
                    <a:pt x="219447" y="782976"/>
                  </a:lnTo>
                  <a:lnTo>
                    <a:pt x="219929" y="813362"/>
                  </a:lnTo>
                  <a:lnTo>
                    <a:pt x="218483" y="843717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572000" y="1121891"/>
              <a:ext cx="517832" cy="554931"/>
            </a:xfrm>
            <a:custGeom>
              <a:avLst/>
              <a:pathLst>
                <a:path w="517832" h="554931">
                  <a:moveTo>
                    <a:pt x="258916" y="554931"/>
                  </a:moveTo>
                  <a:lnTo>
                    <a:pt x="284808" y="514643"/>
                  </a:lnTo>
                  <a:lnTo>
                    <a:pt x="310699" y="474354"/>
                  </a:lnTo>
                  <a:lnTo>
                    <a:pt x="336591" y="434066"/>
                  </a:lnTo>
                  <a:lnTo>
                    <a:pt x="362483" y="393778"/>
                  </a:lnTo>
                  <a:lnTo>
                    <a:pt x="388374" y="353490"/>
                  </a:lnTo>
                  <a:lnTo>
                    <a:pt x="414266" y="313202"/>
                  </a:lnTo>
                  <a:lnTo>
                    <a:pt x="440157" y="272914"/>
                  </a:lnTo>
                  <a:lnTo>
                    <a:pt x="466049" y="232625"/>
                  </a:lnTo>
                  <a:lnTo>
                    <a:pt x="491941" y="19233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4331484" y="2719862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187312" y="1732183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736254" y="1341339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" name="pg23"/>
            <p:cNvSpPr/>
            <p:nvPr/>
          </p:nvSpPr>
          <p:spPr>
            <a:xfrm>
              <a:off x="3614230" y="4231874"/>
              <a:ext cx="957769" cy="1094124"/>
            </a:xfrm>
            <a:custGeom>
              <a:avLst/>
              <a:pathLst>
                <a:path w="957769" h="1094124">
                  <a:moveTo>
                    <a:pt x="957769" y="478906"/>
                  </a:moveTo>
                  <a:lnTo>
                    <a:pt x="957769" y="431015"/>
                  </a:lnTo>
                  <a:lnTo>
                    <a:pt x="957769" y="383125"/>
                  </a:lnTo>
                  <a:lnTo>
                    <a:pt x="957769" y="335234"/>
                  </a:lnTo>
                  <a:lnTo>
                    <a:pt x="957769" y="287343"/>
                  </a:lnTo>
                  <a:lnTo>
                    <a:pt x="957769" y="239453"/>
                  </a:lnTo>
                  <a:lnTo>
                    <a:pt x="957769" y="191562"/>
                  </a:lnTo>
                  <a:lnTo>
                    <a:pt x="957769" y="143671"/>
                  </a:lnTo>
                  <a:lnTo>
                    <a:pt x="957769" y="95781"/>
                  </a:lnTo>
                  <a:lnTo>
                    <a:pt x="957769" y="47890"/>
                  </a:lnTo>
                  <a:lnTo>
                    <a:pt x="957769" y="0"/>
                  </a:lnTo>
                  <a:lnTo>
                    <a:pt x="921305" y="694"/>
                  </a:lnTo>
                  <a:lnTo>
                    <a:pt x="884893" y="2776"/>
                  </a:lnTo>
                  <a:lnTo>
                    <a:pt x="848587" y="6243"/>
                  </a:lnTo>
                  <a:lnTo>
                    <a:pt x="812439" y="11089"/>
                  </a:lnTo>
                  <a:lnTo>
                    <a:pt x="776502" y="17308"/>
                  </a:lnTo>
                  <a:lnTo>
                    <a:pt x="740828" y="24891"/>
                  </a:lnTo>
                  <a:lnTo>
                    <a:pt x="705468" y="33827"/>
                  </a:lnTo>
                  <a:lnTo>
                    <a:pt x="670474" y="44102"/>
                  </a:lnTo>
                  <a:lnTo>
                    <a:pt x="635897" y="55702"/>
                  </a:lnTo>
                  <a:lnTo>
                    <a:pt x="601786" y="68610"/>
                  </a:lnTo>
                  <a:lnTo>
                    <a:pt x="568192" y="82807"/>
                  </a:lnTo>
                  <a:lnTo>
                    <a:pt x="535162" y="98273"/>
                  </a:lnTo>
                  <a:lnTo>
                    <a:pt x="502745" y="114985"/>
                  </a:lnTo>
                  <a:lnTo>
                    <a:pt x="470988" y="132919"/>
                  </a:lnTo>
                  <a:lnTo>
                    <a:pt x="439936" y="152049"/>
                  </a:lnTo>
                  <a:lnTo>
                    <a:pt x="409636" y="172347"/>
                  </a:lnTo>
                  <a:lnTo>
                    <a:pt x="380130" y="193785"/>
                  </a:lnTo>
                  <a:lnTo>
                    <a:pt x="351462" y="216330"/>
                  </a:lnTo>
                  <a:lnTo>
                    <a:pt x="323672" y="239950"/>
                  </a:lnTo>
                  <a:lnTo>
                    <a:pt x="296802" y="264611"/>
                  </a:lnTo>
                  <a:lnTo>
                    <a:pt x="270891" y="290277"/>
                  </a:lnTo>
                  <a:lnTo>
                    <a:pt x="245975" y="316911"/>
                  </a:lnTo>
                  <a:lnTo>
                    <a:pt x="222092" y="344474"/>
                  </a:lnTo>
                  <a:lnTo>
                    <a:pt x="199275" y="372926"/>
                  </a:lnTo>
                  <a:lnTo>
                    <a:pt x="177558" y="402227"/>
                  </a:lnTo>
                  <a:lnTo>
                    <a:pt x="156972" y="432332"/>
                  </a:lnTo>
                  <a:lnTo>
                    <a:pt x="137547" y="463200"/>
                  </a:lnTo>
                  <a:lnTo>
                    <a:pt x="119311" y="494785"/>
                  </a:lnTo>
                  <a:lnTo>
                    <a:pt x="102291" y="527042"/>
                  </a:lnTo>
                  <a:lnTo>
                    <a:pt x="86512" y="559923"/>
                  </a:lnTo>
                  <a:lnTo>
                    <a:pt x="71995" y="593381"/>
                  </a:lnTo>
                  <a:lnTo>
                    <a:pt x="58763" y="627367"/>
                  </a:lnTo>
                  <a:lnTo>
                    <a:pt x="46835" y="661832"/>
                  </a:lnTo>
                  <a:lnTo>
                    <a:pt x="36227" y="696727"/>
                  </a:lnTo>
                  <a:lnTo>
                    <a:pt x="26955" y="732000"/>
                  </a:lnTo>
                  <a:lnTo>
                    <a:pt x="19033" y="767600"/>
                  </a:lnTo>
                  <a:lnTo>
                    <a:pt x="12472" y="803476"/>
                  </a:lnTo>
                  <a:lnTo>
                    <a:pt x="7282" y="839576"/>
                  </a:lnTo>
                  <a:lnTo>
                    <a:pt x="3470" y="875848"/>
                  </a:lnTo>
                  <a:lnTo>
                    <a:pt x="1041" y="912238"/>
                  </a:lnTo>
                  <a:lnTo>
                    <a:pt x="0" y="948694"/>
                  </a:lnTo>
                  <a:lnTo>
                    <a:pt x="347" y="985164"/>
                  </a:lnTo>
                  <a:lnTo>
                    <a:pt x="2082" y="1021594"/>
                  </a:lnTo>
                  <a:lnTo>
                    <a:pt x="5203" y="1057931"/>
                  </a:lnTo>
                  <a:lnTo>
                    <a:pt x="9705" y="1094124"/>
                  </a:lnTo>
                  <a:lnTo>
                    <a:pt x="57108" y="1087308"/>
                  </a:lnTo>
                  <a:lnTo>
                    <a:pt x="104512" y="1080493"/>
                  </a:lnTo>
                  <a:lnTo>
                    <a:pt x="151915" y="1073677"/>
                  </a:lnTo>
                  <a:lnTo>
                    <a:pt x="199318" y="1066861"/>
                  </a:lnTo>
                  <a:lnTo>
                    <a:pt x="246721" y="1060046"/>
                  </a:lnTo>
                  <a:lnTo>
                    <a:pt x="294124" y="1053230"/>
                  </a:lnTo>
                  <a:lnTo>
                    <a:pt x="341528" y="1046415"/>
                  </a:lnTo>
                  <a:lnTo>
                    <a:pt x="388931" y="1039599"/>
                  </a:lnTo>
                  <a:lnTo>
                    <a:pt x="436334" y="1032784"/>
                  </a:lnTo>
                  <a:lnTo>
                    <a:pt x="483737" y="1025968"/>
                  </a:lnTo>
                  <a:lnTo>
                    <a:pt x="480369" y="995766"/>
                  </a:lnTo>
                  <a:lnTo>
                    <a:pt x="478923" y="965411"/>
                  </a:lnTo>
                  <a:lnTo>
                    <a:pt x="479405" y="935025"/>
                  </a:lnTo>
                  <a:lnTo>
                    <a:pt x="481813" y="904731"/>
                  </a:lnTo>
                  <a:lnTo>
                    <a:pt x="486138" y="874651"/>
                  </a:lnTo>
                  <a:lnTo>
                    <a:pt x="492362" y="844906"/>
                  </a:lnTo>
                  <a:lnTo>
                    <a:pt x="500460" y="815616"/>
                  </a:lnTo>
                  <a:lnTo>
                    <a:pt x="510400" y="786897"/>
                  </a:lnTo>
                  <a:lnTo>
                    <a:pt x="522140" y="758868"/>
                  </a:lnTo>
                  <a:lnTo>
                    <a:pt x="535635" y="731639"/>
                  </a:lnTo>
                  <a:lnTo>
                    <a:pt x="550830" y="705321"/>
                  </a:lnTo>
                  <a:lnTo>
                    <a:pt x="567663" y="680020"/>
                  </a:lnTo>
                  <a:lnTo>
                    <a:pt x="586068" y="655837"/>
                  </a:lnTo>
                  <a:lnTo>
                    <a:pt x="605968" y="632870"/>
                  </a:lnTo>
                  <a:lnTo>
                    <a:pt x="627286" y="611212"/>
                  </a:lnTo>
                  <a:lnTo>
                    <a:pt x="649934" y="590949"/>
                  </a:lnTo>
                  <a:lnTo>
                    <a:pt x="673822" y="572163"/>
                  </a:lnTo>
                  <a:lnTo>
                    <a:pt x="698853" y="554931"/>
                  </a:lnTo>
                  <a:lnTo>
                    <a:pt x="724926" y="539320"/>
                  </a:lnTo>
                  <a:lnTo>
                    <a:pt x="751938" y="525395"/>
                  </a:lnTo>
                  <a:lnTo>
                    <a:pt x="779778" y="513211"/>
                  </a:lnTo>
                  <a:lnTo>
                    <a:pt x="808334" y="502817"/>
                  </a:lnTo>
                  <a:lnTo>
                    <a:pt x="837493" y="494256"/>
                  </a:lnTo>
                  <a:lnTo>
                    <a:pt x="867136" y="487561"/>
                  </a:lnTo>
                  <a:lnTo>
                    <a:pt x="897143" y="482759"/>
                  </a:lnTo>
                  <a:lnTo>
                    <a:pt x="927395" y="479870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623936" y="5257843"/>
              <a:ext cx="1896127" cy="889657"/>
            </a:xfrm>
            <a:custGeom>
              <a:avLst/>
              <a:pathLst>
                <a:path w="1896127" h="889657">
                  <a:moveTo>
                    <a:pt x="474031" y="0"/>
                  </a:moveTo>
                  <a:lnTo>
                    <a:pt x="426628" y="6815"/>
                  </a:lnTo>
                  <a:lnTo>
                    <a:pt x="379225" y="13631"/>
                  </a:lnTo>
                  <a:lnTo>
                    <a:pt x="331822" y="20446"/>
                  </a:lnTo>
                  <a:lnTo>
                    <a:pt x="284419" y="27262"/>
                  </a:lnTo>
                  <a:lnTo>
                    <a:pt x="237015" y="34077"/>
                  </a:lnTo>
                  <a:lnTo>
                    <a:pt x="189612" y="40893"/>
                  </a:lnTo>
                  <a:lnTo>
                    <a:pt x="142209" y="47708"/>
                  </a:lnTo>
                  <a:lnTo>
                    <a:pt x="94806" y="54524"/>
                  </a:lnTo>
                  <a:lnTo>
                    <a:pt x="47403" y="61339"/>
                  </a:lnTo>
                  <a:lnTo>
                    <a:pt x="0" y="68155"/>
                  </a:lnTo>
                  <a:lnTo>
                    <a:pt x="5790" y="103678"/>
                  </a:lnTo>
                  <a:lnTo>
                    <a:pt x="12911" y="138957"/>
                  </a:lnTo>
                  <a:lnTo>
                    <a:pt x="21353" y="173945"/>
                  </a:lnTo>
                  <a:lnTo>
                    <a:pt x="31103" y="208591"/>
                  </a:lnTo>
                  <a:lnTo>
                    <a:pt x="42147" y="242845"/>
                  </a:lnTo>
                  <a:lnTo>
                    <a:pt x="54471" y="276661"/>
                  </a:lnTo>
                  <a:lnTo>
                    <a:pt x="68057" y="309990"/>
                  </a:lnTo>
                  <a:lnTo>
                    <a:pt x="82885" y="342785"/>
                  </a:lnTo>
                  <a:lnTo>
                    <a:pt x="98935" y="374999"/>
                  </a:lnTo>
                  <a:lnTo>
                    <a:pt x="116184" y="406588"/>
                  </a:lnTo>
                  <a:lnTo>
                    <a:pt x="134607" y="437507"/>
                  </a:lnTo>
                  <a:lnTo>
                    <a:pt x="154179" y="467712"/>
                  </a:lnTo>
                  <a:lnTo>
                    <a:pt x="174872" y="497159"/>
                  </a:lnTo>
                  <a:lnTo>
                    <a:pt x="196657" y="525809"/>
                  </a:lnTo>
                  <a:lnTo>
                    <a:pt x="219503" y="553620"/>
                  </a:lnTo>
                  <a:lnTo>
                    <a:pt x="243377" y="580553"/>
                  </a:lnTo>
                  <a:lnTo>
                    <a:pt x="268247" y="606570"/>
                  </a:lnTo>
                  <a:lnTo>
                    <a:pt x="294076" y="631635"/>
                  </a:lnTo>
                  <a:lnTo>
                    <a:pt x="320829" y="655711"/>
                  </a:lnTo>
                  <a:lnTo>
                    <a:pt x="348468" y="678765"/>
                  </a:lnTo>
                  <a:lnTo>
                    <a:pt x="376953" y="700765"/>
                  </a:lnTo>
                  <a:lnTo>
                    <a:pt x="406244" y="721678"/>
                  </a:lnTo>
                  <a:lnTo>
                    <a:pt x="436301" y="741477"/>
                  </a:lnTo>
                  <a:lnTo>
                    <a:pt x="467080" y="760132"/>
                  </a:lnTo>
                  <a:lnTo>
                    <a:pt x="498539" y="777618"/>
                  </a:lnTo>
                  <a:lnTo>
                    <a:pt x="530632" y="793909"/>
                  </a:lnTo>
                  <a:lnTo>
                    <a:pt x="563314" y="808984"/>
                  </a:lnTo>
                  <a:lnTo>
                    <a:pt x="596540" y="822819"/>
                  </a:lnTo>
                  <a:lnTo>
                    <a:pt x="630262" y="835397"/>
                  </a:lnTo>
                  <a:lnTo>
                    <a:pt x="664433" y="846699"/>
                  </a:lnTo>
                  <a:lnTo>
                    <a:pt x="699004" y="856709"/>
                  </a:lnTo>
                  <a:lnTo>
                    <a:pt x="733928" y="865413"/>
                  </a:lnTo>
                  <a:lnTo>
                    <a:pt x="769153" y="872799"/>
                  </a:lnTo>
                  <a:lnTo>
                    <a:pt x="804631" y="878857"/>
                  </a:lnTo>
                  <a:lnTo>
                    <a:pt x="840311" y="883577"/>
                  </a:lnTo>
                  <a:lnTo>
                    <a:pt x="876144" y="886953"/>
                  </a:lnTo>
                  <a:lnTo>
                    <a:pt x="912078" y="888981"/>
                  </a:lnTo>
                  <a:lnTo>
                    <a:pt x="948063" y="889657"/>
                  </a:lnTo>
                  <a:lnTo>
                    <a:pt x="984049" y="888981"/>
                  </a:lnTo>
                  <a:lnTo>
                    <a:pt x="1019983" y="886953"/>
                  </a:lnTo>
                  <a:lnTo>
                    <a:pt x="1055815" y="883577"/>
                  </a:lnTo>
                  <a:lnTo>
                    <a:pt x="1091496" y="878857"/>
                  </a:lnTo>
                  <a:lnTo>
                    <a:pt x="1126974" y="872799"/>
                  </a:lnTo>
                  <a:lnTo>
                    <a:pt x="1162199" y="865413"/>
                  </a:lnTo>
                  <a:lnTo>
                    <a:pt x="1197122" y="856709"/>
                  </a:lnTo>
                  <a:lnTo>
                    <a:pt x="1231694" y="846699"/>
                  </a:lnTo>
                  <a:lnTo>
                    <a:pt x="1265865" y="835397"/>
                  </a:lnTo>
                  <a:lnTo>
                    <a:pt x="1299587" y="822819"/>
                  </a:lnTo>
                  <a:lnTo>
                    <a:pt x="1332813" y="808984"/>
                  </a:lnTo>
                  <a:lnTo>
                    <a:pt x="1365495" y="793909"/>
                  </a:lnTo>
                  <a:lnTo>
                    <a:pt x="1397588" y="777618"/>
                  </a:lnTo>
                  <a:lnTo>
                    <a:pt x="1429047" y="760132"/>
                  </a:lnTo>
                  <a:lnTo>
                    <a:pt x="1459826" y="741477"/>
                  </a:lnTo>
                  <a:lnTo>
                    <a:pt x="1489882" y="721678"/>
                  </a:lnTo>
                  <a:lnTo>
                    <a:pt x="1519174" y="700765"/>
                  </a:lnTo>
                  <a:lnTo>
                    <a:pt x="1547659" y="678765"/>
                  </a:lnTo>
                  <a:lnTo>
                    <a:pt x="1575298" y="655711"/>
                  </a:lnTo>
                  <a:lnTo>
                    <a:pt x="1602051" y="631635"/>
                  </a:lnTo>
                  <a:lnTo>
                    <a:pt x="1627880" y="606570"/>
                  </a:lnTo>
                  <a:lnTo>
                    <a:pt x="1652750" y="580553"/>
                  </a:lnTo>
                  <a:lnTo>
                    <a:pt x="1676624" y="553620"/>
                  </a:lnTo>
                  <a:lnTo>
                    <a:pt x="1699470" y="525809"/>
                  </a:lnTo>
                  <a:lnTo>
                    <a:pt x="1721255" y="497159"/>
                  </a:lnTo>
                  <a:lnTo>
                    <a:pt x="1741948" y="467712"/>
                  </a:lnTo>
                  <a:lnTo>
                    <a:pt x="1761520" y="437507"/>
                  </a:lnTo>
                  <a:lnTo>
                    <a:pt x="1779943" y="406588"/>
                  </a:lnTo>
                  <a:lnTo>
                    <a:pt x="1797192" y="374999"/>
                  </a:lnTo>
                  <a:lnTo>
                    <a:pt x="1813242" y="342785"/>
                  </a:lnTo>
                  <a:lnTo>
                    <a:pt x="1828070" y="309990"/>
                  </a:lnTo>
                  <a:lnTo>
                    <a:pt x="1841656" y="276661"/>
                  </a:lnTo>
                  <a:lnTo>
                    <a:pt x="1853980" y="242845"/>
                  </a:lnTo>
                  <a:lnTo>
                    <a:pt x="1865024" y="208591"/>
                  </a:lnTo>
                  <a:lnTo>
                    <a:pt x="1874774" y="173945"/>
                  </a:lnTo>
                  <a:lnTo>
                    <a:pt x="1883216" y="138957"/>
                  </a:lnTo>
                  <a:lnTo>
                    <a:pt x="1890337" y="103678"/>
                  </a:lnTo>
                  <a:lnTo>
                    <a:pt x="1896127" y="68155"/>
                  </a:lnTo>
                  <a:lnTo>
                    <a:pt x="1848724" y="61339"/>
                  </a:lnTo>
                  <a:lnTo>
                    <a:pt x="1801321" y="54524"/>
                  </a:lnTo>
                  <a:lnTo>
                    <a:pt x="1753918" y="47708"/>
                  </a:lnTo>
                  <a:lnTo>
                    <a:pt x="1706515" y="40893"/>
                  </a:lnTo>
                  <a:lnTo>
                    <a:pt x="1659111" y="34077"/>
                  </a:lnTo>
                  <a:lnTo>
                    <a:pt x="1611708" y="27262"/>
                  </a:lnTo>
                  <a:lnTo>
                    <a:pt x="1564305" y="20446"/>
                  </a:lnTo>
                  <a:lnTo>
                    <a:pt x="1516902" y="13631"/>
                  </a:lnTo>
                  <a:lnTo>
                    <a:pt x="1469499" y="6815"/>
                  </a:lnTo>
                  <a:lnTo>
                    <a:pt x="1422095" y="0"/>
                  </a:lnTo>
                  <a:lnTo>
                    <a:pt x="1416818" y="29927"/>
                  </a:lnTo>
                  <a:lnTo>
                    <a:pt x="1409654" y="59460"/>
                  </a:lnTo>
                  <a:lnTo>
                    <a:pt x="1400631" y="88479"/>
                  </a:lnTo>
                  <a:lnTo>
                    <a:pt x="1389785" y="116867"/>
                  </a:lnTo>
                  <a:lnTo>
                    <a:pt x="1377161" y="144510"/>
                  </a:lnTo>
                  <a:lnTo>
                    <a:pt x="1362809" y="171297"/>
                  </a:lnTo>
                  <a:lnTo>
                    <a:pt x="1346787" y="197120"/>
                  </a:lnTo>
                  <a:lnTo>
                    <a:pt x="1329159" y="221874"/>
                  </a:lnTo>
                  <a:lnTo>
                    <a:pt x="1309997" y="245461"/>
                  </a:lnTo>
                  <a:lnTo>
                    <a:pt x="1289377" y="267785"/>
                  </a:lnTo>
                  <a:lnTo>
                    <a:pt x="1267384" y="288756"/>
                  </a:lnTo>
                  <a:lnTo>
                    <a:pt x="1244104" y="308290"/>
                  </a:lnTo>
                  <a:lnTo>
                    <a:pt x="1219632" y="326308"/>
                  </a:lnTo>
                  <a:lnTo>
                    <a:pt x="1194067" y="342738"/>
                  </a:lnTo>
                  <a:lnTo>
                    <a:pt x="1167511" y="357513"/>
                  </a:lnTo>
                  <a:lnTo>
                    <a:pt x="1140072" y="370574"/>
                  </a:lnTo>
                  <a:lnTo>
                    <a:pt x="1111859" y="381869"/>
                  </a:lnTo>
                  <a:lnTo>
                    <a:pt x="1082987" y="391351"/>
                  </a:lnTo>
                  <a:lnTo>
                    <a:pt x="1053572" y="398984"/>
                  </a:lnTo>
                  <a:lnTo>
                    <a:pt x="1023731" y="404735"/>
                  </a:lnTo>
                  <a:lnTo>
                    <a:pt x="993586" y="408582"/>
                  </a:lnTo>
                  <a:lnTo>
                    <a:pt x="963258" y="410509"/>
                  </a:lnTo>
                  <a:lnTo>
                    <a:pt x="932869" y="410509"/>
                  </a:lnTo>
                  <a:lnTo>
                    <a:pt x="902541" y="408582"/>
                  </a:lnTo>
                  <a:lnTo>
                    <a:pt x="872396" y="404735"/>
                  </a:lnTo>
                  <a:lnTo>
                    <a:pt x="842555" y="398984"/>
                  </a:lnTo>
                  <a:lnTo>
                    <a:pt x="813140" y="391351"/>
                  </a:lnTo>
                  <a:lnTo>
                    <a:pt x="784268" y="381869"/>
                  </a:lnTo>
                  <a:lnTo>
                    <a:pt x="756055" y="370574"/>
                  </a:lnTo>
                  <a:lnTo>
                    <a:pt x="728616" y="357513"/>
                  </a:lnTo>
                  <a:lnTo>
                    <a:pt x="702060" y="342738"/>
                  </a:lnTo>
                  <a:lnTo>
                    <a:pt x="676495" y="326308"/>
                  </a:lnTo>
                  <a:lnTo>
                    <a:pt x="652023" y="308290"/>
                  </a:lnTo>
                  <a:lnTo>
                    <a:pt x="628743" y="288756"/>
                  </a:lnTo>
                  <a:lnTo>
                    <a:pt x="606750" y="267785"/>
                  </a:lnTo>
                  <a:lnTo>
                    <a:pt x="586130" y="245461"/>
                  </a:lnTo>
                  <a:lnTo>
                    <a:pt x="566968" y="221874"/>
                  </a:lnTo>
                  <a:lnTo>
                    <a:pt x="549340" y="197120"/>
                  </a:lnTo>
                  <a:lnTo>
                    <a:pt x="533318" y="171297"/>
                  </a:lnTo>
                  <a:lnTo>
                    <a:pt x="518966" y="144510"/>
                  </a:lnTo>
                  <a:lnTo>
                    <a:pt x="506342" y="116867"/>
                  </a:lnTo>
                  <a:lnTo>
                    <a:pt x="495496" y="88479"/>
                  </a:lnTo>
                  <a:lnTo>
                    <a:pt x="486473" y="59460"/>
                  </a:lnTo>
                  <a:lnTo>
                    <a:pt x="479309" y="29927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572000" y="4231874"/>
              <a:ext cx="957769" cy="1094124"/>
            </a:xfrm>
            <a:custGeom>
              <a:avLst/>
              <a:pathLst>
                <a:path w="957769" h="1094124">
                  <a:moveTo>
                    <a:pt x="474031" y="1025968"/>
                  </a:moveTo>
                  <a:lnTo>
                    <a:pt x="521435" y="1032784"/>
                  </a:lnTo>
                  <a:lnTo>
                    <a:pt x="568838" y="1039599"/>
                  </a:lnTo>
                  <a:lnTo>
                    <a:pt x="616241" y="1046415"/>
                  </a:lnTo>
                  <a:lnTo>
                    <a:pt x="663644" y="1053230"/>
                  </a:lnTo>
                  <a:lnTo>
                    <a:pt x="711047" y="1060046"/>
                  </a:lnTo>
                  <a:lnTo>
                    <a:pt x="758451" y="1066861"/>
                  </a:lnTo>
                  <a:lnTo>
                    <a:pt x="805854" y="1073677"/>
                  </a:lnTo>
                  <a:lnTo>
                    <a:pt x="853257" y="1080493"/>
                  </a:lnTo>
                  <a:lnTo>
                    <a:pt x="900660" y="1087308"/>
                  </a:lnTo>
                  <a:lnTo>
                    <a:pt x="948063" y="1094124"/>
                  </a:lnTo>
                  <a:lnTo>
                    <a:pt x="952566" y="1057931"/>
                  </a:lnTo>
                  <a:lnTo>
                    <a:pt x="955687" y="1021594"/>
                  </a:lnTo>
                  <a:lnTo>
                    <a:pt x="957422" y="985164"/>
                  </a:lnTo>
                  <a:lnTo>
                    <a:pt x="957769" y="948694"/>
                  </a:lnTo>
                  <a:lnTo>
                    <a:pt x="956728" y="912238"/>
                  </a:lnTo>
                  <a:lnTo>
                    <a:pt x="954299" y="875848"/>
                  </a:lnTo>
                  <a:lnTo>
                    <a:pt x="950487" y="839576"/>
                  </a:lnTo>
                  <a:lnTo>
                    <a:pt x="945296" y="803476"/>
                  </a:lnTo>
                  <a:lnTo>
                    <a:pt x="938735" y="767600"/>
                  </a:lnTo>
                  <a:lnTo>
                    <a:pt x="930813" y="732000"/>
                  </a:lnTo>
                  <a:lnTo>
                    <a:pt x="921542" y="696727"/>
                  </a:lnTo>
                  <a:lnTo>
                    <a:pt x="910934" y="661832"/>
                  </a:lnTo>
                  <a:lnTo>
                    <a:pt x="899005" y="627367"/>
                  </a:lnTo>
                  <a:lnTo>
                    <a:pt x="885773" y="593381"/>
                  </a:lnTo>
                  <a:lnTo>
                    <a:pt x="871257" y="559923"/>
                  </a:lnTo>
                  <a:lnTo>
                    <a:pt x="855477" y="527042"/>
                  </a:lnTo>
                  <a:lnTo>
                    <a:pt x="838457" y="494785"/>
                  </a:lnTo>
                  <a:lnTo>
                    <a:pt x="820222" y="463200"/>
                  </a:lnTo>
                  <a:lnTo>
                    <a:pt x="800797" y="432332"/>
                  </a:lnTo>
                  <a:lnTo>
                    <a:pt x="780211" y="402227"/>
                  </a:lnTo>
                  <a:lnTo>
                    <a:pt x="758494" y="372926"/>
                  </a:lnTo>
                  <a:lnTo>
                    <a:pt x="735677" y="344474"/>
                  </a:lnTo>
                  <a:lnTo>
                    <a:pt x="711793" y="316911"/>
                  </a:lnTo>
                  <a:lnTo>
                    <a:pt x="686878" y="290277"/>
                  </a:lnTo>
                  <a:lnTo>
                    <a:pt x="660966" y="264611"/>
                  </a:lnTo>
                  <a:lnTo>
                    <a:pt x="634096" y="239950"/>
                  </a:lnTo>
                  <a:lnTo>
                    <a:pt x="606307" y="216330"/>
                  </a:lnTo>
                  <a:lnTo>
                    <a:pt x="577639" y="193785"/>
                  </a:lnTo>
                  <a:lnTo>
                    <a:pt x="548133" y="17234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lnTo>
                    <a:pt x="258916" y="554931"/>
                  </a:lnTo>
                  <a:lnTo>
                    <a:pt x="283947" y="572163"/>
                  </a:lnTo>
                  <a:lnTo>
                    <a:pt x="307835" y="590949"/>
                  </a:lnTo>
                  <a:lnTo>
                    <a:pt x="330483" y="611212"/>
                  </a:lnTo>
                  <a:lnTo>
                    <a:pt x="351800" y="632870"/>
                  </a:lnTo>
                  <a:lnTo>
                    <a:pt x="371701" y="655837"/>
                  </a:lnTo>
                  <a:lnTo>
                    <a:pt x="390105" y="680020"/>
                  </a:lnTo>
                  <a:lnTo>
                    <a:pt x="406939" y="705321"/>
                  </a:lnTo>
                  <a:lnTo>
                    <a:pt x="422133" y="731639"/>
                  </a:lnTo>
                  <a:lnTo>
                    <a:pt x="435628" y="758868"/>
                  </a:lnTo>
                  <a:lnTo>
                    <a:pt x="447369" y="786897"/>
                  </a:lnTo>
                  <a:lnTo>
                    <a:pt x="457308" y="815616"/>
                  </a:lnTo>
                  <a:lnTo>
                    <a:pt x="465406" y="844906"/>
                  </a:lnTo>
                  <a:lnTo>
                    <a:pt x="471630" y="874651"/>
                  </a:lnTo>
                  <a:lnTo>
                    <a:pt x="475955" y="904731"/>
                  </a:lnTo>
                  <a:lnTo>
                    <a:pt x="478364" y="935025"/>
                  </a:lnTo>
                  <a:lnTo>
                    <a:pt x="478846" y="965411"/>
                  </a:lnTo>
                  <a:lnTo>
                    <a:pt x="477400" y="995766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3990969" y="4670158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533869" y="5858944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076769" y="4670158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pg29"/>
            <p:cNvSpPr/>
            <p:nvPr/>
          </p:nvSpPr>
          <p:spPr>
            <a:xfrm>
              <a:off x="6443923" y="1681814"/>
              <a:ext cx="1681571" cy="1355676"/>
            </a:xfrm>
            <a:custGeom>
              <a:avLst/>
              <a:pathLst>
                <a:path w="1681571" h="1355676">
                  <a:moveTo>
                    <a:pt x="522076" y="198944"/>
                  </a:moveTo>
                  <a:lnTo>
                    <a:pt x="478513" y="179050"/>
                  </a:lnTo>
                  <a:lnTo>
                    <a:pt x="434950" y="159155"/>
                  </a:lnTo>
                  <a:lnTo>
                    <a:pt x="391387" y="139261"/>
                  </a:lnTo>
                  <a:lnTo>
                    <a:pt x="347824" y="119366"/>
                  </a:lnTo>
                  <a:lnTo>
                    <a:pt x="304261" y="99472"/>
                  </a:lnTo>
                  <a:lnTo>
                    <a:pt x="260698" y="79577"/>
                  </a:lnTo>
                  <a:lnTo>
                    <a:pt x="217136" y="59683"/>
                  </a:lnTo>
                  <a:lnTo>
                    <a:pt x="173573" y="39788"/>
                  </a:lnTo>
                  <a:lnTo>
                    <a:pt x="130010" y="19894"/>
                  </a:lnTo>
                  <a:lnTo>
                    <a:pt x="86447" y="0"/>
                  </a:lnTo>
                  <a:lnTo>
                    <a:pt x="72113" y="33014"/>
                  </a:lnTo>
                  <a:lnTo>
                    <a:pt x="59030" y="66543"/>
                  </a:lnTo>
                  <a:lnTo>
                    <a:pt x="47216" y="100540"/>
                  </a:lnTo>
                  <a:lnTo>
                    <a:pt x="36687" y="134957"/>
                  </a:lnTo>
                  <a:lnTo>
                    <a:pt x="27459" y="169745"/>
                  </a:lnTo>
                  <a:lnTo>
                    <a:pt x="19545" y="204856"/>
                  </a:lnTo>
                  <a:lnTo>
                    <a:pt x="12955" y="240239"/>
                  </a:lnTo>
                  <a:lnTo>
                    <a:pt x="7699" y="275844"/>
                  </a:lnTo>
                  <a:lnTo>
                    <a:pt x="3784" y="311622"/>
                  </a:lnTo>
                  <a:lnTo>
                    <a:pt x="1217" y="347522"/>
                  </a:lnTo>
                  <a:lnTo>
                    <a:pt x="0" y="383493"/>
                  </a:lnTo>
                  <a:lnTo>
                    <a:pt x="135" y="419484"/>
                  </a:lnTo>
                  <a:lnTo>
                    <a:pt x="1622" y="455444"/>
                  </a:lnTo>
                  <a:lnTo>
                    <a:pt x="4459" y="491324"/>
                  </a:lnTo>
                  <a:lnTo>
                    <a:pt x="8643" y="527071"/>
                  </a:lnTo>
                  <a:lnTo>
                    <a:pt x="14166" y="562636"/>
                  </a:lnTo>
                  <a:lnTo>
                    <a:pt x="21022" y="597969"/>
                  </a:lnTo>
                  <a:lnTo>
                    <a:pt x="29200" y="633019"/>
                  </a:lnTo>
                  <a:lnTo>
                    <a:pt x="38689" y="667737"/>
                  </a:lnTo>
                  <a:lnTo>
                    <a:pt x="49476" y="702073"/>
                  </a:lnTo>
                  <a:lnTo>
                    <a:pt x="61546" y="735981"/>
                  </a:lnTo>
                  <a:lnTo>
                    <a:pt x="74881" y="769411"/>
                  </a:lnTo>
                  <a:lnTo>
                    <a:pt x="89462" y="802316"/>
                  </a:lnTo>
                  <a:lnTo>
                    <a:pt x="105269" y="834651"/>
                  </a:lnTo>
                  <a:lnTo>
                    <a:pt x="122280" y="866368"/>
                  </a:lnTo>
                  <a:lnTo>
                    <a:pt x="140471" y="897424"/>
                  </a:lnTo>
                  <a:lnTo>
                    <a:pt x="159815" y="927775"/>
                  </a:lnTo>
                  <a:lnTo>
                    <a:pt x="180286" y="957378"/>
                  </a:lnTo>
                  <a:lnTo>
                    <a:pt x="201855" y="986190"/>
                  </a:lnTo>
                  <a:lnTo>
                    <a:pt x="224491" y="1014172"/>
                  </a:lnTo>
                  <a:lnTo>
                    <a:pt x="248163" y="1041284"/>
                  </a:lnTo>
                  <a:lnTo>
                    <a:pt x="272836" y="1067487"/>
                  </a:lnTo>
                  <a:lnTo>
                    <a:pt x="298476" y="1092745"/>
                  </a:lnTo>
                  <a:lnTo>
                    <a:pt x="325048" y="1117022"/>
                  </a:lnTo>
                  <a:lnTo>
                    <a:pt x="352512" y="1140283"/>
                  </a:lnTo>
                  <a:lnTo>
                    <a:pt x="380831" y="1162496"/>
                  </a:lnTo>
                  <a:lnTo>
                    <a:pt x="409965" y="1183629"/>
                  </a:lnTo>
                  <a:lnTo>
                    <a:pt x="439872" y="1203653"/>
                  </a:lnTo>
                  <a:lnTo>
                    <a:pt x="470510" y="1222539"/>
                  </a:lnTo>
                  <a:lnTo>
                    <a:pt x="501836" y="1240261"/>
                  </a:lnTo>
                  <a:lnTo>
                    <a:pt x="533806" y="1256793"/>
                  </a:lnTo>
                  <a:lnTo>
                    <a:pt x="566374" y="1272113"/>
                  </a:lnTo>
                  <a:lnTo>
                    <a:pt x="599495" y="1286198"/>
                  </a:lnTo>
                  <a:lnTo>
                    <a:pt x="633121" y="1299029"/>
                  </a:lnTo>
                  <a:lnTo>
                    <a:pt x="667206" y="1310587"/>
                  </a:lnTo>
                  <a:lnTo>
                    <a:pt x="701701" y="1320857"/>
                  </a:lnTo>
                  <a:lnTo>
                    <a:pt x="736558" y="1329823"/>
                  </a:lnTo>
                  <a:lnTo>
                    <a:pt x="771727" y="1337474"/>
                  </a:lnTo>
                  <a:lnTo>
                    <a:pt x="807158" y="1343797"/>
                  </a:lnTo>
                  <a:lnTo>
                    <a:pt x="842803" y="1348786"/>
                  </a:lnTo>
                  <a:lnTo>
                    <a:pt x="878609" y="1352431"/>
                  </a:lnTo>
                  <a:lnTo>
                    <a:pt x="914527" y="1354729"/>
                  </a:lnTo>
                  <a:lnTo>
                    <a:pt x="950506" y="1355676"/>
                  </a:lnTo>
                  <a:lnTo>
                    <a:pt x="986495" y="1355270"/>
                  </a:lnTo>
                  <a:lnTo>
                    <a:pt x="1022443" y="1353512"/>
                  </a:lnTo>
                  <a:lnTo>
                    <a:pt x="1058300" y="1350405"/>
                  </a:lnTo>
                  <a:lnTo>
                    <a:pt x="1094015" y="1345953"/>
                  </a:lnTo>
                  <a:lnTo>
                    <a:pt x="1129538" y="1340163"/>
                  </a:lnTo>
                  <a:lnTo>
                    <a:pt x="1164818" y="1333042"/>
                  </a:lnTo>
                  <a:lnTo>
                    <a:pt x="1199805" y="1324600"/>
                  </a:lnTo>
                  <a:lnTo>
                    <a:pt x="1234451" y="1314850"/>
                  </a:lnTo>
                  <a:lnTo>
                    <a:pt x="1268706" y="1303806"/>
                  </a:lnTo>
                  <a:lnTo>
                    <a:pt x="1302522" y="1291482"/>
                  </a:lnTo>
                  <a:lnTo>
                    <a:pt x="1335850" y="1277896"/>
                  </a:lnTo>
                  <a:lnTo>
                    <a:pt x="1368645" y="1263068"/>
                  </a:lnTo>
                  <a:lnTo>
                    <a:pt x="1400860" y="1247018"/>
                  </a:lnTo>
                  <a:lnTo>
                    <a:pt x="1432449" y="1229769"/>
                  </a:lnTo>
                  <a:lnTo>
                    <a:pt x="1463367" y="1211346"/>
                  </a:lnTo>
                  <a:lnTo>
                    <a:pt x="1493572" y="1191774"/>
                  </a:lnTo>
                  <a:lnTo>
                    <a:pt x="1523020" y="1171081"/>
                  </a:lnTo>
                  <a:lnTo>
                    <a:pt x="1551670" y="1149296"/>
                  </a:lnTo>
                  <a:lnTo>
                    <a:pt x="1579481" y="1126450"/>
                  </a:lnTo>
                  <a:lnTo>
                    <a:pt x="1606414" y="1102575"/>
                  </a:lnTo>
                  <a:lnTo>
                    <a:pt x="1632431" y="1077706"/>
                  </a:lnTo>
                  <a:lnTo>
                    <a:pt x="1657495" y="1051877"/>
                  </a:lnTo>
                  <a:lnTo>
                    <a:pt x="1681571" y="1025124"/>
                  </a:lnTo>
                  <a:lnTo>
                    <a:pt x="1645378" y="993762"/>
                  </a:lnTo>
                  <a:lnTo>
                    <a:pt x="1609185" y="962400"/>
                  </a:lnTo>
                  <a:lnTo>
                    <a:pt x="1572991" y="931039"/>
                  </a:lnTo>
                  <a:lnTo>
                    <a:pt x="1536798" y="899677"/>
                  </a:lnTo>
                  <a:lnTo>
                    <a:pt x="1500605" y="868315"/>
                  </a:lnTo>
                  <a:lnTo>
                    <a:pt x="1464411" y="836953"/>
                  </a:lnTo>
                  <a:lnTo>
                    <a:pt x="1428218" y="805592"/>
                  </a:lnTo>
                  <a:lnTo>
                    <a:pt x="1392025" y="774230"/>
                  </a:lnTo>
                  <a:lnTo>
                    <a:pt x="1355831" y="742868"/>
                  </a:lnTo>
                  <a:lnTo>
                    <a:pt x="1319638" y="711507"/>
                  </a:lnTo>
                  <a:lnTo>
                    <a:pt x="1299018" y="733830"/>
                  </a:lnTo>
                  <a:lnTo>
                    <a:pt x="1277024" y="754802"/>
                  </a:lnTo>
                  <a:lnTo>
                    <a:pt x="1253745" y="774335"/>
                  </a:lnTo>
                  <a:lnTo>
                    <a:pt x="1229273" y="792354"/>
                  </a:lnTo>
                  <a:lnTo>
                    <a:pt x="1203708" y="808783"/>
                  </a:lnTo>
                  <a:lnTo>
                    <a:pt x="1177152" y="823559"/>
                  </a:lnTo>
                  <a:lnTo>
                    <a:pt x="1149713" y="836620"/>
                  </a:lnTo>
                  <a:lnTo>
                    <a:pt x="1121500" y="847914"/>
                  </a:lnTo>
                  <a:lnTo>
                    <a:pt x="1092628" y="857397"/>
                  </a:lnTo>
                  <a:lnTo>
                    <a:pt x="1063213" y="865029"/>
                  </a:lnTo>
                  <a:lnTo>
                    <a:pt x="1033372" y="870780"/>
                  </a:lnTo>
                  <a:lnTo>
                    <a:pt x="1003227" y="874628"/>
                  </a:lnTo>
                  <a:lnTo>
                    <a:pt x="972899" y="876555"/>
                  </a:lnTo>
                  <a:lnTo>
                    <a:pt x="942510" y="876555"/>
                  </a:lnTo>
                  <a:lnTo>
                    <a:pt x="912181" y="874628"/>
                  </a:lnTo>
                  <a:lnTo>
                    <a:pt x="882037" y="870780"/>
                  </a:lnTo>
                  <a:lnTo>
                    <a:pt x="852196" y="865029"/>
                  </a:lnTo>
                  <a:lnTo>
                    <a:pt x="822781" y="857397"/>
                  </a:lnTo>
                  <a:lnTo>
                    <a:pt x="793909" y="847914"/>
                  </a:lnTo>
                  <a:lnTo>
                    <a:pt x="765696" y="836620"/>
                  </a:lnTo>
                  <a:lnTo>
                    <a:pt x="738257" y="823559"/>
                  </a:lnTo>
                  <a:lnTo>
                    <a:pt x="711701" y="808783"/>
                  </a:lnTo>
                  <a:lnTo>
                    <a:pt x="686136" y="792354"/>
                  </a:lnTo>
                  <a:lnTo>
                    <a:pt x="661664" y="774335"/>
                  </a:lnTo>
                  <a:lnTo>
                    <a:pt x="638384" y="754802"/>
                  </a:lnTo>
                  <a:lnTo>
                    <a:pt x="616391" y="733830"/>
                  </a:lnTo>
                  <a:lnTo>
                    <a:pt x="595771" y="711507"/>
                  </a:lnTo>
                  <a:lnTo>
                    <a:pt x="576609" y="687920"/>
                  </a:lnTo>
                  <a:lnTo>
                    <a:pt x="558981" y="663165"/>
                  </a:lnTo>
                  <a:lnTo>
                    <a:pt x="542959" y="637343"/>
                  </a:lnTo>
                  <a:lnTo>
                    <a:pt x="528607" y="610556"/>
                  </a:lnTo>
                  <a:lnTo>
                    <a:pt x="515983" y="582913"/>
                  </a:lnTo>
                  <a:lnTo>
                    <a:pt x="505137" y="554524"/>
                  </a:lnTo>
                  <a:lnTo>
                    <a:pt x="496114" y="525506"/>
                  </a:lnTo>
                  <a:lnTo>
                    <a:pt x="488950" y="495973"/>
                  </a:lnTo>
                  <a:lnTo>
                    <a:pt x="483672" y="466045"/>
                  </a:lnTo>
                  <a:lnTo>
                    <a:pt x="480304" y="435843"/>
                  </a:lnTo>
                  <a:lnTo>
                    <a:pt x="478858" y="405488"/>
                  </a:lnTo>
                  <a:lnTo>
                    <a:pt x="479340" y="375102"/>
                  </a:lnTo>
                  <a:lnTo>
                    <a:pt x="481749" y="344808"/>
                  </a:lnTo>
                  <a:lnTo>
                    <a:pt x="486074" y="314728"/>
                  </a:lnTo>
                  <a:lnTo>
                    <a:pt x="492297" y="284983"/>
                  </a:lnTo>
                  <a:lnTo>
                    <a:pt x="500395" y="255692"/>
                  </a:lnTo>
                  <a:lnTo>
                    <a:pt x="510335" y="226974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7660544" y="1273940"/>
              <a:ext cx="698853" cy="1432997"/>
            </a:xfrm>
            <a:custGeom>
              <a:avLst/>
              <a:pathLst>
                <a:path w="698853" h="1432997">
                  <a:moveTo>
                    <a:pt x="103016" y="1119380"/>
                  </a:moveTo>
                  <a:lnTo>
                    <a:pt x="139210" y="1150742"/>
                  </a:lnTo>
                  <a:lnTo>
                    <a:pt x="175403" y="1182104"/>
                  </a:lnTo>
                  <a:lnTo>
                    <a:pt x="211597" y="1213465"/>
                  </a:lnTo>
                  <a:lnTo>
                    <a:pt x="247790" y="1244827"/>
                  </a:lnTo>
                  <a:lnTo>
                    <a:pt x="283983" y="1276189"/>
                  </a:lnTo>
                  <a:lnTo>
                    <a:pt x="320177" y="1307551"/>
                  </a:lnTo>
                  <a:lnTo>
                    <a:pt x="356370" y="1338912"/>
                  </a:lnTo>
                  <a:lnTo>
                    <a:pt x="392563" y="1370274"/>
                  </a:lnTo>
                  <a:lnTo>
                    <a:pt x="428757" y="1401636"/>
                  </a:lnTo>
                  <a:lnTo>
                    <a:pt x="464950" y="1432997"/>
                  </a:lnTo>
                  <a:lnTo>
                    <a:pt x="488304" y="1404985"/>
                  </a:lnTo>
                  <a:lnTo>
                    <a:pt x="510575" y="1376103"/>
                  </a:lnTo>
                  <a:lnTo>
                    <a:pt x="531731" y="1346394"/>
                  </a:lnTo>
                  <a:lnTo>
                    <a:pt x="551740" y="1315902"/>
                  </a:lnTo>
                  <a:lnTo>
                    <a:pt x="570574" y="1284670"/>
                  </a:lnTo>
                  <a:lnTo>
                    <a:pt x="588205" y="1252743"/>
                  </a:lnTo>
                  <a:lnTo>
                    <a:pt x="604607" y="1220169"/>
                  </a:lnTo>
                  <a:lnTo>
                    <a:pt x="619758" y="1186993"/>
                  </a:lnTo>
                  <a:lnTo>
                    <a:pt x="633635" y="1153265"/>
                  </a:lnTo>
                  <a:lnTo>
                    <a:pt x="646217" y="1119033"/>
                  </a:lnTo>
                  <a:lnTo>
                    <a:pt x="657487" y="1084347"/>
                  </a:lnTo>
                  <a:lnTo>
                    <a:pt x="667429" y="1049257"/>
                  </a:lnTo>
                  <a:lnTo>
                    <a:pt x="676027" y="1013814"/>
                  </a:lnTo>
                  <a:lnTo>
                    <a:pt x="683270" y="978069"/>
                  </a:lnTo>
                  <a:lnTo>
                    <a:pt x="689147" y="942074"/>
                  </a:lnTo>
                  <a:lnTo>
                    <a:pt x="693649" y="905882"/>
                  </a:lnTo>
                  <a:lnTo>
                    <a:pt x="696770" y="869544"/>
                  </a:lnTo>
                  <a:lnTo>
                    <a:pt x="698506" y="833115"/>
                  </a:lnTo>
                  <a:lnTo>
                    <a:pt x="698853" y="796645"/>
                  </a:lnTo>
                  <a:lnTo>
                    <a:pt x="697811" y="760189"/>
                  </a:lnTo>
                  <a:lnTo>
                    <a:pt x="695383" y="723798"/>
                  </a:lnTo>
                  <a:lnTo>
                    <a:pt x="691570" y="687527"/>
                  </a:lnTo>
                  <a:lnTo>
                    <a:pt x="686380" y="651427"/>
                  </a:lnTo>
                  <a:lnTo>
                    <a:pt x="679819" y="615551"/>
                  </a:lnTo>
                  <a:lnTo>
                    <a:pt x="671897" y="579950"/>
                  </a:lnTo>
                  <a:lnTo>
                    <a:pt x="662625" y="544677"/>
                  </a:lnTo>
                  <a:lnTo>
                    <a:pt x="652017" y="509783"/>
                  </a:lnTo>
                  <a:lnTo>
                    <a:pt x="640089" y="475317"/>
                  </a:lnTo>
                  <a:lnTo>
                    <a:pt x="626857" y="441331"/>
                  </a:lnTo>
                  <a:lnTo>
                    <a:pt x="612341" y="407873"/>
                  </a:lnTo>
                  <a:lnTo>
                    <a:pt x="596561" y="374992"/>
                  </a:lnTo>
                  <a:lnTo>
                    <a:pt x="579541" y="342736"/>
                  </a:lnTo>
                  <a:lnTo>
                    <a:pt x="561305" y="311151"/>
                  </a:lnTo>
                  <a:lnTo>
                    <a:pt x="541881" y="280283"/>
                  </a:lnTo>
                  <a:lnTo>
                    <a:pt x="521295" y="250177"/>
                  </a:lnTo>
                  <a:lnTo>
                    <a:pt x="499577" y="220877"/>
                  </a:lnTo>
                  <a:lnTo>
                    <a:pt x="476761" y="192424"/>
                  </a:lnTo>
                  <a:lnTo>
                    <a:pt x="452877" y="164861"/>
                  </a:lnTo>
                  <a:lnTo>
                    <a:pt x="427961" y="138227"/>
                  </a:lnTo>
                  <a:lnTo>
                    <a:pt x="402050" y="112561"/>
                  </a:lnTo>
                  <a:lnTo>
                    <a:pt x="375180" y="87900"/>
                  </a:lnTo>
                  <a:lnTo>
                    <a:pt x="347391" y="64280"/>
                  </a:lnTo>
                  <a:lnTo>
                    <a:pt x="318722" y="41735"/>
                  </a:lnTo>
                  <a:lnTo>
                    <a:pt x="289217" y="20298"/>
                  </a:lnTo>
                  <a:lnTo>
                    <a:pt x="258916" y="0"/>
                  </a:lnTo>
                  <a:lnTo>
                    <a:pt x="233024" y="40288"/>
                  </a:lnTo>
                  <a:lnTo>
                    <a:pt x="207133" y="80576"/>
                  </a:lnTo>
                  <a:lnTo>
                    <a:pt x="181241" y="120864"/>
                  </a:lnTo>
                  <a:lnTo>
                    <a:pt x="155349" y="161152"/>
                  </a:lnTo>
                  <a:lnTo>
                    <a:pt x="129458" y="201440"/>
                  </a:lnTo>
                  <a:lnTo>
                    <a:pt x="103566" y="241729"/>
                  </a:lnTo>
                  <a:lnTo>
                    <a:pt x="77674" y="282017"/>
                  </a:lnTo>
                  <a:lnTo>
                    <a:pt x="51783" y="322305"/>
                  </a:lnTo>
                  <a:lnTo>
                    <a:pt x="25891" y="362593"/>
                  </a:lnTo>
                  <a:lnTo>
                    <a:pt x="0" y="402881"/>
                  </a:lnTo>
                  <a:lnTo>
                    <a:pt x="25031" y="420114"/>
                  </a:lnTo>
                  <a:lnTo>
                    <a:pt x="48918" y="438899"/>
                  </a:lnTo>
                  <a:lnTo>
                    <a:pt x="71566" y="459162"/>
                  </a:lnTo>
                  <a:lnTo>
                    <a:pt x="92884" y="480821"/>
                  </a:lnTo>
                  <a:lnTo>
                    <a:pt x="112785" y="503787"/>
                  </a:lnTo>
                  <a:lnTo>
                    <a:pt x="131189" y="527970"/>
                  </a:lnTo>
                  <a:lnTo>
                    <a:pt x="148022" y="553271"/>
                  </a:lnTo>
                  <a:lnTo>
                    <a:pt x="163217" y="579589"/>
                  </a:lnTo>
                  <a:lnTo>
                    <a:pt x="176712" y="606818"/>
                  </a:lnTo>
                  <a:lnTo>
                    <a:pt x="188453" y="634848"/>
                  </a:lnTo>
                  <a:lnTo>
                    <a:pt x="198392" y="663566"/>
                  </a:lnTo>
                  <a:lnTo>
                    <a:pt x="206490" y="692857"/>
                  </a:lnTo>
                  <a:lnTo>
                    <a:pt x="212714" y="722602"/>
                  </a:lnTo>
                  <a:lnTo>
                    <a:pt x="217039" y="752682"/>
                  </a:lnTo>
                  <a:lnTo>
                    <a:pt x="219447" y="782976"/>
                  </a:lnTo>
                  <a:lnTo>
                    <a:pt x="219929" y="813362"/>
                  </a:lnTo>
                  <a:lnTo>
                    <a:pt x="218483" y="843717"/>
                  </a:lnTo>
                  <a:lnTo>
                    <a:pt x="215115" y="873919"/>
                  </a:lnTo>
                  <a:lnTo>
                    <a:pt x="209838" y="903846"/>
                  </a:lnTo>
                  <a:lnTo>
                    <a:pt x="202673" y="933379"/>
                  </a:lnTo>
                  <a:lnTo>
                    <a:pt x="193650" y="962398"/>
                  </a:lnTo>
                  <a:lnTo>
                    <a:pt x="182805" y="990786"/>
                  </a:lnTo>
                  <a:lnTo>
                    <a:pt x="170180" y="1018430"/>
                  </a:lnTo>
                  <a:lnTo>
                    <a:pt x="155828" y="1045216"/>
                  </a:lnTo>
                  <a:lnTo>
                    <a:pt x="139806" y="1071039"/>
                  </a:lnTo>
                  <a:lnTo>
                    <a:pt x="122179" y="1095794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7401628" y="1121891"/>
              <a:ext cx="517832" cy="554931"/>
            </a:xfrm>
            <a:custGeom>
              <a:avLst/>
              <a:pathLst>
                <a:path w="517832" h="554931">
                  <a:moveTo>
                    <a:pt x="258916" y="554931"/>
                  </a:moveTo>
                  <a:lnTo>
                    <a:pt x="284808" y="514643"/>
                  </a:lnTo>
                  <a:lnTo>
                    <a:pt x="310699" y="474354"/>
                  </a:lnTo>
                  <a:lnTo>
                    <a:pt x="336591" y="434066"/>
                  </a:lnTo>
                  <a:lnTo>
                    <a:pt x="362483" y="393778"/>
                  </a:lnTo>
                  <a:lnTo>
                    <a:pt x="388374" y="353490"/>
                  </a:lnTo>
                  <a:lnTo>
                    <a:pt x="414266" y="313202"/>
                  </a:lnTo>
                  <a:lnTo>
                    <a:pt x="440157" y="272914"/>
                  </a:lnTo>
                  <a:lnTo>
                    <a:pt x="466049" y="232625"/>
                  </a:lnTo>
                  <a:lnTo>
                    <a:pt x="491941" y="19233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6975122" y="2634923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074545" y="1928367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5882" y="1341339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pg35"/>
            <p:cNvSpPr/>
            <p:nvPr/>
          </p:nvSpPr>
          <p:spPr>
            <a:xfrm>
              <a:off x="6453564" y="5257843"/>
              <a:ext cx="1896127" cy="889657"/>
            </a:xfrm>
            <a:custGeom>
              <a:avLst/>
              <a:pathLst>
                <a:path w="1896127" h="889657">
                  <a:moveTo>
                    <a:pt x="474031" y="0"/>
                  </a:moveTo>
                  <a:lnTo>
                    <a:pt x="426628" y="6815"/>
                  </a:lnTo>
                  <a:lnTo>
                    <a:pt x="379225" y="13631"/>
                  </a:lnTo>
                  <a:lnTo>
                    <a:pt x="331822" y="20446"/>
                  </a:lnTo>
                  <a:lnTo>
                    <a:pt x="284419" y="27262"/>
                  </a:lnTo>
                  <a:lnTo>
                    <a:pt x="237015" y="34077"/>
                  </a:lnTo>
                  <a:lnTo>
                    <a:pt x="189612" y="40893"/>
                  </a:lnTo>
                  <a:lnTo>
                    <a:pt x="142209" y="47708"/>
                  </a:lnTo>
                  <a:lnTo>
                    <a:pt x="94806" y="54524"/>
                  </a:lnTo>
                  <a:lnTo>
                    <a:pt x="47403" y="61339"/>
                  </a:lnTo>
                  <a:lnTo>
                    <a:pt x="0" y="68155"/>
                  </a:lnTo>
                  <a:lnTo>
                    <a:pt x="5790" y="103678"/>
                  </a:lnTo>
                  <a:lnTo>
                    <a:pt x="12911" y="138957"/>
                  </a:lnTo>
                  <a:lnTo>
                    <a:pt x="21353" y="173945"/>
                  </a:lnTo>
                  <a:lnTo>
                    <a:pt x="31103" y="208591"/>
                  </a:lnTo>
                  <a:lnTo>
                    <a:pt x="42147" y="242845"/>
                  </a:lnTo>
                  <a:lnTo>
                    <a:pt x="54471" y="276661"/>
                  </a:lnTo>
                  <a:lnTo>
                    <a:pt x="68057" y="309990"/>
                  </a:lnTo>
                  <a:lnTo>
                    <a:pt x="82885" y="342785"/>
                  </a:lnTo>
                  <a:lnTo>
                    <a:pt x="98935" y="374999"/>
                  </a:lnTo>
                  <a:lnTo>
                    <a:pt x="116184" y="406588"/>
                  </a:lnTo>
                  <a:lnTo>
                    <a:pt x="134607" y="437507"/>
                  </a:lnTo>
                  <a:lnTo>
                    <a:pt x="154179" y="467712"/>
                  </a:lnTo>
                  <a:lnTo>
                    <a:pt x="174872" y="497159"/>
                  </a:lnTo>
                  <a:lnTo>
                    <a:pt x="196657" y="525809"/>
                  </a:lnTo>
                  <a:lnTo>
                    <a:pt x="219503" y="553620"/>
                  </a:lnTo>
                  <a:lnTo>
                    <a:pt x="243377" y="580553"/>
                  </a:lnTo>
                  <a:lnTo>
                    <a:pt x="268247" y="606570"/>
                  </a:lnTo>
                  <a:lnTo>
                    <a:pt x="294076" y="631635"/>
                  </a:lnTo>
                  <a:lnTo>
                    <a:pt x="320829" y="655711"/>
                  </a:lnTo>
                  <a:lnTo>
                    <a:pt x="348468" y="678765"/>
                  </a:lnTo>
                  <a:lnTo>
                    <a:pt x="376953" y="700765"/>
                  </a:lnTo>
                  <a:lnTo>
                    <a:pt x="406244" y="721678"/>
                  </a:lnTo>
                  <a:lnTo>
                    <a:pt x="436301" y="741477"/>
                  </a:lnTo>
                  <a:lnTo>
                    <a:pt x="467080" y="760132"/>
                  </a:lnTo>
                  <a:lnTo>
                    <a:pt x="498539" y="777618"/>
                  </a:lnTo>
                  <a:lnTo>
                    <a:pt x="530632" y="793909"/>
                  </a:lnTo>
                  <a:lnTo>
                    <a:pt x="563314" y="808984"/>
                  </a:lnTo>
                  <a:lnTo>
                    <a:pt x="596540" y="822819"/>
                  </a:lnTo>
                  <a:lnTo>
                    <a:pt x="630262" y="835397"/>
                  </a:lnTo>
                  <a:lnTo>
                    <a:pt x="664433" y="846699"/>
                  </a:lnTo>
                  <a:lnTo>
                    <a:pt x="699004" y="856709"/>
                  </a:lnTo>
                  <a:lnTo>
                    <a:pt x="733928" y="865413"/>
                  </a:lnTo>
                  <a:lnTo>
                    <a:pt x="769153" y="872799"/>
                  </a:lnTo>
                  <a:lnTo>
                    <a:pt x="804631" y="878857"/>
                  </a:lnTo>
                  <a:lnTo>
                    <a:pt x="840311" y="883577"/>
                  </a:lnTo>
                  <a:lnTo>
                    <a:pt x="876144" y="886953"/>
                  </a:lnTo>
                  <a:lnTo>
                    <a:pt x="912078" y="888981"/>
                  </a:lnTo>
                  <a:lnTo>
                    <a:pt x="948063" y="889657"/>
                  </a:lnTo>
                  <a:lnTo>
                    <a:pt x="984049" y="888981"/>
                  </a:lnTo>
                  <a:lnTo>
                    <a:pt x="1019983" y="886953"/>
                  </a:lnTo>
                  <a:lnTo>
                    <a:pt x="1055815" y="883577"/>
                  </a:lnTo>
                  <a:lnTo>
                    <a:pt x="1091496" y="878857"/>
                  </a:lnTo>
                  <a:lnTo>
                    <a:pt x="1126974" y="872799"/>
                  </a:lnTo>
                  <a:lnTo>
                    <a:pt x="1162199" y="865413"/>
                  </a:lnTo>
                  <a:lnTo>
                    <a:pt x="1197122" y="856709"/>
                  </a:lnTo>
                  <a:lnTo>
                    <a:pt x="1231694" y="846699"/>
                  </a:lnTo>
                  <a:lnTo>
                    <a:pt x="1265865" y="835397"/>
                  </a:lnTo>
                  <a:lnTo>
                    <a:pt x="1299587" y="822819"/>
                  </a:lnTo>
                  <a:lnTo>
                    <a:pt x="1332813" y="808984"/>
                  </a:lnTo>
                  <a:lnTo>
                    <a:pt x="1365495" y="793909"/>
                  </a:lnTo>
                  <a:lnTo>
                    <a:pt x="1397588" y="777618"/>
                  </a:lnTo>
                  <a:lnTo>
                    <a:pt x="1429047" y="760132"/>
                  </a:lnTo>
                  <a:lnTo>
                    <a:pt x="1459826" y="741477"/>
                  </a:lnTo>
                  <a:lnTo>
                    <a:pt x="1489882" y="721678"/>
                  </a:lnTo>
                  <a:lnTo>
                    <a:pt x="1519174" y="700765"/>
                  </a:lnTo>
                  <a:lnTo>
                    <a:pt x="1547659" y="678765"/>
                  </a:lnTo>
                  <a:lnTo>
                    <a:pt x="1575298" y="655711"/>
                  </a:lnTo>
                  <a:lnTo>
                    <a:pt x="1602051" y="631635"/>
                  </a:lnTo>
                  <a:lnTo>
                    <a:pt x="1627880" y="606570"/>
                  </a:lnTo>
                  <a:lnTo>
                    <a:pt x="1652750" y="580553"/>
                  </a:lnTo>
                  <a:lnTo>
                    <a:pt x="1676624" y="553620"/>
                  </a:lnTo>
                  <a:lnTo>
                    <a:pt x="1699470" y="525809"/>
                  </a:lnTo>
                  <a:lnTo>
                    <a:pt x="1721255" y="497159"/>
                  </a:lnTo>
                  <a:lnTo>
                    <a:pt x="1741948" y="467712"/>
                  </a:lnTo>
                  <a:lnTo>
                    <a:pt x="1761520" y="437507"/>
                  </a:lnTo>
                  <a:lnTo>
                    <a:pt x="1779943" y="406588"/>
                  </a:lnTo>
                  <a:lnTo>
                    <a:pt x="1797192" y="374999"/>
                  </a:lnTo>
                  <a:lnTo>
                    <a:pt x="1813242" y="342785"/>
                  </a:lnTo>
                  <a:lnTo>
                    <a:pt x="1828070" y="309990"/>
                  </a:lnTo>
                  <a:lnTo>
                    <a:pt x="1841656" y="276661"/>
                  </a:lnTo>
                  <a:lnTo>
                    <a:pt x="1853980" y="242845"/>
                  </a:lnTo>
                  <a:lnTo>
                    <a:pt x="1865024" y="208591"/>
                  </a:lnTo>
                  <a:lnTo>
                    <a:pt x="1874774" y="173945"/>
                  </a:lnTo>
                  <a:lnTo>
                    <a:pt x="1883216" y="138957"/>
                  </a:lnTo>
                  <a:lnTo>
                    <a:pt x="1890337" y="103678"/>
                  </a:lnTo>
                  <a:lnTo>
                    <a:pt x="1896127" y="68155"/>
                  </a:lnTo>
                  <a:lnTo>
                    <a:pt x="1848724" y="61339"/>
                  </a:lnTo>
                  <a:lnTo>
                    <a:pt x="1801321" y="54524"/>
                  </a:lnTo>
                  <a:lnTo>
                    <a:pt x="1753918" y="47708"/>
                  </a:lnTo>
                  <a:lnTo>
                    <a:pt x="1706515" y="40893"/>
                  </a:lnTo>
                  <a:lnTo>
                    <a:pt x="1659111" y="34077"/>
                  </a:lnTo>
                  <a:lnTo>
                    <a:pt x="1611708" y="27262"/>
                  </a:lnTo>
                  <a:lnTo>
                    <a:pt x="1564305" y="20446"/>
                  </a:lnTo>
                  <a:lnTo>
                    <a:pt x="1516902" y="13631"/>
                  </a:lnTo>
                  <a:lnTo>
                    <a:pt x="1469499" y="6815"/>
                  </a:lnTo>
                  <a:lnTo>
                    <a:pt x="1422095" y="0"/>
                  </a:lnTo>
                  <a:lnTo>
                    <a:pt x="1416818" y="29927"/>
                  </a:lnTo>
                  <a:lnTo>
                    <a:pt x="1409654" y="59460"/>
                  </a:lnTo>
                  <a:lnTo>
                    <a:pt x="1400631" y="88479"/>
                  </a:lnTo>
                  <a:lnTo>
                    <a:pt x="1389785" y="116867"/>
                  </a:lnTo>
                  <a:lnTo>
                    <a:pt x="1377161" y="144510"/>
                  </a:lnTo>
                  <a:lnTo>
                    <a:pt x="1362809" y="171297"/>
                  </a:lnTo>
                  <a:lnTo>
                    <a:pt x="1346787" y="197120"/>
                  </a:lnTo>
                  <a:lnTo>
                    <a:pt x="1329159" y="221874"/>
                  </a:lnTo>
                  <a:lnTo>
                    <a:pt x="1309997" y="245461"/>
                  </a:lnTo>
                  <a:lnTo>
                    <a:pt x="1289377" y="267785"/>
                  </a:lnTo>
                  <a:lnTo>
                    <a:pt x="1267384" y="288756"/>
                  </a:lnTo>
                  <a:lnTo>
                    <a:pt x="1244104" y="308290"/>
                  </a:lnTo>
                  <a:lnTo>
                    <a:pt x="1219632" y="326308"/>
                  </a:lnTo>
                  <a:lnTo>
                    <a:pt x="1194067" y="342738"/>
                  </a:lnTo>
                  <a:lnTo>
                    <a:pt x="1167511" y="357513"/>
                  </a:lnTo>
                  <a:lnTo>
                    <a:pt x="1140072" y="370574"/>
                  </a:lnTo>
                  <a:lnTo>
                    <a:pt x="1111859" y="381869"/>
                  </a:lnTo>
                  <a:lnTo>
                    <a:pt x="1082987" y="391351"/>
                  </a:lnTo>
                  <a:lnTo>
                    <a:pt x="1053572" y="398984"/>
                  </a:lnTo>
                  <a:lnTo>
                    <a:pt x="1023731" y="404735"/>
                  </a:lnTo>
                  <a:lnTo>
                    <a:pt x="993586" y="408582"/>
                  </a:lnTo>
                  <a:lnTo>
                    <a:pt x="963258" y="410509"/>
                  </a:lnTo>
                  <a:lnTo>
                    <a:pt x="932869" y="410509"/>
                  </a:lnTo>
                  <a:lnTo>
                    <a:pt x="902541" y="408582"/>
                  </a:lnTo>
                  <a:lnTo>
                    <a:pt x="872396" y="404735"/>
                  </a:lnTo>
                  <a:lnTo>
                    <a:pt x="842555" y="398984"/>
                  </a:lnTo>
                  <a:lnTo>
                    <a:pt x="813140" y="391351"/>
                  </a:lnTo>
                  <a:lnTo>
                    <a:pt x="784268" y="381869"/>
                  </a:lnTo>
                  <a:lnTo>
                    <a:pt x="756055" y="370574"/>
                  </a:lnTo>
                  <a:lnTo>
                    <a:pt x="728616" y="357513"/>
                  </a:lnTo>
                  <a:lnTo>
                    <a:pt x="702060" y="342738"/>
                  </a:lnTo>
                  <a:lnTo>
                    <a:pt x="676495" y="326308"/>
                  </a:lnTo>
                  <a:lnTo>
                    <a:pt x="652023" y="308290"/>
                  </a:lnTo>
                  <a:lnTo>
                    <a:pt x="628743" y="288756"/>
                  </a:lnTo>
                  <a:lnTo>
                    <a:pt x="606750" y="267785"/>
                  </a:lnTo>
                  <a:lnTo>
                    <a:pt x="586130" y="245461"/>
                  </a:lnTo>
                  <a:lnTo>
                    <a:pt x="566968" y="221874"/>
                  </a:lnTo>
                  <a:lnTo>
                    <a:pt x="549340" y="197120"/>
                  </a:lnTo>
                  <a:lnTo>
                    <a:pt x="533318" y="171297"/>
                  </a:lnTo>
                  <a:lnTo>
                    <a:pt x="518966" y="144510"/>
                  </a:lnTo>
                  <a:lnTo>
                    <a:pt x="506342" y="116867"/>
                  </a:lnTo>
                  <a:lnTo>
                    <a:pt x="495496" y="88479"/>
                  </a:lnTo>
                  <a:lnTo>
                    <a:pt x="486473" y="59460"/>
                  </a:lnTo>
                  <a:lnTo>
                    <a:pt x="479309" y="29927"/>
                  </a:lnTo>
                  <a:close/>
                </a:path>
              </a:pathLst>
            </a:cu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7401628" y="4231874"/>
              <a:ext cx="957769" cy="1094124"/>
            </a:xfrm>
            <a:custGeom>
              <a:avLst/>
              <a:pathLst>
                <a:path w="957769" h="1094124">
                  <a:moveTo>
                    <a:pt x="474031" y="1025968"/>
                  </a:moveTo>
                  <a:lnTo>
                    <a:pt x="521435" y="1032784"/>
                  </a:lnTo>
                  <a:lnTo>
                    <a:pt x="568838" y="1039599"/>
                  </a:lnTo>
                  <a:lnTo>
                    <a:pt x="616241" y="1046415"/>
                  </a:lnTo>
                  <a:lnTo>
                    <a:pt x="663644" y="1053230"/>
                  </a:lnTo>
                  <a:lnTo>
                    <a:pt x="711047" y="1060046"/>
                  </a:lnTo>
                  <a:lnTo>
                    <a:pt x="758451" y="1066861"/>
                  </a:lnTo>
                  <a:lnTo>
                    <a:pt x="805854" y="1073677"/>
                  </a:lnTo>
                  <a:lnTo>
                    <a:pt x="853257" y="1080493"/>
                  </a:lnTo>
                  <a:lnTo>
                    <a:pt x="900660" y="1087308"/>
                  </a:lnTo>
                  <a:lnTo>
                    <a:pt x="948063" y="1094124"/>
                  </a:lnTo>
                  <a:lnTo>
                    <a:pt x="952566" y="1057931"/>
                  </a:lnTo>
                  <a:lnTo>
                    <a:pt x="955687" y="1021594"/>
                  </a:lnTo>
                  <a:lnTo>
                    <a:pt x="957422" y="985164"/>
                  </a:lnTo>
                  <a:lnTo>
                    <a:pt x="957769" y="948694"/>
                  </a:lnTo>
                  <a:lnTo>
                    <a:pt x="956728" y="912238"/>
                  </a:lnTo>
                  <a:lnTo>
                    <a:pt x="954299" y="875848"/>
                  </a:lnTo>
                  <a:lnTo>
                    <a:pt x="950487" y="839576"/>
                  </a:lnTo>
                  <a:lnTo>
                    <a:pt x="945296" y="803476"/>
                  </a:lnTo>
                  <a:lnTo>
                    <a:pt x="938735" y="767600"/>
                  </a:lnTo>
                  <a:lnTo>
                    <a:pt x="930813" y="732000"/>
                  </a:lnTo>
                  <a:lnTo>
                    <a:pt x="921542" y="696727"/>
                  </a:lnTo>
                  <a:lnTo>
                    <a:pt x="910934" y="661832"/>
                  </a:lnTo>
                  <a:lnTo>
                    <a:pt x="899005" y="627367"/>
                  </a:lnTo>
                  <a:lnTo>
                    <a:pt x="885773" y="593381"/>
                  </a:lnTo>
                  <a:lnTo>
                    <a:pt x="871257" y="559923"/>
                  </a:lnTo>
                  <a:lnTo>
                    <a:pt x="855477" y="527042"/>
                  </a:lnTo>
                  <a:lnTo>
                    <a:pt x="838457" y="494785"/>
                  </a:lnTo>
                  <a:lnTo>
                    <a:pt x="820222" y="463200"/>
                  </a:lnTo>
                  <a:lnTo>
                    <a:pt x="800797" y="432332"/>
                  </a:lnTo>
                  <a:lnTo>
                    <a:pt x="780211" y="402227"/>
                  </a:lnTo>
                  <a:lnTo>
                    <a:pt x="758494" y="372926"/>
                  </a:lnTo>
                  <a:lnTo>
                    <a:pt x="735677" y="344474"/>
                  </a:lnTo>
                  <a:lnTo>
                    <a:pt x="711793" y="316911"/>
                  </a:lnTo>
                  <a:lnTo>
                    <a:pt x="686878" y="290277"/>
                  </a:lnTo>
                  <a:lnTo>
                    <a:pt x="660966" y="264611"/>
                  </a:lnTo>
                  <a:lnTo>
                    <a:pt x="634096" y="239950"/>
                  </a:lnTo>
                  <a:lnTo>
                    <a:pt x="606307" y="216330"/>
                  </a:lnTo>
                  <a:lnTo>
                    <a:pt x="577639" y="193785"/>
                  </a:lnTo>
                  <a:lnTo>
                    <a:pt x="548133" y="172347"/>
                  </a:lnTo>
                  <a:lnTo>
                    <a:pt x="517832" y="152049"/>
                  </a:lnTo>
                  <a:lnTo>
                    <a:pt x="486781" y="132919"/>
                  </a:lnTo>
                  <a:lnTo>
                    <a:pt x="455024" y="114985"/>
                  </a:lnTo>
                  <a:lnTo>
                    <a:pt x="422607" y="98273"/>
                  </a:lnTo>
                  <a:lnTo>
                    <a:pt x="389577" y="82807"/>
                  </a:lnTo>
                  <a:lnTo>
                    <a:pt x="355983" y="68610"/>
                  </a:lnTo>
                  <a:lnTo>
                    <a:pt x="321872" y="55702"/>
                  </a:lnTo>
                  <a:lnTo>
                    <a:pt x="287295" y="44102"/>
                  </a:lnTo>
                  <a:lnTo>
                    <a:pt x="252301" y="33827"/>
                  </a:lnTo>
                  <a:lnTo>
                    <a:pt x="216941" y="24891"/>
                  </a:lnTo>
                  <a:lnTo>
                    <a:pt x="181267" y="17308"/>
                  </a:lnTo>
                  <a:lnTo>
                    <a:pt x="145330" y="11089"/>
                  </a:lnTo>
                  <a:lnTo>
                    <a:pt x="109182" y="6243"/>
                  </a:lnTo>
                  <a:lnTo>
                    <a:pt x="72876" y="2776"/>
                  </a:lnTo>
                  <a:lnTo>
                    <a:pt x="36464" y="694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lnTo>
                    <a:pt x="0" y="478906"/>
                  </a:lnTo>
                  <a:lnTo>
                    <a:pt x="30374" y="479870"/>
                  </a:lnTo>
                  <a:lnTo>
                    <a:pt x="60625" y="482759"/>
                  </a:lnTo>
                  <a:lnTo>
                    <a:pt x="90633" y="487561"/>
                  </a:lnTo>
                  <a:lnTo>
                    <a:pt x="120276" y="494256"/>
                  </a:lnTo>
                  <a:lnTo>
                    <a:pt x="149434" y="502817"/>
                  </a:lnTo>
                  <a:lnTo>
                    <a:pt x="177991" y="513211"/>
                  </a:lnTo>
                  <a:lnTo>
                    <a:pt x="205831" y="525395"/>
                  </a:lnTo>
                  <a:lnTo>
                    <a:pt x="232842" y="539320"/>
                  </a:lnTo>
                  <a:lnTo>
                    <a:pt x="258916" y="554931"/>
                  </a:lnTo>
                  <a:lnTo>
                    <a:pt x="283947" y="572163"/>
                  </a:lnTo>
                  <a:lnTo>
                    <a:pt x="307835" y="590949"/>
                  </a:lnTo>
                  <a:lnTo>
                    <a:pt x="330483" y="611212"/>
                  </a:lnTo>
                  <a:lnTo>
                    <a:pt x="351800" y="632870"/>
                  </a:lnTo>
                  <a:lnTo>
                    <a:pt x="371701" y="655837"/>
                  </a:lnTo>
                  <a:lnTo>
                    <a:pt x="390105" y="680020"/>
                  </a:lnTo>
                  <a:lnTo>
                    <a:pt x="406939" y="705321"/>
                  </a:lnTo>
                  <a:lnTo>
                    <a:pt x="422133" y="731639"/>
                  </a:lnTo>
                  <a:lnTo>
                    <a:pt x="435628" y="758868"/>
                  </a:lnTo>
                  <a:lnTo>
                    <a:pt x="447369" y="786897"/>
                  </a:lnTo>
                  <a:lnTo>
                    <a:pt x="457308" y="815616"/>
                  </a:lnTo>
                  <a:lnTo>
                    <a:pt x="465406" y="844906"/>
                  </a:lnTo>
                  <a:lnTo>
                    <a:pt x="471630" y="874651"/>
                  </a:lnTo>
                  <a:lnTo>
                    <a:pt x="475955" y="904731"/>
                  </a:lnTo>
                  <a:lnTo>
                    <a:pt x="478364" y="935025"/>
                  </a:lnTo>
                  <a:lnTo>
                    <a:pt x="478846" y="965411"/>
                  </a:lnTo>
                  <a:lnTo>
                    <a:pt x="477400" y="995766"/>
                  </a:lnTo>
                  <a:close/>
                </a:path>
              </a:pathLst>
            </a:cu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7401628" y="4231874"/>
              <a:ext cx="0" cy="478906"/>
            </a:xfrm>
            <a:custGeom>
              <a:avLst/>
              <a:pathLst>
                <a:path w="0" h="478906">
                  <a:moveTo>
                    <a:pt x="0" y="478906"/>
                  </a:moveTo>
                  <a:lnTo>
                    <a:pt x="0" y="431015"/>
                  </a:lnTo>
                  <a:lnTo>
                    <a:pt x="0" y="383125"/>
                  </a:lnTo>
                  <a:lnTo>
                    <a:pt x="0" y="335234"/>
                  </a:lnTo>
                  <a:lnTo>
                    <a:pt x="0" y="287343"/>
                  </a:lnTo>
                  <a:lnTo>
                    <a:pt x="0" y="239453"/>
                  </a:lnTo>
                  <a:lnTo>
                    <a:pt x="0" y="191562"/>
                  </a:lnTo>
                  <a:lnTo>
                    <a:pt x="0" y="143671"/>
                  </a:lnTo>
                  <a:lnTo>
                    <a:pt x="0" y="95781"/>
                  </a:lnTo>
                  <a:lnTo>
                    <a:pt x="0" y="47890"/>
                  </a:lnTo>
                  <a:lnTo>
                    <a:pt x="0" y="0"/>
                  </a:lnTo>
                  <a:lnTo>
                    <a:pt x="0" y="47890"/>
                  </a:lnTo>
                  <a:lnTo>
                    <a:pt x="0" y="95781"/>
                  </a:lnTo>
                  <a:lnTo>
                    <a:pt x="0" y="143671"/>
                  </a:lnTo>
                  <a:lnTo>
                    <a:pt x="0" y="191562"/>
                  </a:lnTo>
                  <a:lnTo>
                    <a:pt x="0" y="239453"/>
                  </a:lnTo>
                  <a:lnTo>
                    <a:pt x="0" y="287343"/>
                  </a:lnTo>
                  <a:lnTo>
                    <a:pt x="0" y="335234"/>
                  </a:lnTo>
                  <a:lnTo>
                    <a:pt x="0" y="383125"/>
                  </a:lnTo>
                  <a:lnTo>
                    <a:pt x="0" y="431015"/>
                  </a:lnTo>
                  <a:close/>
                </a:path>
              </a:pathLst>
            </a:cu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7363497" y="5858944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906397" y="4670158"/>
              <a:ext cx="76260" cy="98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655686" y="3547198"/>
              <a:ext cx="173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98648" y="3698074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1.000)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21570" y="3547198"/>
              <a:ext cx="1008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28277" y="3698074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0.619)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292905" y="3547198"/>
              <a:ext cx="21744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057905" y="3698074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0.200)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41513" y="437214"/>
              <a:ext cx="20171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398648" y="588090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0.608)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02139" y="437214"/>
              <a:ext cx="13972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228277" y="588090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1.000)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89065" y="437214"/>
              <a:ext cx="22512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057905" y="588090"/>
              <a:ext cx="68744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 = 0.569)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660249" y="6693682"/>
              <a:ext cx="121999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type category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966957" y="6649343"/>
              <a:ext cx="197856" cy="197856"/>
            </a:xfrm>
            <a:prstGeom prst="rect">
              <a:avLst/>
            </a:prstGeom>
            <a:solidFill>
              <a:srgbClr val="E06681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845918" y="6649343"/>
              <a:ext cx="197856" cy="197856"/>
            </a:xfrm>
            <a:prstGeom prst="rect">
              <a:avLst/>
            </a:prstGeom>
            <a:solidFill>
              <a:srgbClr val="9467BD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610031" y="6649343"/>
              <a:ext cx="197856" cy="197856"/>
            </a:xfrm>
            <a:prstGeom prst="rect">
              <a:avLst/>
            </a:prstGeom>
            <a:solidFill>
              <a:srgbClr val="8087E2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4251528" y="6704655"/>
              <a:ext cx="50767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 only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130489" y="6704655"/>
              <a:ext cx="39282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Shared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894602" y="6704655"/>
              <a:ext cx="58914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 only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982669" y="304809"/>
              <a:ext cx="117866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Threshold: |Δ| &gt; 0.01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053638" y="75915"/>
              <a:ext cx="303672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Overlap Composition per Model Group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2026-06-09T19:47:51Z</dcterms:modified>
  <cp:category/>
</cp:coreProperties>
</file>