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1126" y="5337933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1126" y="3758323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1126" y="2178714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1126" y="599105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20711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20037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9362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918688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1126" y="6127737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01126" y="4548128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1126" y="2968519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01126" y="1388909"/>
              <a:ext cx="8354305" cy="0"/>
            </a:xfrm>
            <a:custGeom>
              <a:avLst/>
              <a:pathLst>
                <a:path w="8354305" h="0">
                  <a:moveTo>
                    <a:pt x="0" y="0"/>
                  </a:moveTo>
                  <a:lnTo>
                    <a:pt x="8354305" y="0"/>
                  </a:lnTo>
                  <a:lnTo>
                    <a:pt x="8354305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71048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70374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069700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969025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868351" y="595161"/>
              <a:ext cx="0" cy="5547666"/>
            </a:xfrm>
            <a:custGeom>
              <a:avLst/>
              <a:pathLst>
                <a:path w="0" h="5547666">
                  <a:moveTo>
                    <a:pt x="0" y="55476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966735" y="2732898"/>
              <a:ext cx="228264" cy="228264"/>
            </a:xfrm>
            <a:custGeom>
              <a:avLst/>
              <a:pathLst>
                <a:path w="228264" h="228264">
                  <a:moveTo>
                    <a:pt x="0" y="114132"/>
                  </a:moveTo>
                  <a:lnTo>
                    <a:pt x="114132" y="0"/>
                  </a:lnTo>
                  <a:lnTo>
                    <a:pt x="228264" y="114132"/>
                  </a:lnTo>
                  <a:lnTo>
                    <a:pt x="114132" y="228264"/>
                  </a:lnTo>
                  <a:close/>
                </a:path>
              </a:pathLst>
            </a:custGeom>
            <a:solidFill>
              <a:srgbClr val="E0668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518597" y="4799571"/>
              <a:ext cx="146960" cy="146960"/>
            </a:xfrm>
            <a:prstGeom prst="ellipse">
              <a:avLst/>
            </a:prstGeom>
            <a:solidFill>
              <a:srgbClr val="EE616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871287" y="1285038"/>
              <a:ext cx="146960" cy="146960"/>
            </a:xfrm>
            <a:prstGeom prst="ellipse">
              <a:avLst/>
            </a:prstGeom>
            <a:solidFill>
              <a:srgbClr val="ED9548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7939330" y="1170290"/>
              <a:ext cx="146960" cy="146960"/>
            </a:xfrm>
            <a:prstGeom prst="ellipse">
              <a:avLst/>
            </a:prstGeom>
            <a:solidFill>
              <a:srgbClr val="FDD456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7749932" y="773848"/>
              <a:ext cx="146960" cy="146960"/>
            </a:xfrm>
            <a:prstGeom prst="ellipse">
              <a:avLst/>
            </a:prstGeom>
            <a:solidFill>
              <a:srgbClr val="4FB98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7580069" y="5817181"/>
              <a:ext cx="146960" cy="146960"/>
            </a:xfrm>
            <a:prstGeom prst="ellipse">
              <a:avLst/>
            </a:prstGeom>
            <a:solidFill>
              <a:srgbClr val="55B7EC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8602210" y="3645791"/>
              <a:ext cx="146960" cy="146960"/>
            </a:xfrm>
            <a:prstGeom prst="ellipse">
              <a:avLst/>
            </a:prstGeom>
            <a:solidFill>
              <a:srgbClr val="6358CB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08669" y="2620628"/>
              <a:ext cx="138098" cy="188462"/>
            </a:xfrm>
            <a:custGeom>
              <a:avLst/>
              <a:pathLst>
                <a:path w="138098" h="188462">
                  <a:moveTo>
                    <a:pt x="138098" y="0"/>
                  </a:moveTo>
                  <a:lnTo>
                    <a:pt x="0" y="188462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46224" y="4761682"/>
              <a:ext cx="218984" cy="89290"/>
            </a:xfrm>
            <a:custGeom>
              <a:avLst/>
              <a:pathLst>
                <a:path w="218984" h="89290">
                  <a:moveTo>
                    <a:pt x="218984" y="0"/>
                  </a:moveTo>
                  <a:lnTo>
                    <a:pt x="0" y="8929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690349" y="1380452"/>
              <a:ext cx="200138" cy="80874"/>
            </a:xfrm>
            <a:custGeom>
              <a:avLst/>
              <a:pathLst>
                <a:path w="200138" h="80874">
                  <a:moveTo>
                    <a:pt x="0" y="80874"/>
                  </a:moveTo>
                  <a:lnTo>
                    <a:pt x="200138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044749" y="1051243"/>
              <a:ext cx="136645" cy="156052"/>
            </a:xfrm>
            <a:custGeom>
              <a:avLst/>
              <a:pathLst>
                <a:path w="136645" h="156052">
                  <a:moveTo>
                    <a:pt x="136645" y="0"/>
                  </a:moveTo>
                  <a:lnTo>
                    <a:pt x="0" y="156052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557376" y="868238"/>
              <a:ext cx="210848" cy="79885"/>
            </a:xfrm>
            <a:custGeom>
              <a:avLst/>
              <a:pathLst>
                <a:path w="210848" h="79885">
                  <a:moveTo>
                    <a:pt x="0" y="79885"/>
                  </a:moveTo>
                  <a:lnTo>
                    <a:pt x="210848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412740" y="5818341"/>
              <a:ext cx="182916" cy="54934"/>
            </a:xfrm>
            <a:custGeom>
              <a:avLst/>
              <a:pathLst>
                <a:path w="182916" h="54934">
                  <a:moveTo>
                    <a:pt x="0" y="0"/>
                  </a:moveTo>
                  <a:lnTo>
                    <a:pt x="182916" y="54934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688809" y="3558915"/>
              <a:ext cx="37836" cy="119072"/>
            </a:xfrm>
            <a:custGeom>
              <a:avLst/>
              <a:pathLst>
                <a:path w="37836" h="119072">
                  <a:moveTo>
                    <a:pt x="37836" y="0"/>
                  </a:moveTo>
                  <a:lnTo>
                    <a:pt x="0" y="119072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46767" y="2472818"/>
              <a:ext cx="462594" cy="220736"/>
            </a:xfrm>
            <a:custGeom>
              <a:avLst/>
              <a:pathLst>
                <a:path w="462594" h="220736">
                  <a:moveTo>
                    <a:pt x="27431" y="220736"/>
                  </a:moveTo>
                  <a:lnTo>
                    <a:pt x="435162" y="220736"/>
                  </a:lnTo>
                  <a:lnTo>
                    <a:pt x="434058" y="220713"/>
                  </a:lnTo>
                  <a:lnTo>
                    <a:pt x="438469" y="220536"/>
                  </a:lnTo>
                  <a:lnTo>
                    <a:pt x="442795" y="219653"/>
                  </a:lnTo>
                  <a:lnTo>
                    <a:pt x="446922" y="218087"/>
                  </a:lnTo>
                  <a:lnTo>
                    <a:pt x="450746" y="215880"/>
                  </a:lnTo>
                  <a:lnTo>
                    <a:pt x="454165" y="213088"/>
                  </a:lnTo>
                  <a:lnTo>
                    <a:pt x="457093" y="209783"/>
                  </a:lnTo>
                  <a:lnTo>
                    <a:pt x="459452" y="206052"/>
                  </a:lnTo>
                  <a:lnTo>
                    <a:pt x="461183" y="201990"/>
                  </a:lnTo>
                  <a:lnTo>
                    <a:pt x="462239" y="197704"/>
                  </a:lnTo>
                  <a:lnTo>
                    <a:pt x="462594" y="193304"/>
                  </a:lnTo>
                  <a:lnTo>
                    <a:pt x="462594" y="27432"/>
                  </a:lnTo>
                  <a:lnTo>
                    <a:pt x="462239" y="23031"/>
                  </a:lnTo>
                  <a:lnTo>
                    <a:pt x="461183" y="18745"/>
                  </a:lnTo>
                  <a:lnTo>
                    <a:pt x="459452" y="14683"/>
                  </a:lnTo>
                  <a:lnTo>
                    <a:pt x="457093" y="10952"/>
                  </a:lnTo>
                  <a:lnTo>
                    <a:pt x="454165" y="7647"/>
                  </a:lnTo>
                  <a:lnTo>
                    <a:pt x="450746" y="4855"/>
                  </a:lnTo>
                  <a:lnTo>
                    <a:pt x="446922" y="2648"/>
                  </a:lnTo>
                  <a:lnTo>
                    <a:pt x="442795" y="1083"/>
                  </a:lnTo>
                  <a:lnTo>
                    <a:pt x="438469" y="200"/>
                  </a:lnTo>
                  <a:lnTo>
                    <a:pt x="435162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1292487" y="2518538"/>
              <a:ext cx="371154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38" name="pg38"/>
            <p:cNvSpPr/>
            <p:nvPr/>
          </p:nvSpPr>
          <p:spPr>
            <a:xfrm>
              <a:off x="7759738" y="4540946"/>
              <a:ext cx="332292" cy="220736"/>
            </a:xfrm>
            <a:custGeom>
              <a:avLst/>
              <a:pathLst>
                <a:path w="332292" h="220736">
                  <a:moveTo>
                    <a:pt x="27431" y="220736"/>
                  </a:moveTo>
                  <a:lnTo>
                    <a:pt x="304860" y="220736"/>
                  </a:lnTo>
                  <a:lnTo>
                    <a:pt x="303756" y="220713"/>
                  </a:lnTo>
                  <a:lnTo>
                    <a:pt x="308167" y="220536"/>
                  </a:lnTo>
                  <a:lnTo>
                    <a:pt x="312493" y="219653"/>
                  </a:lnTo>
                  <a:lnTo>
                    <a:pt x="316620" y="218087"/>
                  </a:lnTo>
                  <a:lnTo>
                    <a:pt x="320444" y="215880"/>
                  </a:lnTo>
                  <a:lnTo>
                    <a:pt x="323863" y="213088"/>
                  </a:lnTo>
                  <a:lnTo>
                    <a:pt x="326791" y="209783"/>
                  </a:lnTo>
                  <a:lnTo>
                    <a:pt x="329150" y="206052"/>
                  </a:lnTo>
                  <a:lnTo>
                    <a:pt x="330881" y="201990"/>
                  </a:lnTo>
                  <a:lnTo>
                    <a:pt x="331937" y="197704"/>
                  </a:lnTo>
                  <a:lnTo>
                    <a:pt x="332292" y="193304"/>
                  </a:lnTo>
                  <a:lnTo>
                    <a:pt x="332292" y="27432"/>
                  </a:lnTo>
                  <a:lnTo>
                    <a:pt x="331937" y="23031"/>
                  </a:lnTo>
                  <a:lnTo>
                    <a:pt x="330881" y="18745"/>
                  </a:lnTo>
                  <a:lnTo>
                    <a:pt x="329150" y="14683"/>
                  </a:lnTo>
                  <a:lnTo>
                    <a:pt x="326791" y="10952"/>
                  </a:lnTo>
                  <a:lnTo>
                    <a:pt x="323863" y="7647"/>
                  </a:lnTo>
                  <a:lnTo>
                    <a:pt x="320444" y="4855"/>
                  </a:lnTo>
                  <a:lnTo>
                    <a:pt x="316620" y="2648"/>
                  </a:lnTo>
                  <a:lnTo>
                    <a:pt x="312493" y="1083"/>
                  </a:lnTo>
                  <a:lnTo>
                    <a:pt x="308167" y="200"/>
                  </a:lnTo>
                  <a:lnTo>
                    <a:pt x="30486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7805458" y="4586666"/>
              <a:ext cx="240852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40" name="pg40"/>
            <p:cNvSpPr/>
            <p:nvPr/>
          </p:nvSpPr>
          <p:spPr>
            <a:xfrm>
              <a:off x="7524965" y="1461326"/>
              <a:ext cx="252008" cy="220736"/>
            </a:xfrm>
            <a:custGeom>
              <a:avLst/>
              <a:pathLst>
                <a:path w="252008" h="220736">
                  <a:moveTo>
                    <a:pt x="27431" y="220736"/>
                  </a:moveTo>
                  <a:lnTo>
                    <a:pt x="224576" y="220736"/>
                  </a:lnTo>
                  <a:lnTo>
                    <a:pt x="223472" y="220713"/>
                  </a:lnTo>
                  <a:lnTo>
                    <a:pt x="227883" y="220536"/>
                  </a:lnTo>
                  <a:lnTo>
                    <a:pt x="232208" y="219653"/>
                  </a:lnTo>
                  <a:lnTo>
                    <a:pt x="236336" y="218087"/>
                  </a:lnTo>
                  <a:lnTo>
                    <a:pt x="240159" y="215880"/>
                  </a:lnTo>
                  <a:lnTo>
                    <a:pt x="243579" y="213088"/>
                  </a:lnTo>
                  <a:lnTo>
                    <a:pt x="246506" y="209783"/>
                  </a:lnTo>
                  <a:lnTo>
                    <a:pt x="248866" y="206052"/>
                  </a:lnTo>
                  <a:lnTo>
                    <a:pt x="250596" y="201990"/>
                  </a:lnTo>
                  <a:lnTo>
                    <a:pt x="251653" y="197704"/>
                  </a:lnTo>
                  <a:lnTo>
                    <a:pt x="252008" y="193304"/>
                  </a:lnTo>
                  <a:lnTo>
                    <a:pt x="252008" y="27431"/>
                  </a:lnTo>
                  <a:lnTo>
                    <a:pt x="251653" y="23031"/>
                  </a:lnTo>
                  <a:lnTo>
                    <a:pt x="250596" y="18745"/>
                  </a:lnTo>
                  <a:lnTo>
                    <a:pt x="248866" y="14683"/>
                  </a:lnTo>
                  <a:lnTo>
                    <a:pt x="246506" y="10952"/>
                  </a:lnTo>
                  <a:lnTo>
                    <a:pt x="243579" y="7647"/>
                  </a:lnTo>
                  <a:lnTo>
                    <a:pt x="240159" y="4855"/>
                  </a:lnTo>
                  <a:lnTo>
                    <a:pt x="236336" y="2648"/>
                  </a:lnTo>
                  <a:lnTo>
                    <a:pt x="232208" y="1083"/>
                  </a:lnTo>
                  <a:lnTo>
                    <a:pt x="227883" y="200"/>
                  </a:lnTo>
                  <a:lnTo>
                    <a:pt x="224576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7570685" y="1507046"/>
              <a:ext cx="160568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42" name="pg42"/>
            <p:cNvSpPr/>
            <p:nvPr/>
          </p:nvSpPr>
          <p:spPr>
            <a:xfrm>
              <a:off x="8181395" y="901338"/>
              <a:ext cx="362285" cy="220736"/>
            </a:xfrm>
            <a:custGeom>
              <a:avLst/>
              <a:pathLst>
                <a:path w="362285" h="220736">
                  <a:moveTo>
                    <a:pt x="27431" y="220736"/>
                  </a:moveTo>
                  <a:lnTo>
                    <a:pt x="334853" y="220736"/>
                  </a:lnTo>
                  <a:lnTo>
                    <a:pt x="333748" y="220713"/>
                  </a:lnTo>
                  <a:lnTo>
                    <a:pt x="338159" y="220536"/>
                  </a:lnTo>
                  <a:lnTo>
                    <a:pt x="342485" y="219653"/>
                  </a:lnTo>
                  <a:lnTo>
                    <a:pt x="346613" y="218087"/>
                  </a:lnTo>
                  <a:lnTo>
                    <a:pt x="350436" y="215880"/>
                  </a:lnTo>
                  <a:lnTo>
                    <a:pt x="353856" y="213088"/>
                  </a:lnTo>
                  <a:lnTo>
                    <a:pt x="356783" y="209783"/>
                  </a:lnTo>
                  <a:lnTo>
                    <a:pt x="359143" y="206052"/>
                  </a:lnTo>
                  <a:lnTo>
                    <a:pt x="360873" y="201990"/>
                  </a:lnTo>
                  <a:lnTo>
                    <a:pt x="361930" y="197704"/>
                  </a:lnTo>
                  <a:lnTo>
                    <a:pt x="362285" y="193304"/>
                  </a:lnTo>
                  <a:lnTo>
                    <a:pt x="362285" y="27431"/>
                  </a:lnTo>
                  <a:lnTo>
                    <a:pt x="361930" y="23031"/>
                  </a:lnTo>
                  <a:lnTo>
                    <a:pt x="360873" y="18745"/>
                  </a:lnTo>
                  <a:lnTo>
                    <a:pt x="359143" y="14683"/>
                  </a:lnTo>
                  <a:lnTo>
                    <a:pt x="356783" y="10952"/>
                  </a:lnTo>
                  <a:lnTo>
                    <a:pt x="353856" y="7647"/>
                  </a:lnTo>
                  <a:lnTo>
                    <a:pt x="350436" y="4855"/>
                  </a:lnTo>
                  <a:lnTo>
                    <a:pt x="346613" y="2648"/>
                  </a:lnTo>
                  <a:lnTo>
                    <a:pt x="342485" y="1083"/>
                  </a:lnTo>
                  <a:lnTo>
                    <a:pt x="338159" y="200"/>
                  </a:lnTo>
                  <a:lnTo>
                    <a:pt x="33485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8227115" y="947058"/>
              <a:ext cx="270845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44" name="pg44"/>
            <p:cNvSpPr/>
            <p:nvPr/>
          </p:nvSpPr>
          <p:spPr>
            <a:xfrm>
              <a:off x="7354747" y="948123"/>
              <a:ext cx="298917" cy="220736"/>
            </a:xfrm>
            <a:custGeom>
              <a:avLst/>
              <a:pathLst>
                <a:path w="298917" h="220736">
                  <a:moveTo>
                    <a:pt x="27431" y="220736"/>
                  </a:moveTo>
                  <a:lnTo>
                    <a:pt x="271485" y="220736"/>
                  </a:lnTo>
                  <a:lnTo>
                    <a:pt x="270380" y="220713"/>
                  </a:lnTo>
                  <a:lnTo>
                    <a:pt x="274791" y="220536"/>
                  </a:lnTo>
                  <a:lnTo>
                    <a:pt x="279117" y="219653"/>
                  </a:lnTo>
                  <a:lnTo>
                    <a:pt x="283245" y="218087"/>
                  </a:lnTo>
                  <a:lnTo>
                    <a:pt x="287068" y="215880"/>
                  </a:lnTo>
                  <a:lnTo>
                    <a:pt x="290488" y="213088"/>
                  </a:lnTo>
                  <a:lnTo>
                    <a:pt x="293415" y="209783"/>
                  </a:lnTo>
                  <a:lnTo>
                    <a:pt x="295775" y="206052"/>
                  </a:lnTo>
                  <a:lnTo>
                    <a:pt x="297505" y="201990"/>
                  </a:lnTo>
                  <a:lnTo>
                    <a:pt x="298562" y="197704"/>
                  </a:lnTo>
                  <a:lnTo>
                    <a:pt x="298917" y="193304"/>
                  </a:lnTo>
                  <a:lnTo>
                    <a:pt x="298917" y="27431"/>
                  </a:lnTo>
                  <a:lnTo>
                    <a:pt x="298562" y="23031"/>
                  </a:lnTo>
                  <a:lnTo>
                    <a:pt x="297505" y="18745"/>
                  </a:lnTo>
                  <a:lnTo>
                    <a:pt x="295775" y="14683"/>
                  </a:lnTo>
                  <a:lnTo>
                    <a:pt x="293415" y="10952"/>
                  </a:lnTo>
                  <a:lnTo>
                    <a:pt x="290488" y="7647"/>
                  </a:lnTo>
                  <a:lnTo>
                    <a:pt x="287068" y="4855"/>
                  </a:lnTo>
                  <a:lnTo>
                    <a:pt x="283245" y="2648"/>
                  </a:lnTo>
                  <a:lnTo>
                    <a:pt x="279117" y="1083"/>
                  </a:lnTo>
                  <a:lnTo>
                    <a:pt x="274791" y="200"/>
                  </a:lnTo>
                  <a:lnTo>
                    <a:pt x="27148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7400467" y="993843"/>
              <a:ext cx="207477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46" name="pg46"/>
            <p:cNvSpPr/>
            <p:nvPr/>
          </p:nvSpPr>
          <p:spPr>
            <a:xfrm>
              <a:off x="7272880" y="5597605"/>
              <a:ext cx="211866" cy="220736"/>
            </a:xfrm>
            <a:custGeom>
              <a:avLst/>
              <a:pathLst>
                <a:path w="211866" h="220736">
                  <a:moveTo>
                    <a:pt x="27431" y="220736"/>
                  </a:moveTo>
                  <a:lnTo>
                    <a:pt x="184434" y="220736"/>
                  </a:lnTo>
                  <a:lnTo>
                    <a:pt x="183329" y="220713"/>
                  </a:lnTo>
                  <a:lnTo>
                    <a:pt x="187741" y="220536"/>
                  </a:lnTo>
                  <a:lnTo>
                    <a:pt x="192066" y="219653"/>
                  </a:lnTo>
                  <a:lnTo>
                    <a:pt x="196194" y="218087"/>
                  </a:lnTo>
                  <a:lnTo>
                    <a:pt x="200017" y="215880"/>
                  </a:lnTo>
                  <a:lnTo>
                    <a:pt x="203437" y="213088"/>
                  </a:lnTo>
                  <a:lnTo>
                    <a:pt x="206364" y="209783"/>
                  </a:lnTo>
                  <a:lnTo>
                    <a:pt x="208724" y="206052"/>
                  </a:lnTo>
                  <a:lnTo>
                    <a:pt x="210454" y="201990"/>
                  </a:lnTo>
                  <a:lnTo>
                    <a:pt x="211511" y="197704"/>
                  </a:lnTo>
                  <a:lnTo>
                    <a:pt x="211866" y="193304"/>
                  </a:lnTo>
                  <a:lnTo>
                    <a:pt x="211866" y="27432"/>
                  </a:lnTo>
                  <a:lnTo>
                    <a:pt x="211511" y="23031"/>
                  </a:lnTo>
                  <a:lnTo>
                    <a:pt x="210454" y="18745"/>
                  </a:lnTo>
                  <a:lnTo>
                    <a:pt x="208724" y="14683"/>
                  </a:lnTo>
                  <a:lnTo>
                    <a:pt x="206364" y="10952"/>
                  </a:lnTo>
                  <a:lnTo>
                    <a:pt x="203437" y="7647"/>
                  </a:lnTo>
                  <a:lnTo>
                    <a:pt x="200017" y="4855"/>
                  </a:lnTo>
                  <a:lnTo>
                    <a:pt x="196194" y="2648"/>
                  </a:lnTo>
                  <a:lnTo>
                    <a:pt x="192066" y="1083"/>
                  </a:lnTo>
                  <a:lnTo>
                    <a:pt x="187741" y="200"/>
                  </a:lnTo>
                  <a:lnTo>
                    <a:pt x="18443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318600" y="5643325"/>
              <a:ext cx="120426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48" name="pg48"/>
            <p:cNvSpPr/>
            <p:nvPr/>
          </p:nvSpPr>
          <p:spPr>
            <a:xfrm>
              <a:off x="8546676" y="3338179"/>
              <a:ext cx="362285" cy="220736"/>
            </a:xfrm>
            <a:custGeom>
              <a:avLst/>
              <a:pathLst>
                <a:path w="362285" h="220736">
                  <a:moveTo>
                    <a:pt x="27431" y="220736"/>
                  </a:moveTo>
                  <a:lnTo>
                    <a:pt x="334853" y="220736"/>
                  </a:lnTo>
                  <a:lnTo>
                    <a:pt x="333748" y="220713"/>
                  </a:lnTo>
                  <a:lnTo>
                    <a:pt x="338159" y="220536"/>
                  </a:lnTo>
                  <a:lnTo>
                    <a:pt x="342485" y="219653"/>
                  </a:lnTo>
                  <a:lnTo>
                    <a:pt x="346613" y="218087"/>
                  </a:lnTo>
                  <a:lnTo>
                    <a:pt x="350436" y="215880"/>
                  </a:lnTo>
                  <a:lnTo>
                    <a:pt x="353856" y="213088"/>
                  </a:lnTo>
                  <a:lnTo>
                    <a:pt x="356783" y="209783"/>
                  </a:lnTo>
                  <a:lnTo>
                    <a:pt x="359143" y="206052"/>
                  </a:lnTo>
                  <a:lnTo>
                    <a:pt x="360873" y="201990"/>
                  </a:lnTo>
                  <a:lnTo>
                    <a:pt x="361930" y="197704"/>
                  </a:lnTo>
                  <a:lnTo>
                    <a:pt x="362285" y="193304"/>
                  </a:lnTo>
                  <a:lnTo>
                    <a:pt x="362285" y="27431"/>
                  </a:lnTo>
                  <a:lnTo>
                    <a:pt x="361930" y="23031"/>
                  </a:lnTo>
                  <a:lnTo>
                    <a:pt x="360873" y="18745"/>
                  </a:lnTo>
                  <a:lnTo>
                    <a:pt x="359143" y="14683"/>
                  </a:lnTo>
                  <a:lnTo>
                    <a:pt x="356783" y="10952"/>
                  </a:lnTo>
                  <a:lnTo>
                    <a:pt x="353856" y="7647"/>
                  </a:lnTo>
                  <a:lnTo>
                    <a:pt x="350436" y="4855"/>
                  </a:lnTo>
                  <a:lnTo>
                    <a:pt x="346613" y="2648"/>
                  </a:lnTo>
                  <a:lnTo>
                    <a:pt x="342485" y="1083"/>
                  </a:lnTo>
                  <a:lnTo>
                    <a:pt x="338159" y="200"/>
                  </a:lnTo>
                  <a:lnTo>
                    <a:pt x="33485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8592396" y="3383899"/>
              <a:ext cx="270845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01126" y="595161"/>
              <a:ext cx="8354305" cy="5547666"/>
            </a:xfrm>
            <a:prstGeom prst="rect">
              <a:avLst/>
            </a:prstGeom>
            <a:noFill/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97535" y="6076851"/>
              <a:ext cx="32388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7535" y="4497242"/>
              <a:ext cx="32388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-0.05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44901" y="2917632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44901" y="1338023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148610" y="6222540"/>
              <a:ext cx="24487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-0.9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047936" y="6222540"/>
              <a:ext cx="24487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947261" y="6222540"/>
              <a:ext cx="24487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-0.3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870270" y="6222540"/>
              <a:ext cx="19751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769595" y="6222540"/>
              <a:ext cx="19751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567154" y="6398497"/>
              <a:ext cx="622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NMDS1</a:t>
              </a:r>
            </a:p>
          </p:txBody>
        </p:sp>
        <p:sp>
          <p:nvSpPr>
            <p:cNvPr id="61" name="tx61"/>
            <p:cNvSpPr/>
            <p:nvPr/>
          </p:nvSpPr>
          <p:spPr>
            <a:xfrm rot="-5400000">
              <a:off x="-158914" y="3305353"/>
              <a:ext cx="622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NMDS2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111795" y="365410"/>
              <a:ext cx="353296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Based on Bray-Curtis (Stress = 0.000, n=7 samples)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699721" y="88567"/>
              <a:ext cx="4357116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Non-metric Multidimensional Scaling (NMDS)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401672" y="6651748"/>
              <a:ext cx="495321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FF0000">
                      <a:alpha val="100000"/>
                    </a:srgbClr>
                  </a:solidFill>
                  <a:latin typeface="Arial"/>
                  <a:cs typeface="Arial"/>
                </a:rPr>
                <a:t>Note: Low stress may indicate insufficient sample size. Use PCoA as primary ordination.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2026-06-05T22:32:59Z</dcterms:modified>
  <cp:category/>
</cp:coreProperties>
</file>