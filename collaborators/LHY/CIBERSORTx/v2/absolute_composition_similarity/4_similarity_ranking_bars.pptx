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653760" y="5433684"/>
              <a:ext cx="6793300" cy="0"/>
            </a:xfrm>
            <a:custGeom>
              <a:avLst/>
              <a:pathLst>
                <a:path w="6793300" h="0">
                  <a:moveTo>
                    <a:pt x="0" y="0"/>
                  </a:moveTo>
                  <a:lnTo>
                    <a:pt x="6793300" y="0"/>
                  </a:lnTo>
                  <a:lnTo>
                    <a:pt x="679330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653760" y="4125975"/>
              <a:ext cx="6793300" cy="0"/>
            </a:xfrm>
            <a:custGeom>
              <a:avLst/>
              <a:pathLst>
                <a:path w="6793300" h="0">
                  <a:moveTo>
                    <a:pt x="0" y="0"/>
                  </a:moveTo>
                  <a:lnTo>
                    <a:pt x="6793300" y="0"/>
                  </a:lnTo>
                  <a:lnTo>
                    <a:pt x="679330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653760" y="2818266"/>
              <a:ext cx="6793300" cy="0"/>
            </a:xfrm>
            <a:custGeom>
              <a:avLst/>
              <a:pathLst>
                <a:path w="6793300" h="0">
                  <a:moveTo>
                    <a:pt x="0" y="0"/>
                  </a:moveTo>
                  <a:lnTo>
                    <a:pt x="6793300" y="0"/>
                  </a:lnTo>
                  <a:lnTo>
                    <a:pt x="679330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53760" y="1510557"/>
              <a:ext cx="6793300" cy="0"/>
            </a:xfrm>
            <a:custGeom>
              <a:avLst/>
              <a:pathLst>
                <a:path w="6793300" h="0">
                  <a:moveTo>
                    <a:pt x="0" y="0"/>
                  </a:moveTo>
                  <a:lnTo>
                    <a:pt x="6793300" y="0"/>
                  </a:lnTo>
                  <a:lnTo>
                    <a:pt x="679330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53760" y="6087538"/>
              <a:ext cx="6793300" cy="0"/>
            </a:xfrm>
            <a:custGeom>
              <a:avLst/>
              <a:pathLst>
                <a:path w="6793300" h="0">
                  <a:moveTo>
                    <a:pt x="0" y="0"/>
                  </a:moveTo>
                  <a:lnTo>
                    <a:pt x="6793300" y="0"/>
                  </a:lnTo>
                  <a:lnTo>
                    <a:pt x="679330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53760" y="4779829"/>
              <a:ext cx="6793300" cy="0"/>
            </a:xfrm>
            <a:custGeom>
              <a:avLst/>
              <a:pathLst>
                <a:path w="6793300" h="0">
                  <a:moveTo>
                    <a:pt x="0" y="0"/>
                  </a:moveTo>
                  <a:lnTo>
                    <a:pt x="6793300" y="0"/>
                  </a:lnTo>
                  <a:lnTo>
                    <a:pt x="679330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3760" y="3472121"/>
              <a:ext cx="6793300" cy="0"/>
            </a:xfrm>
            <a:custGeom>
              <a:avLst/>
              <a:pathLst>
                <a:path w="6793300" h="0">
                  <a:moveTo>
                    <a:pt x="0" y="0"/>
                  </a:moveTo>
                  <a:lnTo>
                    <a:pt x="6793300" y="0"/>
                  </a:lnTo>
                  <a:lnTo>
                    <a:pt x="679330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53760" y="2164412"/>
              <a:ext cx="6793300" cy="0"/>
            </a:xfrm>
            <a:custGeom>
              <a:avLst/>
              <a:pathLst>
                <a:path w="6793300" h="0">
                  <a:moveTo>
                    <a:pt x="0" y="0"/>
                  </a:moveTo>
                  <a:lnTo>
                    <a:pt x="6793300" y="0"/>
                  </a:lnTo>
                  <a:lnTo>
                    <a:pt x="679330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53760" y="856703"/>
              <a:ext cx="6793300" cy="0"/>
            </a:xfrm>
            <a:custGeom>
              <a:avLst/>
              <a:pathLst>
                <a:path w="6793300" h="0">
                  <a:moveTo>
                    <a:pt x="0" y="0"/>
                  </a:moveTo>
                  <a:lnTo>
                    <a:pt x="6793300" y="0"/>
                  </a:lnTo>
                  <a:lnTo>
                    <a:pt x="679330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1098886" y="4209320"/>
              <a:ext cx="205442" cy="1878218"/>
            </a:xfrm>
            <a:prstGeom prst="rect">
              <a:avLst/>
            </a:prstGeom>
            <a:solidFill>
              <a:srgbClr val="FC8D62">
                <a:alpha val="100000"/>
              </a:srgbClr>
            </a:solidFill>
            <a:ln w="813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879747" y="5512799"/>
              <a:ext cx="205442" cy="574739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  <a:ln w="813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1318025" y="963358"/>
              <a:ext cx="205442" cy="5124179"/>
            </a:xfrm>
            <a:prstGeom prst="rect">
              <a:avLst/>
            </a:prstGeom>
            <a:solidFill>
              <a:srgbClr val="8DA0CB">
                <a:alpha val="100000"/>
              </a:srgbClr>
            </a:solidFill>
            <a:ln w="813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1537163" y="2639407"/>
              <a:ext cx="205442" cy="3448130"/>
            </a:xfrm>
            <a:prstGeom prst="rect">
              <a:avLst/>
            </a:prstGeom>
            <a:solidFill>
              <a:srgbClr val="E78AC3">
                <a:alpha val="100000"/>
              </a:srgbClr>
            </a:solidFill>
            <a:ln w="813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2194579" y="3997752"/>
              <a:ext cx="205442" cy="2089786"/>
            </a:xfrm>
            <a:prstGeom prst="rect">
              <a:avLst/>
            </a:prstGeom>
            <a:solidFill>
              <a:srgbClr val="FC8D62">
                <a:alpha val="100000"/>
              </a:srgbClr>
            </a:solidFill>
            <a:ln w="813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1975441" y="6087538"/>
              <a:ext cx="205442" cy="0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  <a:ln w="813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2413718" y="982964"/>
              <a:ext cx="205442" cy="5104573"/>
            </a:xfrm>
            <a:prstGeom prst="rect">
              <a:avLst/>
            </a:prstGeom>
            <a:solidFill>
              <a:srgbClr val="8DA0CB">
                <a:alpha val="100000"/>
              </a:srgbClr>
            </a:solidFill>
            <a:ln w="813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2632857" y="2757430"/>
              <a:ext cx="205442" cy="3330107"/>
            </a:xfrm>
            <a:prstGeom prst="rect">
              <a:avLst/>
            </a:prstGeom>
            <a:solidFill>
              <a:srgbClr val="E78AC3">
                <a:alpha val="100000"/>
              </a:srgbClr>
            </a:solidFill>
            <a:ln w="813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290273" y="4455163"/>
              <a:ext cx="205442" cy="1632374"/>
            </a:xfrm>
            <a:prstGeom prst="rect">
              <a:avLst/>
            </a:prstGeom>
            <a:solidFill>
              <a:srgbClr val="FC8D62">
                <a:alpha val="100000"/>
              </a:srgbClr>
            </a:solidFill>
            <a:ln w="813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071134" y="5991815"/>
              <a:ext cx="205442" cy="95722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  <a:ln w="813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509412" y="964880"/>
              <a:ext cx="205442" cy="5122657"/>
            </a:xfrm>
            <a:prstGeom prst="rect">
              <a:avLst/>
            </a:prstGeom>
            <a:solidFill>
              <a:srgbClr val="8DA0CB">
                <a:alpha val="100000"/>
              </a:srgbClr>
            </a:solidFill>
            <a:ln w="813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728550" y="2605326"/>
              <a:ext cx="205442" cy="3482212"/>
            </a:xfrm>
            <a:prstGeom prst="rect">
              <a:avLst/>
            </a:prstGeom>
            <a:solidFill>
              <a:srgbClr val="E78AC3">
                <a:alpha val="100000"/>
              </a:srgbClr>
            </a:solidFill>
            <a:ln w="813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4385967" y="4950205"/>
              <a:ext cx="205442" cy="1137332"/>
            </a:xfrm>
            <a:prstGeom prst="rect">
              <a:avLst/>
            </a:prstGeom>
            <a:solidFill>
              <a:srgbClr val="FC8D62">
                <a:alpha val="100000"/>
              </a:srgbClr>
            </a:solidFill>
            <a:ln w="813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4166828" y="5812622"/>
              <a:ext cx="205442" cy="274916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  <a:ln w="813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605105" y="1027482"/>
              <a:ext cx="205442" cy="5060056"/>
            </a:xfrm>
            <a:prstGeom prst="rect">
              <a:avLst/>
            </a:prstGeom>
            <a:solidFill>
              <a:srgbClr val="8DA0CB">
                <a:alpha val="100000"/>
              </a:srgbClr>
            </a:solidFill>
            <a:ln w="813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824244" y="3118073"/>
              <a:ext cx="205442" cy="2969464"/>
            </a:xfrm>
            <a:prstGeom prst="rect">
              <a:avLst/>
            </a:prstGeom>
            <a:solidFill>
              <a:srgbClr val="E78AC3">
                <a:alpha val="100000"/>
              </a:srgbClr>
            </a:solidFill>
            <a:ln w="813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5481660" y="3671733"/>
              <a:ext cx="205442" cy="2415804"/>
            </a:xfrm>
            <a:prstGeom prst="rect">
              <a:avLst/>
            </a:prstGeom>
            <a:solidFill>
              <a:srgbClr val="FC8D62">
                <a:alpha val="100000"/>
              </a:srgbClr>
            </a:solidFill>
            <a:ln w="813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5262521" y="5855652"/>
              <a:ext cx="205442" cy="231885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  <a:ln w="813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700799" y="1240927"/>
              <a:ext cx="205442" cy="4846611"/>
            </a:xfrm>
            <a:prstGeom prst="rect">
              <a:avLst/>
            </a:prstGeom>
            <a:solidFill>
              <a:srgbClr val="8DA0CB">
                <a:alpha val="100000"/>
              </a:srgbClr>
            </a:solidFill>
            <a:ln w="813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919938" y="4481153"/>
              <a:ext cx="205442" cy="1606384"/>
            </a:xfrm>
            <a:prstGeom prst="rect">
              <a:avLst/>
            </a:prstGeom>
            <a:solidFill>
              <a:srgbClr val="E78AC3">
                <a:alpha val="100000"/>
              </a:srgbClr>
            </a:solidFill>
            <a:ln w="813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577354" y="3776386"/>
              <a:ext cx="205442" cy="2311152"/>
            </a:xfrm>
            <a:prstGeom prst="rect">
              <a:avLst/>
            </a:prstGeom>
            <a:solidFill>
              <a:srgbClr val="FC8D62">
                <a:alpha val="100000"/>
              </a:srgbClr>
            </a:solidFill>
            <a:ln w="813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358215" y="5787063"/>
              <a:ext cx="205442" cy="300474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  <a:ln w="813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796492" y="1818602"/>
              <a:ext cx="205442" cy="4268935"/>
            </a:xfrm>
            <a:prstGeom prst="rect">
              <a:avLst/>
            </a:prstGeom>
            <a:solidFill>
              <a:srgbClr val="8DA0CB">
                <a:alpha val="100000"/>
              </a:srgbClr>
            </a:solidFill>
            <a:ln w="813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015631" y="6087538"/>
              <a:ext cx="205442" cy="0"/>
            </a:xfrm>
            <a:prstGeom prst="rect">
              <a:avLst/>
            </a:prstGeom>
            <a:solidFill>
              <a:srgbClr val="E78AC3">
                <a:alpha val="100000"/>
              </a:srgbClr>
            </a:solidFill>
            <a:ln w="813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653760" y="595161"/>
              <a:ext cx="6793300" cy="5753918"/>
            </a:xfrm>
            <a:prstGeom prst="rect">
              <a:avLst/>
            </a:prstGeom>
            <a:noFill/>
            <a:ln w="2710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297535" y="6036651"/>
              <a:ext cx="276514" cy="101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297535" y="4728943"/>
              <a:ext cx="276514" cy="101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297535" y="3421234"/>
              <a:ext cx="276514" cy="101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97535" y="2113525"/>
              <a:ext cx="276514" cy="101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97535" y="805817"/>
              <a:ext cx="276514" cy="101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240128" y="6428791"/>
              <a:ext cx="142097" cy="101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Ai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318722" y="6428791"/>
              <a:ext cx="176296" cy="101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Av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388081" y="6428791"/>
              <a:ext cx="228965" cy="101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Am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487661" y="6428791"/>
              <a:ext cx="221193" cy="101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Pm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591355" y="6428791"/>
              <a:ext cx="205191" cy="101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AB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738347" y="6428791"/>
              <a:ext cx="102595" cy="101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373663" y="6604748"/>
              <a:ext cx="1353494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Modeling Groups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-465101" y="3408478"/>
              <a:ext cx="1234622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Similarity Score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7712764" y="2925282"/>
              <a:ext cx="1254099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Similarity Metric</a:t>
              </a:r>
            </a:p>
          </p:txBody>
        </p:sp>
        <p:sp>
          <p:nvSpPr>
            <p:cNvPr id="53" name="rc53"/>
            <p:cNvSpPr/>
            <p:nvPr/>
          </p:nvSpPr>
          <p:spPr>
            <a:xfrm>
              <a:off x="7718164" y="3165234"/>
              <a:ext cx="208656" cy="208655"/>
            </a:xfrm>
            <a:prstGeom prst="rect">
              <a:avLst/>
            </a:prstGeom>
            <a:solidFill>
              <a:srgbClr val="66C2A5">
                <a:alpha val="100000"/>
              </a:srgbClr>
            </a:solidFill>
            <a:ln w="813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718164" y="3384690"/>
              <a:ext cx="208656" cy="208655"/>
            </a:xfrm>
            <a:prstGeom prst="rect">
              <a:avLst/>
            </a:prstGeom>
            <a:solidFill>
              <a:srgbClr val="FC8D62">
                <a:alpha val="100000"/>
              </a:srgbClr>
            </a:solidFill>
            <a:ln w="813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7718164" y="3604146"/>
              <a:ext cx="208656" cy="208655"/>
            </a:xfrm>
            <a:prstGeom prst="rect">
              <a:avLst/>
            </a:prstGeom>
            <a:solidFill>
              <a:srgbClr val="8DA0CB">
                <a:alpha val="100000"/>
              </a:srgbClr>
            </a:solidFill>
            <a:ln w="813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718164" y="3823602"/>
              <a:ext cx="208656" cy="208655"/>
            </a:xfrm>
            <a:prstGeom prst="rect">
              <a:avLst/>
            </a:prstGeom>
            <a:solidFill>
              <a:srgbClr val="E78AC3">
                <a:alpha val="100000"/>
              </a:srgbClr>
            </a:solidFill>
            <a:ln w="813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tx57"/>
            <p:cNvSpPr/>
            <p:nvPr/>
          </p:nvSpPr>
          <p:spPr>
            <a:xfrm>
              <a:off x="8020788" y="3218676"/>
              <a:ext cx="576529" cy="101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Aitchison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8020788" y="3438132"/>
              <a:ext cx="710671" cy="101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Bray-Curtis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8020788" y="3657588"/>
              <a:ext cx="442203" cy="101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Cosine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8020788" y="3877044"/>
              <a:ext cx="623986" cy="101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Euclidean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2070140" y="365410"/>
              <a:ext cx="396054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Based on absolute cell composition (higher = more similar)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1979066" y="88567"/>
              <a:ext cx="4142689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6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Similarity to OSF: Multi-Metric Comparison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2026-06-05T22:33:01Z</dcterms:modified>
  <cp:category/>
</cp:coreProperties>
</file>