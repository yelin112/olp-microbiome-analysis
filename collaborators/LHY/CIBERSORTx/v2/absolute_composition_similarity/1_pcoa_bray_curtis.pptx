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22122" y="5512745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22122" y="4190592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22122" y="2868439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22122" y="1546286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5113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36157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407200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22122" y="6173822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22122" y="4851669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22122" y="3529516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22122" y="2207362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22122" y="885209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29591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00635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71679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642722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22122" y="3529516"/>
              <a:ext cx="8433309" cy="0"/>
            </a:xfrm>
            <a:custGeom>
              <a:avLst/>
              <a:pathLst>
                <a:path w="8433309" h="0">
                  <a:moveTo>
                    <a:pt x="0" y="0"/>
                  </a:moveTo>
                  <a:lnTo>
                    <a:pt x="8433309" y="0"/>
                  </a:lnTo>
                  <a:lnTo>
                    <a:pt x="8433309" y="0"/>
                  </a:lnTo>
                </a:path>
              </a:pathLst>
            </a:custGeom>
            <a:ln w="17246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00635" y="814617"/>
              <a:ext cx="0" cy="5534462"/>
            </a:xfrm>
            <a:custGeom>
              <a:avLst/>
              <a:pathLst>
                <a:path w="0" h="5534462">
                  <a:moveTo>
                    <a:pt x="0" y="55344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8557967" y="1568585"/>
              <a:ext cx="228264" cy="228264"/>
            </a:xfrm>
            <a:custGeom>
              <a:avLst/>
              <a:pathLst>
                <a:path w="228264" h="228264">
                  <a:moveTo>
                    <a:pt x="0" y="114132"/>
                  </a:moveTo>
                  <a:lnTo>
                    <a:pt x="114132" y="0"/>
                  </a:lnTo>
                  <a:lnTo>
                    <a:pt x="228264" y="114132"/>
                  </a:lnTo>
                  <a:lnTo>
                    <a:pt x="114132" y="228264"/>
                  </a:lnTo>
                  <a:close/>
                </a:path>
              </a:pathLst>
            </a:custGeom>
            <a:solidFill>
              <a:srgbClr val="E0668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92387" y="5147446"/>
              <a:ext cx="146960" cy="146960"/>
            </a:xfrm>
            <a:prstGeom prst="ellipse">
              <a:avLst/>
            </a:prstGeom>
            <a:solidFill>
              <a:srgbClr val="EE616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483773" y="3684226"/>
              <a:ext cx="146960" cy="146960"/>
            </a:xfrm>
            <a:prstGeom prst="ellipse">
              <a:avLst/>
            </a:prstGeom>
            <a:solidFill>
              <a:srgbClr val="ED9548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926153" y="3347582"/>
              <a:ext cx="146960" cy="146960"/>
            </a:xfrm>
            <a:prstGeom prst="ellipse">
              <a:avLst/>
            </a:prstGeom>
            <a:solidFill>
              <a:srgbClr val="FDD456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032718" y="3387019"/>
              <a:ext cx="146960" cy="146960"/>
            </a:xfrm>
            <a:prstGeom prst="ellipse">
              <a:avLst/>
            </a:prstGeom>
            <a:solidFill>
              <a:srgbClr val="4FB98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324458" y="6024033"/>
              <a:ext cx="146960" cy="146960"/>
            </a:xfrm>
            <a:prstGeom prst="ellipse">
              <a:avLst/>
            </a:prstGeom>
            <a:solidFill>
              <a:srgbClr val="55B7EC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931974" y="992703"/>
              <a:ext cx="146960" cy="146960"/>
            </a:xfrm>
            <a:prstGeom prst="ellipse">
              <a:avLst/>
            </a:prstGeom>
            <a:solidFill>
              <a:srgbClr val="6358CB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505807" y="1720212"/>
              <a:ext cx="138329" cy="185486"/>
            </a:xfrm>
            <a:custGeom>
              <a:avLst/>
              <a:pathLst>
                <a:path w="138329" h="185486">
                  <a:moveTo>
                    <a:pt x="0" y="185486"/>
                  </a:moveTo>
                  <a:lnTo>
                    <a:pt x="138329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20204" y="5111401"/>
              <a:ext cx="219865" cy="87821"/>
            </a:xfrm>
            <a:custGeom>
              <a:avLst/>
              <a:pathLst>
                <a:path w="219865" h="87821">
                  <a:moveTo>
                    <a:pt x="219865" y="0"/>
                  </a:moveTo>
                  <a:lnTo>
                    <a:pt x="0" y="87821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14098" y="3776441"/>
              <a:ext cx="195186" cy="64329"/>
            </a:xfrm>
            <a:custGeom>
              <a:avLst/>
              <a:pathLst>
                <a:path w="195186" h="64329">
                  <a:moveTo>
                    <a:pt x="195186" y="6432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30743" y="3231443"/>
              <a:ext cx="136790" cy="153578"/>
            </a:xfrm>
            <a:custGeom>
              <a:avLst/>
              <a:pathLst>
                <a:path w="136790" h="153578">
                  <a:moveTo>
                    <a:pt x="0" y="0"/>
                  </a:moveTo>
                  <a:lnTo>
                    <a:pt x="136790" y="153578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161573" y="3362589"/>
              <a:ext cx="208555" cy="77368"/>
            </a:xfrm>
            <a:custGeom>
              <a:avLst/>
              <a:pathLst>
                <a:path w="208555" h="77368">
                  <a:moveTo>
                    <a:pt x="208555" y="0"/>
                  </a:moveTo>
                  <a:lnTo>
                    <a:pt x="0" y="77368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456121" y="6027601"/>
              <a:ext cx="182884" cy="53038"/>
            </a:xfrm>
            <a:custGeom>
              <a:avLst/>
              <a:pathLst>
                <a:path w="182884" h="53038">
                  <a:moveTo>
                    <a:pt x="182884" y="0"/>
                  </a:moveTo>
                  <a:lnTo>
                    <a:pt x="0" y="53038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37494" y="1102246"/>
              <a:ext cx="136049" cy="153130"/>
            </a:xfrm>
            <a:custGeom>
              <a:avLst/>
              <a:pathLst>
                <a:path w="136049" h="153130">
                  <a:moveTo>
                    <a:pt x="136049" y="15313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8043212" y="1833145"/>
              <a:ext cx="462594" cy="220736"/>
            </a:xfrm>
            <a:custGeom>
              <a:avLst/>
              <a:pathLst>
                <a:path w="462594" h="220736">
                  <a:moveTo>
                    <a:pt x="27431" y="220736"/>
                  </a:moveTo>
                  <a:lnTo>
                    <a:pt x="435162" y="220736"/>
                  </a:lnTo>
                  <a:lnTo>
                    <a:pt x="434058" y="220713"/>
                  </a:lnTo>
                  <a:lnTo>
                    <a:pt x="438469" y="220536"/>
                  </a:lnTo>
                  <a:lnTo>
                    <a:pt x="442795" y="219653"/>
                  </a:lnTo>
                  <a:lnTo>
                    <a:pt x="446922" y="218087"/>
                  </a:lnTo>
                  <a:lnTo>
                    <a:pt x="450746" y="215880"/>
                  </a:lnTo>
                  <a:lnTo>
                    <a:pt x="454165" y="213088"/>
                  </a:lnTo>
                  <a:lnTo>
                    <a:pt x="457093" y="209783"/>
                  </a:lnTo>
                  <a:lnTo>
                    <a:pt x="459452" y="206052"/>
                  </a:lnTo>
                  <a:lnTo>
                    <a:pt x="461183" y="201990"/>
                  </a:lnTo>
                  <a:lnTo>
                    <a:pt x="462239" y="197704"/>
                  </a:lnTo>
                  <a:lnTo>
                    <a:pt x="462594" y="193304"/>
                  </a:lnTo>
                  <a:lnTo>
                    <a:pt x="462594" y="27431"/>
                  </a:lnTo>
                  <a:lnTo>
                    <a:pt x="462239" y="23031"/>
                  </a:lnTo>
                  <a:lnTo>
                    <a:pt x="461183" y="18745"/>
                  </a:lnTo>
                  <a:lnTo>
                    <a:pt x="459452" y="14683"/>
                  </a:lnTo>
                  <a:lnTo>
                    <a:pt x="457093" y="10952"/>
                  </a:lnTo>
                  <a:lnTo>
                    <a:pt x="454165" y="7647"/>
                  </a:lnTo>
                  <a:lnTo>
                    <a:pt x="450746" y="4855"/>
                  </a:lnTo>
                  <a:lnTo>
                    <a:pt x="446922" y="2648"/>
                  </a:lnTo>
                  <a:lnTo>
                    <a:pt x="442795" y="1083"/>
                  </a:lnTo>
                  <a:lnTo>
                    <a:pt x="438469" y="200"/>
                  </a:lnTo>
                  <a:lnTo>
                    <a:pt x="435162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6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8088932" y="1878865"/>
              <a:ext cx="371154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39" name="pg39"/>
            <p:cNvSpPr/>
            <p:nvPr/>
          </p:nvSpPr>
          <p:spPr>
            <a:xfrm>
              <a:off x="4334680" y="4890665"/>
              <a:ext cx="332292" cy="220736"/>
            </a:xfrm>
            <a:custGeom>
              <a:avLst/>
              <a:pathLst>
                <a:path w="332292" h="220736">
                  <a:moveTo>
                    <a:pt x="27432" y="220736"/>
                  </a:moveTo>
                  <a:lnTo>
                    <a:pt x="304860" y="220736"/>
                  </a:lnTo>
                  <a:lnTo>
                    <a:pt x="303756" y="220713"/>
                  </a:lnTo>
                  <a:lnTo>
                    <a:pt x="308167" y="220536"/>
                  </a:lnTo>
                  <a:lnTo>
                    <a:pt x="312493" y="219653"/>
                  </a:lnTo>
                  <a:lnTo>
                    <a:pt x="316620" y="218087"/>
                  </a:lnTo>
                  <a:lnTo>
                    <a:pt x="320444" y="215880"/>
                  </a:lnTo>
                  <a:lnTo>
                    <a:pt x="323863" y="213088"/>
                  </a:lnTo>
                  <a:lnTo>
                    <a:pt x="326791" y="209783"/>
                  </a:lnTo>
                  <a:lnTo>
                    <a:pt x="329150" y="206052"/>
                  </a:lnTo>
                  <a:lnTo>
                    <a:pt x="330881" y="201990"/>
                  </a:lnTo>
                  <a:lnTo>
                    <a:pt x="331937" y="197704"/>
                  </a:lnTo>
                  <a:lnTo>
                    <a:pt x="332292" y="193304"/>
                  </a:lnTo>
                  <a:lnTo>
                    <a:pt x="332292" y="27432"/>
                  </a:lnTo>
                  <a:lnTo>
                    <a:pt x="331937" y="23031"/>
                  </a:lnTo>
                  <a:lnTo>
                    <a:pt x="330881" y="18745"/>
                  </a:lnTo>
                  <a:lnTo>
                    <a:pt x="329150" y="14683"/>
                  </a:lnTo>
                  <a:lnTo>
                    <a:pt x="326791" y="10952"/>
                  </a:lnTo>
                  <a:lnTo>
                    <a:pt x="323863" y="7647"/>
                  </a:lnTo>
                  <a:lnTo>
                    <a:pt x="320444" y="4855"/>
                  </a:lnTo>
                  <a:lnTo>
                    <a:pt x="316620" y="2648"/>
                  </a:lnTo>
                  <a:lnTo>
                    <a:pt x="312493" y="1083"/>
                  </a:lnTo>
                  <a:lnTo>
                    <a:pt x="308167" y="200"/>
                  </a:lnTo>
                  <a:lnTo>
                    <a:pt x="30486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5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380400" y="4936385"/>
              <a:ext cx="240852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41" name="pg41"/>
            <p:cNvSpPr/>
            <p:nvPr/>
          </p:nvSpPr>
          <p:spPr>
            <a:xfrm>
              <a:off x="2726395" y="3840770"/>
              <a:ext cx="252008" cy="220736"/>
            </a:xfrm>
            <a:custGeom>
              <a:avLst/>
              <a:pathLst>
                <a:path w="252008" h="220736">
                  <a:moveTo>
                    <a:pt x="27431" y="220736"/>
                  </a:moveTo>
                  <a:lnTo>
                    <a:pt x="224576" y="220736"/>
                  </a:lnTo>
                  <a:lnTo>
                    <a:pt x="223472" y="220713"/>
                  </a:lnTo>
                  <a:lnTo>
                    <a:pt x="227883" y="220536"/>
                  </a:lnTo>
                  <a:lnTo>
                    <a:pt x="232208" y="219653"/>
                  </a:lnTo>
                  <a:lnTo>
                    <a:pt x="236336" y="218087"/>
                  </a:lnTo>
                  <a:lnTo>
                    <a:pt x="240159" y="215880"/>
                  </a:lnTo>
                  <a:lnTo>
                    <a:pt x="243579" y="213088"/>
                  </a:lnTo>
                  <a:lnTo>
                    <a:pt x="246506" y="209783"/>
                  </a:lnTo>
                  <a:lnTo>
                    <a:pt x="248866" y="206052"/>
                  </a:lnTo>
                  <a:lnTo>
                    <a:pt x="250596" y="201990"/>
                  </a:lnTo>
                  <a:lnTo>
                    <a:pt x="251653" y="197704"/>
                  </a:lnTo>
                  <a:lnTo>
                    <a:pt x="252008" y="193304"/>
                  </a:lnTo>
                  <a:lnTo>
                    <a:pt x="252008" y="27432"/>
                  </a:lnTo>
                  <a:lnTo>
                    <a:pt x="251653" y="23031"/>
                  </a:lnTo>
                  <a:lnTo>
                    <a:pt x="250596" y="18745"/>
                  </a:lnTo>
                  <a:lnTo>
                    <a:pt x="248866" y="14683"/>
                  </a:lnTo>
                  <a:lnTo>
                    <a:pt x="246506" y="10952"/>
                  </a:lnTo>
                  <a:lnTo>
                    <a:pt x="243579" y="7647"/>
                  </a:lnTo>
                  <a:lnTo>
                    <a:pt x="240159" y="4855"/>
                  </a:lnTo>
                  <a:lnTo>
                    <a:pt x="236336" y="2648"/>
                  </a:lnTo>
                  <a:lnTo>
                    <a:pt x="232208" y="1083"/>
                  </a:lnTo>
                  <a:lnTo>
                    <a:pt x="227883" y="200"/>
                  </a:lnTo>
                  <a:lnTo>
                    <a:pt x="224576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5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2772115" y="3886490"/>
              <a:ext cx="160568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43" name="pg43"/>
            <p:cNvSpPr/>
            <p:nvPr/>
          </p:nvSpPr>
          <p:spPr>
            <a:xfrm>
              <a:off x="1468458" y="3081174"/>
              <a:ext cx="362285" cy="220736"/>
            </a:xfrm>
            <a:custGeom>
              <a:avLst/>
              <a:pathLst>
                <a:path w="362285" h="220736">
                  <a:moveTo>
                    <a:pt x="27431" y="220736"/>
                  </a:moveTo>
                  <a:lnTo>
                    <a:pt x="334853" y="220736"/>
                  </a:lnTo>
                  <a:lnTo>
                    <a:pt x="333748" y="220713"/>
                  </a:lnTo>
                  <a:lnTo>
                    <a:pt x="338159" y="220536"/>
                  </a:lnTo>
                  <a:lnTo>
                    <a:pt x="342485" y="219653"/>
                  </a:lnTo>
                  <a:lnTo>
                    <a:pt x="346613" y="218087"/>
                  </a:lnTo>
                  <a:lnTo>
                    <a:pt x="350436" y="215880"/>
                  </a:lnTo>
                  <a:lnTo>
                    <a:pt x="353856" y="213088"/>
                  </a:lnTo>
                  <a:lnTo>
                    <a:pt x="356783" y="209783"/>
                  </a:lnTo>
                  <a:lnTo>
                    <a:pt x="359143" y="206052"/>
                  </a:lnTo>
                  <a:lnTo>
                    <a:pt x="360873" y="201990"/>
                  </a:lnTo>
                  <a:lnTo>
                    <a:pt x="361930" y="197704"/>
                  </a:lnTo>
                  <a:lnTo>
                    <a:pt x="362285" y="193304"/>
                  </a:lnTo>
                  <a:lnTo>
                    <a:pt x="362285" y="27431"/>
                  </a:lnTo>
                  <a:lnTo>
                    <a:pt x="361930" y="23031"/>
                  </a:lnTo>
                  <a:lnTo>
                    <a:pt x="360873" y="18745"/>
                  </a:lnTo>
                  <a:lnTo>
                    <a:pt x="359143" y="14683"/>
                  </a:lnTo>
                  <a:lnTo>
                    <a:pt x="356783" y="10952"/>
                  </a:lnTo>
                  <a:lnTo>
                    <a:pt x="353856" y="7647"/>
                  </a:lnTo>
                  <a:lnTo>
                    <a:pt x="350436" y="4855"/>
                  </a:lnTo>
                  <a:lnTo>
                    <a:pt x="346613" y="2648"/>
                  </a:lnTo>
                  <a:lnTo>
                    <a:pt x="342485" y="1083"/>
                  </a:lnTo>
                  <a:lnTo>
                    <a:pt x="338159" y="200"/>
                  </a:lnTo>
                  <a:lnTo>
                    <a:pt x="33485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5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1514178" y="3126894"/>
              <a:ext cx="270845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45" name="pg45"/>
            <p:cNvSpPr/>
            <p:nvPr/>
          </p:nvSpPr>
          <p:spPr>
            <a:xfrm>
              <a:off x="3274381" y="3141852"/>
              <a:ext cx="298917" cy="220736"/>
            </a:xfrm>
            <a:custGeom>
              <a:avLst/>
              <a:pathLst>
                <a:path w="298917" h="220736">
                  <a:moveTo>
                    <a:pt x="27432" y="220736"/>
                  </a:moveTo>
                  <a:lnTo>
                    <a:pt x="271485" y="220736"/>
                  </a:lnTo>
                  <a:lnTo>
                    <a:pt x="270380" y="220713"/>
                  </a:lnTo>
                  <a:lnTo>
                    <a:pt x="274791" y="220536"/>
                  </a:lnTo>
                  <a:lnTo>
                    <a:pt x="279117" y="219653"/>
                  </a:lnTo>
                  <a:lnTo>
                    <a:pt x="283245" y="218087"/>
                  </a:lnTo>
                  <a:lnTo>
                    <a:pt x="287068" y="215880"/>
                  </a:lnTo>
                  <a:lnTo>
                    <a:pt x="290488" y="213088"/>
                  </a:lnTo>
                  <a:lnTo>
                    <a:pt x="293415" y="209783"/>
                  </a:lnTo>
                  <a:lnTo>
                    <a:pt x="295775" y="206052"/>
                  </a:lnTo>
                  <a:lnTo>
                    <a:pt x="297505" y="201990"/>
                  </a:lnTo>
                  <a:lnTo>
                    <a:pt x="298562" y="197704"/>
                  </a:lnTo>
                  <a:lnTo>
                    <a:pt x="298917" y="193304"/>
                  </a:lnTo>
                  <a:lnTo>
                    <a:pt x="298917" y="27432"/>
                  </a:lnTo>
                  <a:lnTo>
                    <a:pt x="298562" y="23031"/>
                  </a:lnTo>
                  <a:lnTo>
                    <a:pt x="297505" y="18745"/>
                  </a:lnTo>
                  <a:lnTo>
                    <a:pt x="295775" y="14683"/>
                  </a:lnTo>
                  <a:lnTo>
                    <a:pt x="293415" y="10952"/>
                  </a:lnTo>
                  <a:lnTo>
                    <a:pt x="290488" y="7647"/>
                  </a:lnTo>
                  <a:lnTo>
                    <a:pt x="287068" y="4855"/>
                  </a:lnTo>
                  <a:lnTo>
                    <a:pt x="283245" y="2648"/>
                  </a:lnTo>
                  <a:lnTo>
                    <a:pt x="279117" y="1083"/>
                  </a:lnTo>
                  <a:lnTo>
                    <a:pt x="274791" y="200"/>
                  </a:lnTo>
                  <a:lnTo>
                    <a:pt x="271485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6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320101" y="3187572"/>
              <a:ext cx="207477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47" name="pg47"/>
            <p:cNvSpPr/>
            <p:nvPr/>
          </p:nvSpPr>
          <p:spPr>
            <a:xfrm>
              <a:off x="4567210" y="5806865"/>
              <a:ext cx="211866" cy="220736"/>
            </a:xfrm>
            <a:custGeom>
              <a:avLst/>
              <a:pathLst>
                <a:path w="211866" h="220736">
                  <a:moveTo>
                    <a:pt x="27431" y="220736"/>
                  </a:moveTo>
                  <a:lnTo>
                    <a:pt x="184434" y="220736"/>
                  </a:lnTo>
                  <a:lnTo>
                    <a:pt x="183329" y="220713"/>
                  </a:lnTo>
                  <a:lnTo>
                    <a:pt x="187741" y="220536"/>
                  </a:lnTo>
                  <a:lnTo>
                    <a:pt x="192066" y="219653"/>
                  </a:lnTo>
                  <a:lnTo>
                    <a:pt x="196194" y="218087"/>
                  </a:lnTo>
                  <a:lnTo>
                    <a:pt x="200017" y="215880"/>
                  </a:lnTo>
                  <a:lnTo>
                    <a:pt x="203437" y="213088"/>
                  </a:lnTo>
                  <a:lnTo>
                    <a:pt x="206364" y="209783"/>
                  </a:lnTo>
                  <a:lnTo>
                    <a:pt x="208724" y="206052"/>
                  </a:lnTo>
                  <a:lnTo>
                    <a:pt x="210454" y="201990"/>
                  </a:lnTo>
                  <a:lnTo>
                    <a:pt x="211511" y="197704"/>
                  </a:lnTo>
                  <a:lnTo>
                    <a:pt x="211866" y="193304"/>
                  </a:lnTo>
                  <a:lnTo>
                    <a:pt x="211866" y="27432"/>
                  </a:lnTo>
                  <a:lnTo>
                    <a:pt x="211511" y="23031"/>
                  </a:lnTo>
                  <a:lnTo>
                    <a:pt x="210454" y="18745"/>
                  </a:lnTo>
                  <a:lnTo>
                    <a:pt x="208724" y="14683"/>
                  </a:lnTo>
                  <a:lnTo>
                    <a:pt x="206364" y="10952"/>
                  </a:lnTo>
                  <a:lnTo>
                    <a:pt x="203437" y="7647"/>
                  </a:lnTo>
                  <a:lnTo>
                    <a:pt x="200017" y="4855"/>
                  </a:lnTo>
                  <a:lnTo>
                    <a:pt x="196194" y="2648"/>
                  </a:lnTo>
                  <a:lnTo>
                    <a:pt x="192066" y="1083"/>
                  </a:lnTo>
                  <a:lnTo>
                    <a:pt x="187741" y="200"/>
                  </a:lnTo>
                  <a:lnTo>
                    <a:pt x="18443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5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4612930" y="5852585"/>
              <a:ext cx="120426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49" name="pg49"/>
            <p:cNvSpPr/>
            <p:nvPr/>
          </p:nvSpPr>
          <p:spPr>
            <a:xfrm>
              <a:off x="1173544" y="1185024"/>
              <a:ext cx="362285" cy="220736"/>
            </a:xfrm>
            <a:custGeom>
              <a:avLst/>
              <a:pathLst>
                <a:path w="362285" h="220736">
                  <a:moveTo>
                    <a:pt x="27431" y="220736"/>
                  </a:moveTo>
                  <a:lnTo>
                    <a:pt x="334853" y="220736"/>
                  </a:lnTo>
                  <a:lnTo>
                    <a:pt x="333748" y="220713"/>
                  </a:lnTo>
                  <a:lnTo>
                    <a:pt x="338159" y="220536"/>
                  </a:lnTo>
                  <a:lnTo>
                    <a:pt x="342485" y="219653"/>
                  </a:lnTo>
                  <a:lnTo>
                    <a:pt x="346613" y="218087"/>
                  </a:lnTo>
                  <a:lnTo>
                    <a:pt x="350436" y="215880"/>
                  </a:lnTo>
                  <a:lnTo>
                    <a:pt x="353856" y="213088"/>
                  </a:lnTo>
                  <a:lnTo>
                    <a:pt x="356783" y="209783"/>
                  </a:lnTo>
                  <a:lnTo>
                    <a:pt x="359143" y="206052"/>
                  </a:lnTo>
                  <a:lnTo>
                    <a:pt x="360873" y="201990"/>
                  </a:lnTo>
                  <a:lnTo>
                    <a:pt x="361930" y="197704"/>
                  </a:lnTo>
                  <a:lnTo>
                    <a:pt x="362285" y="193304"/>
                  </a:lnTo>
                  <a:lnTo>
                    <a:pt x="362285" y="27431"/>
                  </a:lnTo>
                  <a:lnTo>
                    <a:pt x="361930" y="23031"/>
                  </a:lnTo>
                  <a:lnTo>
                    <a:pt x="360873" y="18745"/>
                  </a:lnTo>
                  <a:lnTo>
                    <a:pt x="359143" y="14683"/>
                  </a:lnTo>
                  <a:lnTo>
                    <a:pt x="356783" y="10952"/>
                  </a:lnTo>
                  <a:lnTo>
                    <a:pt x="353856" y="7647"/>
                  </a:lnTo>
                  <a:lnTo>
                    <a:pt x="350436" y="4855"/>
                  </a:lnTo>
                  <a:lnTo>
                    <a:pt x="346613" y="2648"/>
                  </a:lnTo>
                  <a:lnTo>
                    <a:pt x="342485" y="1083"/>
                  </a:lnTo>
                  <a:lnTo>
                    <a:pt x="338159" y="200"/>
                  </a:lnTo>
                  <a:lnTo>
                    <a:pt x="33485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93304"/>
                  </a:lnTo>
                  <a:lnTo>
                    <a:pt x="88" y="191096"/>
                  </a:lnTo>
                  <a:lnTo>
                    <a:pt x="88" y="195511"/>
                  </a:lnTo>
                  <a:lnTo>
                    <a:pt x="797" y="199869"/>
                  </a:lnTo>
                  <a:lnTo>
                    <a:pt x="2195" y="204056"/>
                  </a:lnTo>
                  <a:lnTo>
                    <a:pt x="4246" y="207965"/>
                  </a:lnTo>
                  <a:lnTo>
                    <a:pt x="6898" y="211494"/>
                  </a:lnTo>
                  <a:lnTo>
                    <a:pt x="10082" y="214553"/>
                  </a:lnTo>
                  <a:lnTo>
                    <a:pt x="13715" y="217060"/>
                  </a:lnTo>
                  <a:lnTo>
                    <a:pt x="17704" y="218953"/>
                  </a:lnTo>
                  <a:lnTo>
                    <a:pt x="21944" y="220181"/>
                  </a:lnTo>
                  <a:lnTo>
                    <a:pt x="26327" y="220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219264" y="1230744"/>
              <a:ext cx="270845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622122" y="814617"/>
              <a:ext cx="8433309" cy="5534462"/>
            </a:xfrm>
            <a:prstGeom prst="rect">
              <a:avLst/>
            </a:prstGeom>
            <a:noFill/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97535" y="6122935"/>
              <a:ext cx="244876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97535" y="4800782"/>
              <a:ext cx="244876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44901" y="3478629"/>
              <a:ext cx="19751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44901" y="2156476"/>
              <a:ext cx="19751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44901" y="834323"/>
              <a:ext cx="19751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67651" y="6428791"/>
              <a:ext cx="323880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62378" y="6428791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033421" y="6428791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504465" y="6428791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280581" y="6604748"/>
              <a:ext cx="1116390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PCo1 (69.2%)</a:t>
              </a:r>
            </a:p>
          </p:txBody>
        </p:sp>
        <p:sp>
          <p:nvSpPr>
            <p:cNvPr id="62" name="tx62"/>
            <p:cNvSpPr/>
            <p:nvPr/>
          </p:nvSpPr>
          <p:spPr>
            <a:xfrm rot="-5400000">
              <a:off x="-405985" y="3518206"/>
              <a:ext cx="1116390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PCo2 (19.7%)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267243" y="584866"/>
              <a:ext cx="314306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Direct comparison of absolute cell composition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974087" y="88567"/>
              <a:ext cx="3729380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Principal Coordinates Analysis (PCoA)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167619" y="308023"/>
              <a:ext cx="3342314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Based on Bray-Curtis Dissimilarity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2026-06-05T22:32:58Z</dcterms:modified>
  <cp:category/>
</cp:coreProperties>
</file>