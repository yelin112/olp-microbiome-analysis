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023436" y="430799"/>
              <a:ext cx="2917118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Bray-Curtis Similarity Heatmap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2680993" y="716092"/>
              <a:ext cx="3602004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(Based on Absolute Cell Composition)</a:t>
              </a:r>
            </a:p>
          </p:txBody>
        </p:sp>
        <p:sp>
          <p:nvSpPr>
            <p:cNvPr id="6" name="pl6"/>
            <p:cNvSpPr/>
            <p:nvPr/>
          </p:nvSpPr>
          <p:spPr>
            <a:xfrm>
              <a:off x="5751995" y="1594874"/>
              <a:ext cx="634999" cy="68320"/>
            </a:xfrm>
            <a:custGeom>
              <a:avLst/>
              <a:pathLst>
                <a:path w="634999" h="68320">
                  <a:moveTo>
                    <a:pt x="0" y="68320"/>
                  </a:moveTo>
                  <a:lnTo>
                    <a:pt x="0" y="0"/>
                  </a:lnTo>
                  <a:lnTo>
                    <a:pt x="634999" y="0"/>
                  </a:lnTo>
                  <a:lnTo>
                    <a:pt x="634999" y="68320"/>
                  </a:lnTo>
                  <a:lnTo>
                    <a:pt x="634999" y="6832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116995" y="1522266"/>
              <a:ext cx="952500" cy="140928"/>
            </a:xfrm>
            <a:custGeom>
              <a:avLst/>
              <a:pathLst>
                <a:path w="952500" h="140928">
                  <a:moveTo>
                    <a:pt x="0" y="140928"/>
                  </a:moveTo>
                  <a:lnTo>
                    <a:pt x="0" y="0"/>
                  </a:lnTo>
                  <a:lnTo>
                    <a:pt x="952500" y="0"/>
                  </a:lnTo>
                  <a:lnTo>
                    <a:pt x="952500" y="726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211995" y="1490359"/>
              <a:ext cx="634999" cy="172835"/>
            </a:xfrm>
            <a:custGeom>
              <a:avLst/>
              <a:pathLst>
                <a:path w="634999" h="172835">
                  <a:moveTo>
                    <a:pt x="0" y="172835"/>
                  </a:moveTo>
                  <a:lnTo>
                    <a:pt x="0" y="0"/>
                  </a:lnTo>
                  <a:lnTo>
                    <a:pt x="634999" y="0"/>
                  </a:lnTo>
                  <a:lnTo>
                    <a:pt x="634999" y="172835"/>
                  </a:lnTo>
                  <a:lnTo>
                    <a:pt x="634999" y="1728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81995" y="1358349"/>
              <a:ext cx="1111249" cy="304845"/>
            </a:xfrm>
            <a:custGeom>
              <a:avLst/>
              <a:pathLst>
                <a:path w="1111249" h="304845">
                  <a:moveTo>
                    <a:pt x="0" y="304845"/>
                  </a:moveTo>
                  <a:lnTo>
                    <a:pt x="0" y="0"/>
                  </a:lnTo>
                  <a:lnTo>
                    <a:pt x="1111249" y="0"/>
                  </a:lnTo>
                  <a:lnTo>
                    <a:pt x="1111249" y="1639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29495" y="1243341"/>
              <a:ext cx="1508125" cy="247017"/>
            </a:xfrm>
            <a:custGeom>
              <a:avLst/>
              <a:pathLst>
                <a:path w="1508125" h="247017">
                  <a:moveTo>
                    <a:pt x="0" y="247017"/>
                  </a:moveTo>
                  <a:lnTo>
                    <a:pt x="0" y="0"/>
                  </a:lnTo>
                  <a:lnTo>
                    <a:pt x="1508125" y="0"/>
                  </a:lnTo>
                  <a:lnTo>
                    <a:pt x="1508125" y="1150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576995" y="997957"/>
              <a:ext cx="1706562" cy="665238"/>
            </a:xfrm>
            <a:custGeom>
              <a:avLst/>
              <a:pathLst>
                <a:path w="1706562" h="665238">
                  <a:moveTo>
                    <a:pt x="0" y="665238"/>
                  </a:moveTo>
                  <a:lnTo>
                    <a:pt x="0" y="0"/>
                  </a:lnTo>
                  <a:lnTo>
                    <a:pt x="1706562" y="0"/>
                  </a:lnTo>
                  <a:lnTo>
                    <a:pt x="1706562" y="2453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91174" y="5155695"/>
              <a:ext cx="68320" cy="635000"/>
            </a:xfrm>
            <a:custGeom>
              <a:avLst/>
              <a:pathLst>
                <a:path w="68320" h="635000">
                  <a:moveTo>
                    <a:pt x="6832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8320" y="635000"/>
                  </a:lnTo>
                  <a:lnTo>
                    <a:pt x="68320" y="6350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118567" y="4520695"/>
              <a:ext cx="140928" cy="952499"/>
            </a:xfrm>
            <a:custGeom>
              <a:avLst/>
              <a:pathLst>
                <a:path w="140928" h="952499">
                  <a:moveTo>
                    <a:pt x="140928" y="0"/>
                  </a:moveTo>
                  <a:lnTo>
                    <a:pt x="0" y="0"/>
                  </a:lnTo>
                  <a:lnTo>
                    <a:pt x="0" y="952499"/>
                  </a:lnTo>
                  <a:lnTo>
                    <a:pt x="72607" y="9524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86659" y="2615695"/>
              <a:ext cx="172835" cy="634999"/>
            </a:xfrm>
            <a:custGeom>
              <a:avLst/>
              <a:pathLst>
                <a:path w="172835" h="634999">
                  <a:moveTo>
                    <a:pt x="172835" y="0"/>
                  </a:moveTo>
                  <a:lnTo>
                    <a:pt x="0" y="0"/>
                  </a:lnTo>
                  <a:lnTo>
                    <a:pt x="0" y="634999"/>
                  </a:lnTo>
                  <a:lnTo>
                    <a:pt x="172835" y="634999"/>
                  </a:lnTo>
                  <a:lnTo>
                    <a:pt x="172835" y="6349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954649" y="3885695"/>
              <a:ext cx="304845" cy="1111249"/>
            </a:xfrm>
            <a:custGeom>
              <a:avLst/>
              <a:pathLst>
                <a:path w="304845" h="1111249">
                  <a:moveTo>
                    <a:pt x="304845" y="0"/>
                  </a:moveTo>
                  <a:lnTo>
                    <a:pt x="0" y="0"/>
                  </a:lnTo>
                  <a:lnTo>
                    <a:pt x="0" y="1111249"/>
                  </a:lnTo>
                  <a:lnTo>
                    <a:pt x="163917" y="11112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839642" y="2933195"/>
              <a:ext cx="247017" cy="1508125"/>
            </a:xfrm>
            <a:custGeom>
              <a:avLst/>
              <a:pathLst>
                <a:path w="247017" h="1508125">
                  <a:moveTo>
                    <a:pt x="247017" y="0"/>
                  </a:moveTo>
                  <a:lnTo>
                    <a:pt x="0" y="0"/>
                  </a:lnTo>
                  <a:lnTo>
                    <a:pt x="0" y="1508125"/>
                  </a:lnTo>
                  <a:lnTo>
                    <a:pt x="115007" y="15081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94257" y="1980695"/>
              <a:ext cx="665238" cy="1706562"/>
            </a:xfrm>
            <a:custGeom>
              <a:avLst/>
              <a:pathLst>
                <a:path w="665238" h="1706562">
                  <a:moveTo>
                    <a:pt x="665238" y="0"/>
                  </a:moveTo>
                  <a:lnTo>
                    <a:pt x="0" y="0"/>
                  </a:lnTo>
                  <a:lnTo>
                    <a:pt x="0" y="1706562"/>
                  </a:lnTo>
                  <a:lnTo>
                    <a:pt x="245384" y="17065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259495" y="1663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259495" y="2298195"/>
              <a:ext cx="635000" cy="63500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259495" y="2933195"/>
              <a:ext cx="635000" cy="6350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259495" y="3568195"/>
              <a:ext cx="635000" cy="635000"/>
            </a:xfrm>
            <a:prstGeom prst="rect">
              <a:avLst/>
            </a:prstGeom>
            <a:solidFill>
              <a:srgbClr val="7EC8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59495" y="4203195"/>
              <a:ext cx="635000" cy="63500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59495" y="4838195"/>
              <a:ext cx="635000" cy="6350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259495" y="5473195"/>
              <a:ext cx="635000" cy="6350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894495" y="1663195"/>
              <a:ext cx="635000" cy="63500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894495" y="2298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894495" y="2933195"/>
              <a:ext cx="635000" cy="6350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894495" y="3568195"/>
              <a:ext cx="635000" cy="63500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894495" y="4203195"/>
              <a:ext cx="635000" cy="635000"/>
            </a:xfrm>
            <a:prstGeom prst="rect">
              <a:avLst/>
            </a:prstGeom>
            <a:solidFill>
              <a:srgbClr val="F3A0A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894495" y="4838195"/>
              <a:ext cx="635000" cy="635000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894495" y="5473195"/>
              <a:ext cx="635000" cy="635000"/>
            </a:xfrm>
            <a:prstGeom prst="rect">
              <a:avLst/>
            </a:prstGeom>
            <a:solidFill>
              <a:srgbClr val="F4A8A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529495" y="1663195"/>
              <a:ext cx="635000" cy="6350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529495" y="2298195"/>
              <a:ext cx="635000" cy="6350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529495" y="2933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529495" y="3568195"/>
              <a:ext cx="635000" cy="635000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529495" y="4203195"/>
              <a:ext cx="635000" cy="635000"/>
            </a:xfrm>
            <a:prstGeom prst="rect">
              <a:avLst/>
            </a:prstGeom>
            <a:solidFill>
              <a:srgbClr val="F7C0C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529495" y="4838195"/>
              <a:ext cx="635000" cy="63500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529495" y="5473195"/>
              <a:ext cx="635000" cy="635000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4164495" y="1663195"/>
              <a:ext cx="635000" cy="635000"/>
            </a:xfrm>
            <a:prstGeom prst="rect">
              <a:avLst/>
            </a:prstGeom>
            <a:solidFill>
              <a:srgbClr val="7EC8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164495" y="2298195"/>
              <a:ext cx="635000" cy="63500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164495" y="2933195"/>
              <a:ext cx="635000" cy="635000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164495" y="3568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164495" y="4203195"/>
              <a:ext cx="635000" cy="635000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164495" y="4838195"/>
              <a:ext cx="635000" cy="63500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164495" y="5473195"/>
              <a:ext cx="635000" cy="635000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799495" y="1663195"/>
              <a:ext cx="635000" cy="63500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799495" y="2298195"/>
              <a:ext cx="635000" cy="635000"/>
            </a:xfrm>
            <a:prstGeom prst="rect">
              <a:avLst/>
            </a:prstGeom>
            <a:solidFill>
              <a:srgbClr val="F3A0A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799495" y="2933195"/>
              <a:ext cx="635000" cy="635000"/>
            </a:xfrm>
            <a:prstGeom prst="rect">
              <a:avLst/>
            </a:prstGeom>
            <a:solidFill>
              <a:srgbClr val="F7C0C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799495" y="3568195"/>
              <a:ext cx="635000" cy="635000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799495" y="4203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799495" y="4838195"/>
              <a:ext cx="635000" cy="63500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799495" y="5473195"/>
              <a:ext cx="635000" cy="635000"/>
            </a:xfrm>
            <a:prstGeom prst="rect">
              <a:avLst/>
            </a:prstGeom>
            <a:solidFill>
              <a:srgbClr val="EE787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434495" y="1663195"/>
              <a:ext cx="635000" cy="6350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434495" y="2298195"/>
              <a:ext cx="635000" cy="635000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434495" y="2933195"/>
              <a:ext cx="635000" cy="63500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434495" y="3568195"/>
              <a:ext cx="635000" cy="63500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434495" y="4203195"/>
              <a:ext cx="635000" cy="63500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5434495" y="4838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434495" y="5473195"/>
              <a:ext cx="635000" cy="635000"/>
            </a:xfrm>
            <a:prstGeom prst="rect">
              <a:avLst/>
            </a:prstGeom>
            <a:solidFill>
              <a:srgbClr val="EA58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069495" y="1663195"/>
              <a:ext cx="635000" cy="6350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069495" y="2298195"/>
              <a:ext cx="635000" cy="635000"/>
            </a:xfrm>
            <a:prstGeom prst="rect">
              <a:avLst/>
            </a:prstGeom>
            <a:solidFill>
              <a:srgbClr val="F4A8A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069495" y="2933195"/>
              <a:ext cx="635000" cy="635000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069495" y="3568195"/>
              <a:ext cx="635000" cy="635000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069495" y="4203195"/>
              <a:ext cx="635000" cy="635000"/>
            </a:xfrm>
            <a:prstGeom prst="rect">
              <a:avLst/>
            </a:prstGeom>
            <a:solidFill>
              <a:srgbClr val="EE787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069495" y="4838195"/>
              <a:ext cx="635000" cy="635000"/>
            </a:xfrm>
            <a:prstGeom prst="rect">
              <a:avLst/>
            </a:prstGeom>
            <a:solidFill>
              <a:srgbClr val="EA58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069495" y="5473195"/>
              <a:ext cx="635000" cy="6350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2453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453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2453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2453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453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453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453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088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088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088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88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088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088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088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23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723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723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723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723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723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723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358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358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358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358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358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358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358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993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993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993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993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993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993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0.87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993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0.83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628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628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628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628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628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0.87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628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628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0.92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263323" y="193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263323" y="257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263323" y="320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263323" y="384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263323" y="447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0.83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263323" y="5110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0.92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6263323" y="5745203"/>
              <a:ext cx="24734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16" name="tx116"/>
            <p:cNvSpPr/>
            <p:nvPr/>
          </p:nvSpPr>
          <p:spPr>
            <a:xfrm rot="-2700000">
              <a:off x="2348122" y="6241097"/>
              <a:ext cx="3133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17" name="tx117"/>
            <p:cNvSpPr/>
            <p:nvPr/>
          </p:nvSpPr>
          <p:spPr>
            <a:xfrm rot="-2700000">
              <a:off x="3077015" y="6202205"/>
              <a:ext cx="20336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118" name="tx118"/>
            <p:cNvSpPr/>
            <p:nvPr/>
          </p:nvSpPr>
          <p:spPr>
            <a:xfrm rot="-2700000">
              <a:off x="3798805" y="6166256"/>
              <a:ext cx="10168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2700000">
              <a:off x="4325395" y="6211160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2700000">
              <a:off x="5006054" y="6192248"/>
              <a:ext cx="17519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2700000">
              <a:off x="5674927" y="6178217"/>
              <a:ext cx="13551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2700000">
              <a:off x="6230395" y="6211160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742595" y="1926105"/>
              <a:ext cx="3133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742595" y="2561105"/>
              <a:ext cx="20336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6742595" y="3196105"/>
              <a:ext cx="10168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6742595" y="3831105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6742595" y="4466105"/>
              <a:ext cx="17519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6742595" y="5101105"/>
              <a:ext cx="13551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742595" y="5736105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7144860" y="3549145"/>
              <a:ext cx="127000" cy="19050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7144860" y="3530095"/>
              <a:ext cx="127000" cy="19050"/>
            </a:xfrm>
            <a:prstGeom prst="rect">
              <a:avLst/>
            </a:prstGeom>
            <a:solidFill>
              <a:srgbClr val="24A1E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7144860" y="3511045"/>
              <a:ext cx="127000" cy="19050"/>
            </a:xfrm>
            <a:prstGeom prst="rect">
              <a:avLst/>
            </a:prstGeom>
            <a:solidFill>
              <a:srgbClr val="29A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7144860" y="3491995"/>
              <a:ext cx="127000" cy="19050"/>
            </a:xfrm>
            <a:prstGeom prst="rect">
              <a:avLst/>
            </a:prstGeom>
            <a:solidFill>
              <a:srgbClr val="2DA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7144860" y="3472945"/>
              <a:ext cx="127000" cy="19050"/>
            </a:xfrm>
            <a:prstGeom prst="rect">
              <a:avLst/>
            </a:prstGeom>
            <a:solidFill>
              <a:srgbClr val="32A7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7144860" y="3453895"/>
              <a:ext cx="127000" cy="19050"/>
            </a:xfrm>
            <a:prstGeom prst="rect">
              <a:avLst/>
            </a:prstGeom>
            <a:solidFill>
              <a:srgbClr val="36A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7144860" y="3434845"/>
              <a:ext cx="127000" cy="19050"/>
            </a:xfrm>
            <a:prstGeom prst="rect">
              <a:avLst/>
            </a:prstGeom>
            <a:solidFill>
              <a:srgbClr val="3BAB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144860" y="3415795"/>
              <a:ext cx="127000" cy="19050"/>
            </a:xfrm>
            <a:prstGeom prst="rect">
              <a:avLst/>
            </a:prstGeom>
            <a:solidFill>
              <a:srgbClr val="3FAD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144860" y="3396745"/>
              <a:ext cx="127000" cy="19050"/>
            </a:xfrm>
            <a:prstGeom prst="rect">
              <a:avLst/>
            </a:prstGeom>
            <a:solidFill>
              <a:srgbClr val="44AF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144860" y="3377695"/>
              <a:ext cx="127000" cy="19050"/>
            </a:xfrm>
            <a:prstGeom prst="rect">
              <a:avLst/>
            </a:prstGeom>
            <a:solidFill>
              <a:srgbClr val="48B1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144860" y="3358645"/>
              <a:ext cx="127000" cy="19050"/>
            </a:xfrm>
            <a:prstGeom prst="rect">
              <a:avLst/>
            </a:prstGeom>
            <a:solidFill>
              <a:srgbClr val="4DB3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144860" y="3339595"/>
              <a:ext cx="127000" cy="19050"/>
            </a:xfrm>
            <a:prstGeom prst="rect">
              <a:avLst/>
            </a:prstGeom>
            <a:solidFill>
              <a:srgbClr val="51B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144860" y="3320545"/>
              <a:ext cx="127000" cy="19050"/>
            </a:xfrm>
            <a:prstGeom prst="rect">
              <a:avLst/>
            </a:prstGeom>
            <a:solidFill>
              <a:srgbClr val="56B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144860" y="3301495"/>
              <a:ext cx="127000" cy="19050"/>
            </a:xfrm>
            <a:prstGeom prst="rect">
              <a:avLst/>
            </a:prstGeom>
            <a:solidFill>
              <a:srgbClr val="5AB8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144860" y="3282445"/>
              <a:ext cx="127000" cy="19050"/>
            </a:xfrm>
            <a:prstGeom prst="rect">
              <a:avLst/>
            </a:prstGeom>
            <a:solidFill>
              <a:srgbClr val="5FBA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7144860" y="3263395"/>
              <a:ext cx="127000" cy="19050"/>
            </a:xfrm>
            <a:prstGeom prst="rect">
              <a:avLst/>
            </a:prstGeom>
            <a:solidFill>
              <a:srgbClr val="63BC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7144860" y="3244345"/>
              <a:ext cx="127000" cy="19050"/>
            </a:xfrm>
            <a:prstGeom prst="rect">
              <a:avLst/>
            </a:prstGeom>
            <a:solidFill>
              <a:srgbClr val="68BE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7144860" y="3225295"/>
              <a:ext cx="127000" cy="19050"/>
            </a:xfrm>
            <a:prstGeom prst="rect">
              <a:avLst/>
            </a:prstGeom>
            <a:solidFill>
              <a:srgbClr val="6CC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7144860" y="3206245"/>
              <a:ext cx="127000" cy="19049"/>
            </a:xfrm>
            <a:prstGeom prst="rect">
              <a:avLst/>
            </a:prstGeom>
            <a:solidFill>
              <a:srgbClr val="71C2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7144860" y="3187195"/>
              <a:ext cx="127000" cy="19050"/>
            </a:xfrm>
            <a:prstGeom prst="rect">
              <a:avLst/>
            </a:prstGeom>
            <a:solidFill>
              <a:srgbClr val="75C4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144860" y="3168145"/>
              <a:ext cx="127000" cy="19050"/>
            </a:xfrm>
            <a:prstGeom prst="rect">
              <a:avLst/>
            </a:prstGeom>
            <a:solidFill>
              <a:srgbClr val="7AC6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144860" y="3149095"/>
              <a:ext cx="127000" cy="19049"/>
            </a:xfrm>
            <a:prstGeom prst="rect">
              <a:avLst/>
            </a:prstGeom>
            <a:solidFill>
              <a:srgbClr val="7EC8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7144860" y="3130045"/>
              <a:ext cx="127000" cy="19050"/>
            </a:xfrm>
            <a:prstGeom prst="rect">
              <a:avLst/>
            </a:prstGeom>
            <a:solidFill>
              <a:srgbClr val="83CA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144860" y="3110995"/>
              <a:ext cx="127000" cy="19050"/>
            </a:xfrm>
            <a:prstGeom prst="rect">
              <a:avLst/>
            </a:prstGeom>
            <a:solidFill>
              <a:srgbClr val="87CC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7144860" y="3091945"/>
              <a:ext cx="127000" cy="19049"/>
            </a:xfrm>
            <a:prstGeom prst="rect">
              <a:avLst/>
            </a:prstGeom>
            <a:solidFill>
              <a:srgbClr val="8CCE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144860" y="3072895"/>
              <a:ext cx="127000" cy="19050"/>
            </a:xfrm>
            <a:prstGeom prst="rect">
              <a:avLst/>
            </a:prstGeom>
            <a:solidFill>
              <a:srgbClr val="90CF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144860" y="3053845"/>
              <a:ext cx="127000" cy="19050"/>
            </a:xfrm>
            <a:prstGeom prst="rect">
              <a:avLst/>
            </a:prstGeom>
            <a:solidFill>
              <a:srgbClr val="95D1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144860" y="3034795"/>
              <a:ext cx="127000" cy="19050"/>
            </a:xfrm>
            <a:prstGeom prst="rect">
              <a:avLst/>
            </a:prstGeom>
            <a:solidFill>
              <a:srgbClr val="99D3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144860" y="3015745"/>
              <a:ext cx="127000" cy="19050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7144860" y="2996695"/>
              <a:ext cx="127000" cy="1905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144860" y="2977645"/>
              <a:ext cx="127000" cy="19049"/>
            </a:xfrm>
            <a:prstGeom prst="rect">
              <a:avLst/>
            </a:prstGeom>
            <a:solidFill>
              <a:srgbClr val="A7D9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144860" y="2958595"/>
              <a:ext cx="127000" cy="1905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144860" y="2939545"/>
              <a:ext cx="127000" cy="1905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7144860" y="2920495"/>
              <a:ext cx="127000" cy="19050"/>
            </a:xfrm>
            <a:prstGeom prst="rect">
              <a:avLst/>
            </a:prstGeom>
            <a:solidFill>
              <a:srgbClr val="B4D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7144860" y="2901445"/>
              <a:ext cx="127000" cy="1905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7144860" y="2882395"/>
              <a:ext cx="127000" cy="1905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144860" y="2863345"/>
              <a:ext cx="127000" cy="1905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144860" y="2844295"/>
              <a:ext cx="127000" cy="1905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144860" y="2825245"/>
              <a:ext cx="127000" cy="19049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144860" y="2806195"/>
              <a:ext cx="127000" cy="1905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144860" y="2787145"/>
              <a:ext cx="127000" cy="1905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144860" y="2768095"/>
              <a:ext cx="127000" cy="19049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144860" y="2749045"/>
              <a:ext cx="127000" cy="19050"/>
            </a:xfrm>
            <a:prstGeom prst="rect">
              <a:avLst/>
            </a:prstGeom>
            <a:solidFill>
              <a:srgbClr val="DDF0F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144860" y="2729995"/>
              <a:ext cx="127000" cy="1905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144860" y="2710945"/>
              <a:ext cx="127000" cy="19049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144860" y="2691895"/>
              <a:ext cx="127000" cy="1905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144860" y="2672845"/>
              <a:ext cx="127000" cy="1905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144860" y="2653795"/>
              <a:ext cx="127000" cy="19049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144860" y="2634745"/>
              <a:ext cx="127000" cy="19050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144860" y="2615695"/>
              <a:ext cx="127000" cy="19050"/>
            </a:xfrm>
            <a:prstGeom prst="rect">
              <a:avLst/>
            </a:prstGeom>
            <a:solidFill>
              <a:srgbClr val="FCFE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144860" y="2596645"/>
              <a:ext cx="127000" cy="19049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144860" y="2577595"/>
              <a:ext cx="127000" cy="19050"/>
            </a:xfrm>
            <a:prstGeom prst="rect">
              <a:avLst/>
            </a:prstGeom>
            <a:solidFill>
              <a:srgbClr val="FEF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144860" y="2558545"/>
              <a:ext cx="127000" cy="19050"/>
            </a:xfrm>
            <a:prstGeom prst="rect">
              <a:avLst/>
            </a:prstGeom>
            <a:solidFill>
              <a:srgbClr val="FDF4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144860" y="2539495"/>
              <a:ext cx="127000" cy="19049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144860" y="2520445"/>
              <a:ext cx="127000" cy="1905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144860" y="2501395"/>
              <a:ext cx="127000" cy="19050"/>
            </a:xfrm>
            <a:prstGeom prst="rect">
              <a:avLst/>
            </a:prstGeom>
            <a:solidFill>
              <a:srgbClr val="FC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144860" y="2482345"/>
              <a:ext cx="127000" cy="19049"/>
            </a:xfrm>
            <a:prstGeom prst="rect">
              <a:avLst/>
            </a:prstGeom>
            <a:solidFill>
              <a:srgbClr val="FBE4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144860" y="2463295"/>
              <a:ext cx="127000" cy="19050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144860" y="2444245"/>
              <a:ext cx="127000" cy="19050"/>
            </a:xfrm>
            <a:prstGeom prst="rect">
              <a:avLst/>
            </a:prstGeom>
            <a:solidFill>
              <a:srgbClr val="FADC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144860" y="2425195"/>
              <a:ext cx="127000" cy="19049"/>
            </a:xfrm>
            <a:prstGeom prst="rect">
              <a:avLst/>
            </a:prstGeom>
            <a:solidFill>
              <a:srgbClr val="FAD8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144860" y="2406145"/>
              <a:ext cx="127000" cy="19050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144860" y="2387095"/>
              <a:ext cx="127000" cy="19050"/>
            </a:xfrm>
            <a:prstGeom prst="rect">
              <a:avLst/>
            </a:prstGeom>
            <a:solidFill>
              <a:srgbClr val="F9D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144860" y="2368045"/>
              <a:ext cx="127000" cy="19049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144860" y="2348995"/>
              <a:ext cx="127000" cy="19050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144860" y="2329945"/>
              <a:ext cx="127000" cy="19050"/>
            </a:xfrm>
            <a:prstGeom prst="rect">
              <a:avLst/>
            </a:prstGeom>
            <a:solidFill>
              <a:srgbClr val="F7C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144860" y="2310895"/>
              <a:ext cx="127000" cy="19049"/>
            </a:xfrm>
            <a:prstGeom prst="rect">
              <a:avLst/>
            </a:prstGeom>
            <a:solidFill>
              <a:srgbClr val="F7C0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144860" y="2291845"/>
              <a:ext cx="127000" cy="19050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144860" y="2272795"/>
              <a:ext cx="127000" cy="19050"/>
            </a:xfrm>
            <a:prstGeom prst="rect">
              <a:avLst/>
            </a:prstGeom>
            <a:solidFill>
              <a:srgbClr val="F6B8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144860" y="2253745"/>
              <a:ext cx="127000" cy="19049"/>
            </a:xfrm>
            <a:prstGeom prst="rect">
              <a:avLst/>
            </a:prstGeom>
            <a:solidFill>
              <a:srgbClr val="F6B4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7144860" y="2234695"/>
              <a:ext cx="127000" cy="1905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7144860" y="2215645"/>
              <a:ext cx="127000" cy="1905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7144860" y="2196595"/>
              <a:ext cx="127000" cy="19049"/>
            </a:xfrm>
            <a:prstGeom prst="rect">
              <a:avLst/>
            </a:prstGeom>
            <a:solidFill>
              <a:srgbClr val="F4A8A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7144860" y="2177545"/>
              <a:ext cx="127000" cy="19050"/>
            </a:xfrm>
            <a:prstGeom prst="rect">
              <a:avLst/>
            </a:prstGeom>
            <a:solidFill>
              <a:srgbClr val="F4A4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7144860" y="2158495"/>
              <a:ext cx="127000" cy="19050"/>
            </a:xfrm>
            <a:prstGeom prst="rect">
              <a:avLst/>
            </a:prstGeom>
            <a:solidFill>
              <a:srgbClr val="F3A0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7144860" y="2139445"/>
              <a:ext cx="127000" cy="19049"/>
            </a:xfrm>
            <a:prstGeom prst="rect">
              <a:avLst/>
            </a:prstGeom>
            <a:solidFill>
              <a:srgbClr val="F39C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7144860" y="2120395"/>
              <a:ext cx="127000" cy="19050"/>
            </a:xfrm>
            <a:prstGeom prst="rect">
              <a:avLst/>
            </a:prstGeom>
            <a:solidFill>
              <a:srgbClr val="F298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7144860" y="2101345"/>
              <a:ext cx="127000" cy="19050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7144860" y="2082295"/>
              <a:ext cx="127000" cy="19049"/>
            </a:xfrm>
            <a:prstGeom prst="rect">
              <a:avLst/>
            </a:prstGeom>
            <a:solidFill>
              <a:srgbClr val="F1909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7144860" y="2063245"/>
              <a:ext cx="127000" cy="19050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7144860" y="2044195"/>
              <a:ext cx="127000" cy="1905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7144860" y="2025145"/>
              <a:ext cx="127000" cy="19049"/>
            </a:xfrm>
            <a:prstGeom prst="rect">
              <a:avLst/>
            </a:prstGeom>
            <a:solidFill>
              <a:srgbClr val="F084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7144860" y="2006095"/>
              <a:ext cx="127000" cy="19050"/>
            </a:xfrm>
            <a:prstGeom prst="rect">
              <a:avLst/>
            </a:prstGeom>
            <a:solidFill>
              <a:srgbClr val="EF808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7144860" y="1987045"/>
              <a:ext cx="127000" cy="19050"/>
            </a:xfrm>
            <a:prstGeom prst="rect">
              <a:avLst/>
            </a:prstGeom>
            <a:solidFill>
              <a:srgbClr val="EF7C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7144860" y="1967995"/>
              <a:ext cx="127000" cy="19049"/>
            </a:xfrm>
            <a:prstGeom prst="rect">
              <a:avLst/>
            </a:prstGeom>
            <a:solidFill>
              <a:srgbClr val="EE78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7144860" y="1948945"/>
              <a:ext cx="127000" cy="19050"/>
            </a:xfrm>
            <a:prstGeom prst="rect">
              <a:avLst/>
            </a:prstGeom>
            <a:solidFill>
              <a:srgbClr val="EE74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7144860" y="1929895"/>
              <a:ext cx="127000" cy="19050"/>
            </a:xfrm>
            <a:prstGeom prst="rect">
              <a:avLst/>
            </a:prstGeom>
            <a:solidFill>
              <a:srgbClr val="ED70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7144860" y="1910845"/>
              <a:ext cx="127000" cy="19049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7144860" y="1891795"/>
              <a:ext cx="127000" cy="19050"/>
            </a:xfrm>
            <a:prstGeom prst="rect">
              <a:avLst/>
            </a:prstGeom>
            <a:solidFill>
              <a:srgbClr val="EC68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7144860" y="1872745"/>
              <a:ext cx="127000" cy="19050"/>
            </a:xfrm>
            <a:prstGeom prst="rect">
              <a:avLst/>
            </a:prstGeom>
            <a:solidFill>
              <a:srgbClr val="EC64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7144860" y="1853695"/>
              <a:ext cx="127000" cy="19049"/>
            </a:xfrm>
            <a:prstGeom prst="rect">
              <a:avLst/>
            </a:prstGeom>
            <a:solidFill>
              <a:srgbClr val="EB60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7144860" y="1834645"/>
              <a:ext cx="127000" cy="19050"/>
            </a:xfrm>
            <a:prstGeom prst="rect">
              <a:avLst/>
            </a:prstGeom>
            <a:solidFill>
              <a:srgbClr val="EB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7144860" y="1815595"/>
              <a:ext cx="127000" cy="19050"/>
            </a:xfrm>
            <a:prstGeom prst="rect">
              <a:avLst/>
            </a:prstGeom>
            <a:solidFill>
              <a:srgbClr val="EA58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7144860" y="1796545"/>
              <a:ext cx="127000" cy="19049"/>
            </a:xfrm>
            <a:prstGeom prst="rect">
              <a:avLst/>
            </a:prstGeom>
            <a:solidFill>
              <a:srgbClr val="EA5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7144860" y="1777495"/>
              <a:ext cx="127000" cy="19050"/>
            </a:xfrm>
            <a:prstGeom prst="rect">
              <a:avLst/>
            </a:prstGeom>
            <a:solidFill>
              <a:srgbClr val="E950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7144860" y="1758445"/>
              <a:ext cx="127000" cy="19050"/>
            </a:xfrm>
            <a:prstGeom prst="rect">
              <a:avLst/>
            </a:prstGeom>
            <a:solidFill>
              <a:srgbClr val="E94C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7144860" y="1739395"/>
              <a:ext cx="127000" cy="19049"/>
            </a:xfrm>
            <a:prstGeom prst="rect">
              <a:avLst/>
            </a:prstGeom>
            <a:solidFill>
              <a:srgbClr val="E848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7144860" y="1720345"/>
              <a:ext cx="127000" cy="19050"/>
            </a:xfrm>
            <a:prstGeom prst="rect">
              <a:avLst/>
            </a:prstGeom>
            <a:solidFill>
              <a:srgbClr val="E844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7144860" y="1701295"/>
              <a:ext cx="127000" cy="19050"/>
            </a:xfrm>
            <a:prstGeom prst="rect">
              <a:avLst/>
            </a:prstGeom>
            <a:solidFill>
              <a:srgbClr val="E7404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7144860" y="1682245"/>
              <a:ext cx="127000" cy="19049"/>
            </a:xfrm>
            <a:prstGeom prst="rect">
              <a:avLst/>
            </a:prstGeom>
            <a:solidFill>
              <a:srgbClr val="E73C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7144860" y="1663195"/>
              <a:ext cx="127000" cy="1905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7322660" y="351360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7322660" y="3132605"/>
              <a:ext cx="21186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7322660" y="2751605"/>
              <a:ext cx="21186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7322660" y="2370605"/>
              <a:ext cx="21186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7322660" y="1989605"/>
              <a:ext cx="21186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7322660" y="160860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2026-06-05T22:33:00Z</dcterms:modified>
  <cp:category/>
</cp:coreProperties>
</file>