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2533172" y="1290564"/>
              <a:ext cx="284442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Gene Expression Heatmap (Z-score)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916507" y="3495754"/>
              <a:ext cx="105177" cy="279400"/>
            </a:xfrm>
            <a:custGeom>
              <a:avLst/>
              <a:pathLst>
                <a:path w="105177" h="279400">
                  <a:moveTo>
                    <a:pt x="105177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105177" y="279400"/>
                  </a:lnTo>
                  <a:lnTo>
                    <a:pt x="105177" y="2794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40531" y="3216354"/>
              <a:ext cx="181153" cy="419100"/>
            </a:xfrm>
            <a:custGeom>
              <a:avLst/>
              <a:pathLst>
                <a:path w="181153" h="419100">
                  <a:moveTo>
                    <a:pt x="181153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75975" y="4191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44318" y="4613354"/>
              <a:ext cx="277366" cy="279400"/>
            </a:xfrm>
            <a:custGeom>
              <a:avLst/>
              <a:pathLst>
                <a:path w="277366" h="279400">
                  <a:moveTo>
                    <a:pt x="277366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7366" y="279400"/>
                  </a:lnTo>
                  <a:lnTo>
                    <a:pt x="277366" y="2794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18394" y="4333954"/>
              <a:ext cx="303290" cy="419099"/>
            </a:xfrm>
            <a:custGeom>
              <a:avLst/>
              <a:pathLst>
                <a:path w="303290" h="419099">
                  <a:moveTo>
                    <a:pt x="303290" y="0"/>
                  </a:moveTo>
                  <a:lnTo>
                    <a:pt x="0" y="0"/>
                  </a:lnTo>
                  <a:lnTo>
                    <a:pt x="0" y="419099"/>
                  </a:lnTo>
                  <a:lnTo>
                    <a:pt x="25924" y="4190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98986" y="2378154"/>
              <a:ext cx="322698" cy="279399"/>
            </a:xfrm>
            <a:custGeom>
              <a:avLst/>
              <a:pathLst>
                <a:path w="322698" h="279399">
                  <a:moveTo>
                    <a:pt x="322698" y="0"/>
                  </a:moveTo>
                  <a:lnTo>
                    <a:pt x="0" y="0"/>
                  </a:lnTo>
                  <a:lnTo>
                    <a:pt x="0" y="279399"/>
                  </a:lnTo>
                  <a:lnTo>
                    <a:pt x="322698" y="279399"/>
                  </a:lnTo>
                  <a:lnTo>
                    <a:pt x="322698" y="2793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84086" y="2936954"/>
              <a:ext cx="337598" cy="488949"/>
            </a:xfrm>
            <a:custGeom>
              <a:avLst/>
              <a:pathLst>
                <a:path w="337598" h="488949">
                  <a:moveTo>
                    <a:pt x="337598" y="0"/>
                  </a:moveTo>
                  <a:lnTo>
                    <a:pt x="0" y="0"/>
                  </a:lnTo>
                  <a:lnTo>
                    <a:pt x="0" y="488949"/>
                  </a:lnTo>
                  <a:lnTo>
                    <a:pt x="156445" y="4889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82289" y="2517854"/>
              <a:ext cx="116696" cy="663575"/>
            </a:xfrm>
            <a:custGeom>
              <a:avLst/>
              <a:pathLst>
                <a:path w="116696" h="663575">
                  <a:moveTo>
                    <a:pt x="116696" y="0"/>
                  </a:moveTo>
                  <a:lnTo>
                    <a:pt x="0" y="0"/>
                  </a:lnTo>
                  <a:lnTo>
                    <a:pt x="0" y="663575"/>
                  </a:lnTo>
                  <a:lnTo>
                    <a:pt x="101796" y="6635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1751" y="4054554"/>
              <a:ext cx="519933" cy="488949"/>
            </a:xfrm>
            <a:custGeom>
              <a:avLst/>
              <a:pathLst>
                <a:path w="519933" h="488949">
                  <a:moveTo>
                    <a:pt x="519933" y="0"/>
                  </a:moveTo>
                  <a:lnTo>
                    <a:pt x="0" y="0"/>
                  </a:lnTo>
                  <a:lnTo>
                    <a:pt x="0" y="488949"/>
                  </a:lnTo>
                  <a:lnTo>
                    <a:pt x="216643" y="4889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41697" y="2849641"/>
              <a:ext cx="140592" cy="1449387"/>
            </a:xfrm>
            <a:custGeom>
              <a:avLst/>
              <a:pathLst>
                <a:path w="140592" h="1449387">
                  <a:moveTo>
                    <a:pt x="140592" y="0"/>
                  </a:moveTo>
                  <a:lnTo>
                    <a:pt x="0" y="0"/>
                  </a:lnTo>
                  <a:lnTo>
                    <a:pt x="0" y="1449387"/>
                  </a:lnTo>
                  <a:lnTo>
                    <a:pt x="60054" y="144938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1575" y="2098754"/>
              <a:ext cx="650109" cy="1475581"/>
            </a:xfrm>
            <a:custGeom>
              <a:avLst/>
              <a:pathLst>
                <a:path w="650109" h="1475581">
                  <a:moveTo>
                    <a:pt x="650109" y="0"/>
                  </a:moveTo>
                  <a:lnTo>
                    <a:pt x="0" y="0"/>
                  </a:lnTo>
                  <a:lnTo>
                    <a:pt x="0" y="1475581"/>
                  </a:lnTo>
                  <a:lnTo>
                    <a:pt x="70122" y="147558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56446" y="1819354"/>
              <a:ext cx="665238" cy="1017190"/>
            </a:xfrm>
            <a:custGeom>
              <a:avLst/>
              <a:pathLst>
                <a:path w="665238" h="1017190">
                  <a:moveTo>
                    <a:pt x="665238" y="0"/>
                  </a:moveTo>
                  <a:lnTo>
                    <a:pt x="0" y="0"/>
                  </a:lnTo>
                  <a:lnTo>
                    <a:pt x="0" y="1017190"/>
                  </a:lnTo>
                  <a:lnTo>
                    <a:pt x="15128" y="101719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021685" y="1679654"/>
              <a:ext cx="279400" cy="279400"/>
            </a:xfrm>
            <a:prstGeom prst="rect">
              <a:avLst/>
            </a:prstGeom>
            <a:solidFill>
              <a:srgbClr val="CFEAF9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021685" y="1959054"/>
              <a:ext cx="279400" cy="279400"/>
            </a:xfrm>
            <a:prstGeom prst="rect">
              <a:avLst/>
            </a:prstGeom>
            <a:solidFill>
              <a:srgbClr val="B0DDF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021685" y="22384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021685" y="2517854"/>
              <a:ext cx="279400" cy="279400"/>
            </a:xfrm>
            <a:prstGeom prst="rect">
              <a:avLst/>
            </a:prstGeom>
            <a:solidFill>
              <a:srgbClr val="A2D7F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021685" y="2797254"/>
              <a:ext cx="279400" cy="279400"/>
            </a:xfrm>
            <a:prstGeom prst="rect">
              <a:avLst/>
            </a:prstGeom>
            <a:solidFill>
              <a:srgbClr val="9ED5F3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021685" y="30766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021685" y="33560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021685" y="36354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021685" y="3914854"/>
              <a:ext cx="279400" cy="279400"/>
            </a:xfrm>
            <a:prstGeom prst="rect">
              <a:avLst/>
            </a:prstGeom>
            <a:solidFill>
              <a:srgbClr val="FCECE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1021685" y="4194254"/>
              <a:ext cx="279400" cy="279400"/>
            </a:xfrm>
            <a:prstGeom prst="rect">
              <a:avLst/>
            </a:prstGeom>
            <a:solidFill>
              <a:srgbClr val="A7D9F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021685" y="4473654"/>
              <a:ext cx="279400" cy="27940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021685" y="4753054"/>
              <a:ext cx="279400" cy="279400"/>
            </a:xfrm>
            <a:prstGeom prst="rect">
              <a:avLst/>
            </a:prstGeom>
            <a:solidFill>
              <a:srgbClr val="B9E1F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301085" y="1679654"/>
              <a:ext cx="279400" cy="279400"/>
            </a:xfrm>
            <a:prstGeom prst="rect">
              <a:avLst/>
            </a:prstGeom>
            <a:solidFill>
              <a:srgbClr val="E6F4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301085" y="1959054"/>
              <a:ext cx="279400" cy="279400"/>
            </a:xfrm>
            <a:prstGeom prst="rect">
              <a:avLst/>
            </a:prstGeom>
            <a:solidFill>
              <a:srgbClr val="F5B0B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301085" y="22384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301085" y="2517854"/>
              <a:ext cx="279400" cy="279400"/>
            </a:xfrm>
            <a:prstGeom prst="rect">
              <a:avLst/>
            </a:prstGeom>
            <a:solidFill>
              <a:srgbClr val="F3FAFD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301085" y="2797254"/>
              <a:ext cx="279400" cy="279400"/>
            </a:xfrm>
            <a:prstGeom prst="rect">
              <a:avLst/>
            </a:prstGeom>
            <a:solidFill>
              <a:srgbClr val="9ED5F3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301085" y="3076654"/>
              <a:ext cx="279400" cy="279400"/>
            </a:xfrm>
            <a:prstGeom prst="rect">
              <a:avLst/>
            </a:prstGeom>
            <a:solidFill>
              <a:srgbClr val="D4ECF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301085" y="33560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301085" y="36354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301085" y="3914854"/>
              <a:ext cx="279400" cy="279400"/>
            </a:xfrm>
            <a:prstGeom prst="rect">
              <a:avLst/>
            </a:prstGeom>
            <a:solidFill>
              <a:srgbClr val="95D1F2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301085" y="41942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301085" y="44736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301085" y="47530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80485" y="16796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80485" y="19590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80485" y="22384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80485" y="2517854"/>
              <a:ext cx="279400" cy="279400"/>
            </a:xfrm>
            <a:prstGeom prst="rect">
              <a:avLst/>
            </a:prstGeom>
            <a:solidFill>
              <a:srgbClr val="ABDBF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80485" y="2797254"/>
              <a:ext cx="279400" cy="279400"/>
            </a:xfrm>
            <a:prstGeom prst="rect">
              <a:avLst/>
            </a:prstGeom>
            <a:solidFill>
              <a:srgbClr val="ABDBF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580485" y="30766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580485" y="33560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580485" y="36354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580485" y="3914854"/>
              <a:ext cx="279400" cy="27940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580485" y="41942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580485" y="44736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580485" y="47530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859885" y="1679654"/>
              <a:ext cx="279400" cy="279400"/>
            </a:xfrm>
            <a:prstGeom prst="rect">
              <a:avLst/>
            </a:prstGeom>
            <a:solidFill>
              <a:srgbClr val="E6F4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1859885" y="1959054"/>
              <a:ext cx="279400" cy="279400"/>
            </a:xfrm>
            <a:prstGeom prst="rect">
              <a:avLst/>
            </a:prstGeom>
            <a:solidFill>
              <a:srgbClr val="F0888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1859885" y="2238454"/>
              <a:ext cx="279400" cy="279400"/>
            </a:xfrm>
            <a:prstGeom prst="rect">
              <a:avLst/>
            </a:prstGeom>
            <a:solidFill>
              <a:srgbClr val="E6F4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1859885" y="2517854"/>
              <a:ext cx="279400" cy="279400"/>
            </a:xfrm>
            <a:prstGeom prst="rect">
              <a:avLst/>
            </a:prstGeom>
            <a:solidFill>
              <a:srgbClr val="FCFEF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1859885" y="2797254"/>
              <a:ext cx="279400" cy="279400"/>
            </a:xfrm>
            <a:prstGeom prst="rect">
              <a:avLst/>
            </a:prstGeom>
            <a:solidFill>
              <a:srgbClr val="F3FAFD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1859885" y="3076654"/>
              <a:ext cx="279400" cy="279400"/>
            </a:xfrm>
            <a:prstGeom prst="rect">
              <a:avLst/>
            </a:prstGeom>
            <a:solidFill>
              <a:srgbClr val="EFF8FD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1859885" y="3356054"/>
              <a:ext cx="279400" cy="279400"/>
            </a:xfrm>
            <a:prstGeom prst="rect">
              <a:avLst/>
            </a:prstGeom>
            <a:solidFill>
              <a:srgbClr val="FAD8D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1859885" y="3635454"/>
              <a:ext cx="279400" cy="279400"/>
            </a:xfrm>
            <a:prstGeom prst="rect">
              <a:avLst/>
            </a:prstGeom>
            <a:solidFill>
              <a:srgbClr val="FEF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1859885" y="3914854"/>
              <a:ext cx="279400" cy="279400"/>
            </a:xfrm>
            <a:prstGeom prst="rect">
              <a:avLst/>
            </a:prstGeom>
            <a:solidFill>
              <a:srgbClr val="F18C8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859885" y="4194254"/>
              <a:ext cx="279400" cy="279400"/>
            </a:xfrm>
            <a:prstGeom prst="rect">
              <a:avLst/>
            </a:prstGeom>
            <a:solidFill>
              <a:srgbClr val="F1909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1859885" y="4473654"/>
              <a:ext cx="279400" cy="279400"/>
            </a:xfrm>
            <a:prstGeom prst="rect">
              <a:avLst/>
            </a:prstGeom>
            <a:solidFill>
              <a:srgbClr val="F7BCB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1859885" y="47530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2139285" y="1679654"/>
              <a:ext cx="279400" cy="279400"/>
            </a:xfrm>
            <a:prstGeom prst="rect">
              <a:avLst/>
            </a:prstGeom>
            <a:solidFill>
              <a:srgbClr val="F9D0D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2139285" y="1959054"/>
              <a:ext cx="279400" cy="279400"/>
            </a:xfrm>
            <a:prstGeom prst="rect">
              <a:avLst/>
            </a:prstGeom>
            <a:solidFill>
              <a:srgbClr val="EA545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2139285" y="22384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2139285" y="25178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2139285" y="27972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139285" y="30766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2139285" y="33560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2139285" y="36354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2139285" y="39148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2139285" y="41942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2139285" y="44736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2139285" y="47530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2418685" y="1679654"/>
              <a:ext cx="279400" cy="279400"/>
            </a:xfrm>
            <a:prstGeom prst="rect">
              <a:avLst/>
            </a:prstGeom>
            <a:solidFill>
              <a:srgbClr val="EAF6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2418685" y="19590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2418685" y="2238454"/>
              <a:ext cx="279400" cy="279400"/>
            </a:xfrm>
            <a:prstGeom prst="rect">
              <a:avLst/>
            </a:prstGeom>
            <a:solidFill>
              <a:srgbClr val="FCECE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2418685" y="2517854"/>
              <a:ext cx="279400" cy="279400"/>
            </a:xfrm>
            <a:prstGeom prst="rect">
              <a:avLst/>
            </a:prstGeom>
            <a:solidFill>
              <a:srgbClr val="E6F4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2418685" y="2797254"/>
              <a:ext cx="279400" cy="279400"/>
            </a:xfrm>
            <a:prstGeom prst="rect">
              <a:avLst/>
            </a:prstGeom>
            <a:solidFill>
              <a:srgbClr val="E6F4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2418685" y="3076654"/>
              <a:ext cx="279400" cy="279400"/>
            </a:xfrm>
            <a:prstGeom prst="rect">
              <a:avLst/>
            </a:prstGeom>
            <a:solidFill>
              <a:srgbClr val="FDF4F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2418685" y="3356054"/>
              <a:ext cx="279400" cy="279400"/>
            </a:xfrm>
            <a:prstGeom prst="rect">
              <a:avLst/>
            </a:prstGeom>
            <a:solidFill>
              <a:srgbClr val="F5B0B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2418685" y="3635454"/>
              <a:ext cx="279400" cy="279400"/>
            </a:xfrm>
            <a:prstGeom prst="rect">
              <a:avLst/>
            </a:prstGeom>
            <a:solidFill>
              <a:srgbClr val="F7BCB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2418685" y="3914854"/>
              <a:ext cx="279400" cy="279400"/>
            </a:xfrm>
            <a:prstGeom prst="rect">
              <a:avLst/>
            </a:prstGeom>
            <a:solidFill>
              <a:srgbClr val="FBE0E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2418685" y="4194254"/>
              <a:ext cx="279400" cy="279400"/>
            </a:xfrm>
            <a:prstGeom prst="rect">
              <a:avLst/>
            </a:prstGeom>
            <a:solidFill>
              <a:srgbClr val="F2949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2418685" y="44736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2418685" y="4753054"/>
              <a:ext cx="279400" cy="279400"/>
            </a:xfrm>
            <a:prstGeom prst="rect">
              <a:avLst/>
            </a:prstGeom>
            <a:solidFill>
              <a:srgbClr val="ED6C6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2698085" y="16796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2698085" y="1959054"/>
              <a:ext cx="279400" cy="279400"/>
            </a:xfrm>
            <a:prstGeom prst="rect">
              <a:avLst/>
            </a:prstGeom>
            <a:solidFill>
              <a:srgbClr val="F4A8A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2698085" y="2238454"/>
              <a:ext cx="279400" cy="279400"/>
            </a:xfrm>
            <a:prstGeom prst="rect">
              <a:avLst/>
            </a:prstGeom>
            <a:solidFill>
              <a:srgbClr val="EAF6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2698085" y="2517854"/>
              <a:ext cx="279400" cy="279400"/>
            </a:xfrm>
            <a:prstGeom prst="rect">
              <a:avLst/>
            </a:prstGeom>
            <a:solidFill>
              <a:srgbClr val="F4A4A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2698085" y="27972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2698085" y="3076654"/>
              <a:ext cx="279400" cy="279400"/>
            </a:xfrm>
            <a:prstGeom prst="rect">
              <a:avLst/>
            </a:prstGeom>
            <a:solidFill>
              <a:srgbClr val="F2989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2698085" y="3356054"/>
              <a:ext cx="279400" cy="279400"/>
            </a:xfrm>
            <a:prstGeom prst="rect">
              <a:avLst/>
            </a:prstGeom>
            <a:solidFill>
              <a:srgbClr val="F0848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2698085" y="3635454"/>
              <a:ext cx="279400" cy="279400"/>
            </a:xfrm>
            <a:prstGeom prst="rect">
              <a:avLst/>
            </a:prstGeom>
            <a:solidFill>
              <a:srgbClr val="E9505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2698085" y="3914854"/>
              <a:ext cx="279400" cy="279400"/>
            </a:xfrm>
            <a:prstGeom prst="rect">
              <a:avLst/>
            </a:prstGeom>
            <a:solidFill>
              <a:srgbClr val="F8C8C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2698085" y="4194254"/>
              <a:ext cx="279400" cy="279400"/>
            </a:xfrm>
            <a:prstGeom prst="rect">
              <a:avLst/>
            </a:prstGeom>
            <a:solidFill>
              <a:srgbClr val="ED6C6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2698085" y="4473654"/>
              <a:ext cx="279400" cy="279400"/>
            </a:xfrm>
            <a:prstGeom prst="rect">
              <a:avLst/>
            </a:prstGeom>
            <a:solidFill>
              <a:srgbClr val="ED6C6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2698085" y="4753054"/>
              <a:ext cx="279400" cy="279400"/>
            </a:xfrm>
            <a:prstGeom prst="rect">
              <a:avLst/>
            </a:prstGeom>
            <a:solidFill>
              <a:srgbClr val="F2949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2977485" y="1679654"/>
              <a:ext cx="279400" cy="279400"/>
            </a:xfrm>
            <a:prstGeom prst="rect">
              <a:avLst/>
            </a:prstGeom>
            <a:solidFill>
              <a:srgbClr val="FCFEF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2977485" y="1959054"/>
              <a:ext cx="279400" cy="279400"/>
            </a:xfrm>
            <a:prstGeom prst="rect">
              <a:avLst/>
            </a:prstGeom>
            <a:solidFill>
              <a:srgbClr val="E94C4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2977485" y="2238454"/>
              <a:ext cx="279400" cy="279400"/>
            </a:xfrm>
            <a:prstGeom prst="rect">
              <a:avLst/>
            </a:prstGeom>
            <a:solidFill>
              <a:srgbClr val="F8FCF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977485" y="2517854"/>
              <a:ext cx="279400" cy="279400"/>
            </a:xfrm>
            <a:prstGeom prst="rect">
              <a:avLst/>
            </a:prstGeom>
            <a:solidFill>
              <a:srgbClr val="F8C8C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2977485" y="2797254"/>
              <a:ext cx="279400" cy="279400"/>
            </a:xfrm>
            <a:prstGeom prst="rect">
              <a:avLst/>
            </a:prstGeom>
            <a:solidFill>
              <a:srgbClr val="E9505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2977485" y="3076654"/>
              <a:ext cx="279400" cy="279400"/>
            </a:xfrm>
            <a:prstGeom prst="rect">
              <a:avLst/>
            </a:prstGeom>
            <a:solidFill>
              <a:srgbClr val="F18C8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2977485" y="3356054"/>
              <a:ext cx="279400" cy="279400"/>
            </a:xfrm>
            <a:prstGeom prst="rect">
              <a:avLst/>
            </a:prstGeom>
            <a:solidFill>
              <a:srgbClr val="F6B4B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2977485" y="3635454"/>
              <a:ext cx="279400" cy="279400"/>
            </a:xfrm>
            <a:prstGeom prst="rect">
              <a:avLst/>
            </a:prstGeom>
            <a:solidFill>
              <a:srgbClr val="F7BCB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2977485" y="3914854"/>
              <a:ext cx="279400" cy="279400"/>
            </a:xfrm>
            <a:prstGeom prst="rect">
              <a:avLst/>
            </a:prstGeom>
            <a:solidFill>
              <a:srgbClr val="FADCD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2977485" y="4194254"/>
              <a:ext cx="279400" cy="279400"/>
            </a:xfrm>
            <a:prstGeom prst="rect">
              <a:avLst/>
            </a:prstGeom>
            <a:solidFill>
              <a:srgbClr val="F4A4A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2977485" y="4473654"/>
              <a:ext cx="279400" cy="279400"/>
            </a:xfrm>
            <a:prstGeom prst="rect">
              <a:avLst/>
            </a:prstGeom>
            <a:solidFill>
              <a:srgbClr val="F0848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2977485" y="4753054"/>
              <a:ext cx="279400" cy="279400"/>
            </a:xfrm>
            <a:prstGeom prst="rect">
              <a:avLst/>
            </a:prstGeom>
            <a:solidFill>
              <a:srgbClr val="F9D4D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3256885" y="1679654"/>
              <a:ext cx="279400" cy="279400"/>
            </a:xfrm>
            <a:prstGeom prst="rect">
              <a:avLst/>
            </a:prstGeom>
            <a:solidFill>
              <a:srgbClr val="FBE0E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3256885" y="1959054"/>
              <a:ext cx="279400" cy="279400"/>
            </a:xfrm>
            <a:prstGeom prst="rect">
              <a:avLst/>
            </a:prstGeom>
            <a:solidFill>
              <a:srgbClr val="F9D4D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3256885" y="2238454"/>
              <a:ext cx="279400" cy="279400"/>
            </a:xfrm>
            <a:prstGeom prst="rect">
              <a:avLst/>
            </a:prstGeom>
            <a:solidFill>
              <a:srgbClr val="EFF8FD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3256885" y="2517854"/>
              <a:ext cx="279400" cy="279400"/>
            </a:xfrm>
            <a:prstGeom prst="rect">
              <a:avLst/>
            </a:prstGeom>
            <a:solidFill>
              <a:srgbClr val="FEF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3256885" y="2797254"/>
              <a:ext cx="279400" cy="279400"/>
            </a:xfrm>
            <a:prstGeom prst="rect">
              <a:avLst/>
            </a:prstGeom>
            <a:solidFill>
              <a:srgbClr val="FADCD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3256885" y="3076654"/>
              <a:ext cx="279400" cy="279400"/>
            </a:xfrm>
            <a:prstGeom prst="rect">
              <a:avLst/>
            </a:prstGeom>
            <a:solidFill>
              <a:srgbClr val="F9D0D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3256885" y="3356054"/>
              <a:ext cx="279400" cy="279400"/>
            </a:xfrm>
            <a:prstGeom prst="rect">
              <a:avLst/>
            </a:prstGeom>
            <a:solidFill>
              <a:srgbClr val="FAD8D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3256885" y="3635454"/>
              <a:ext cx="279400" cy="279400"/>
            </a:xfrm>
            <a:prstGeom prst="rect">
              <a:avLst/>
            </a:prstGeom>
            <a:solidFill>
              <a:srgbClr val="FBE4E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3256885" y="3914854"/>
              <a:ext cx="279400" cy="2794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3256885" y="4194254"/>
              <a:ext cx="279400" cy="279400"/>
            </a:xfrm>
            <a:prstGeom prst="rect">
              <a:avLst/>
            </a:prstGeom>
            <a:solidFill>
              <a:srgbClr val="FDF0F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3256885" y="4473654"/>
              <a:ext cx="279400" cy="279400"/>
            </a:xfrm>
            <a:prstGeom prst="rect">
              <a:avLst/>
            </a:prstGeom>
            <a:solidFill>
              <a:srgbClr val="F5ACA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3256885" y="4753054"/>
              <a:ext cx="279400" cy="279400"/>
            </a:xfrm>
            <a:prstGeom prst="rect">
              <a:avLst/>
            </a:prstGeom>
            <a:solidFill>
              <a:srgbClr val="FBE4E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3536285" y="16796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3536285" y="1959054"/>
              <a:ext cx="279400" cy="279400"/>
            </a:xfrm>
            <a:prstGeom prst="rect">
              <a:avLst/>
            </a:prstGeom>
            <a:solidFill>
              <a:srgbClr val="A2D7F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3536285" y="22384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3536285" y="2517854"/>
              <a:ext cx="279400" cy="279400"/>
            </a:xfrm>
            <a:prstGeom prst="rect">
              <a:avLst/>
            </a:prstGeom>
            <a:solidFill>
              <a:srgbClr val="B4DFF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3536285" y="27972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3536285" y="3076654"/>
              <a:ext cx="279400" cy="279400"/>
            </a:xfrm>
            <a:prstGeom prst="rect">
              <a:avLst/>
            </a:prstGeom>
            <a:solidFill>
              <a:srgbClr val="FEF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3536285" y="3356054"/>
              <a:ext cx="279400" cy="279400"/>
            </a:xfrm>
            <a:prstGeom prst="rect">
              <a:avLst/>
            </a:prstGeom>
            <a:solidFill>
              <a:srgbClr val="EAF6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3536285" y="3635454"/>
              <a:ext cx="279400" cy="279400"/>
            </a:xfrm>
            <a:prstGeom prst="rect">
              <a:avLst/>
            </a:prstGeom>
            <a:solidFill>
              <a:srgbClr val="DDF0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3536285" y="3914854"/>
              <a:ext cx="279400" cy="279400"/>
            </a:xfrm>
            <a:prstGeom prst="rect">
              <a:avLst/>
            </a:prstGeom>
            <a:solidFill>
              <a:srgbClr val="EFF8FD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3536285" y="4194254"/>
              <a:ext cx="279400" cy="279400"/>
            </a:xfrm>
            <a:prstGeom prst="rect">
              <a:avLst/>
            </a:prstGeom>
            <a:solidFill>
              <a:srgbClr val="B9E1F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3536285" y="4473654"/>
              <a:ext cx="279400" cy="279400"/>
            </a:xfrm>
            <a:prstGeom prst="rect">
              <a:avLst/>
            </a:prstGeom>
            <a:solidFill>
              <a:srgbClr val="EAF6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3536285" y="47530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3815685" y="1679654"/>
              <a:ext cx="279400" cy="279400"/>
            </a:xfrm>
            <a:prstGeom prst="rect">
              <a:avLst/>
            </a:prstGeom>
            <a:solidFill>
              <a:srgbClr val="D4ECF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3815685" y="1959054"/>
              <a:ext cx="279400" cy="279400"/>
            </a:xfrm>
            <a:prstGeom prst="rect">
              <a:avLst/>
            </a:prstGeom>
            <a:solidFill>
              <a:srgbClr val="FCECE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3815685" y="2238454"/>
              <a:ext cx="279400" cy="279400"/>
            </a:xfrm>
            <a:prstGeom prst="rect">
              <a:avLst/>
            </a:prstGeom>
            <a:solidFill>
              <a:srgbClr val="E6F4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3815685" y="2517854"/>
              <a:ext cx="279400" cy="279400"/>
            </a:xfrm>
            <a:prstGeom prst="rect">
              <a:avLst/>
            </a:prstGeom>
            <a:solidFill>
              <a:srgbClr val="D4ECF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3815685" y="2797254"/>
              <a:ext cx="279400" cy="279400"/>
            </a:xfrm>
            <a:prstGeom prst="rect">
              <a:avLst/>
            </a:prstGeom>
            <a:solidFill>
              <a:srgbClr val="EAF6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3815685" y="3076654"/>
              <a:ext cx="279400" cy="279400"/>
            </a:xfrm>
            <a:prstGeom prst="rect">
              <a:avLst/>
            </a:prstGeom>
            <a:solidFill>
              <a:srgbClr val="D8EEF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3815685" y="3356054"/>
              <a:ext cx="279400" cy="279400"/>
            </a:xfrm>
            <a:prstGeom prst="rect">
              <a:avLst/>
            </a:prstGeom>
            <a:solidFill>
              <a:srgbClr val="D8EEF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3815685" y="3635454"/>
              <a:ext cx="279400" cy="279400"/>
            </a:xfrm>
            <a:prstGeom prst="rect">
              <a:avLst/>
            </a:prstGeom>
            <a:solidFill>
              <a:srgbClr val="D4ECF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3815685" y="3914854"/>
              <a:ext cx="279400" cy="279400"/>
            </a:xfrm>
            <a:prstGeom prst="rect">
              <a:avLst/>
            </a:prstGeom>
            <a:solidFill>
              <a:srgbClr val="D8EEF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3815685" y="4194254"/>
              <a:ext cx="279400" cy="279400"/>
            </a:xfrm>
            <a:prstGeom prst="rect">
              <a:avLst/>
            </a:prstGeom>
            <a:solidFill>
              <a:srgbClr val="E6F4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3815685" y="4473654"/>
              <a:ext cx="279400" cy="279400"/>
            </a:xfrm>
            <a:prstGeom prst="rect">
              <a:avLst/>
            </a:prstGeom>
            <a:solidFill>
              <a:srgbClr val="CFEAF9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3815685" y="4753054"/>
              <a:ext cx="279400" cy="279400"/>
            </a:xfrm>
            <a:prstGeom prst="rect">
              <a:avLst/>
            </a:prstGeom>
            <a:solidFill>
              <a:srgbClr val="EFF8FD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4095085" y="16796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4095085" y="1959054"/>
              <a:ext cx="279400" cy="279400"/>
            </a:xfrm>
            <a:prstGeom prst="rect">
              <a:avLst/>
            </a:prstGeom>
            <a:solidFill>
              <a:srgbClr val="FEFC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4095085" y="22384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4095085" y="2517854"/>
              <a:ext cx="279400" cy="279400"/>
            </a:xfrm>
            <a:prstGeom prst="rect">
              <a:avLst/>
            </a:prstGeom>
            <a:solidFill>
              <a:srgbClr val="FCE8E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4095085" y="27972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4095085" y="30766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4095085" y="33560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4095085" y="36354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4095085" y="3914854"/>
              <a:ext cx="279400" cy="279400"/>
            </a:xfrm>
            <a:prstGeom prst="rect">
              <a:avLst/>
            </a:prstGeom>
            <a:solidFill>
              <a:srgbClr val="A2D7F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4095085" y="4194254"/>
              <a:ext cx="279400" cy="279400"/>
            </a:xfrm>
            <a:prstGeom prst="rect">
              <a:avLst/>
            </a:prstGeom>
            <a:solidFill>
              <a:srgbClr val="F3FAFD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4095085" y="4473654"/>
              <a:ext cx="279400" cy="279400"/>
            </a:xfrm>
            <a:prstGeom prst="rect">
              <a:avLst/>
            </a:prstGeom>
            <a:solidFill>
              <a:srgbClr val="B9E1F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4095085" y="47530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4374485" y="1679654"/>
              <a:ext cx="279400" cy="279400"/>
            </a:xfrm>
            <a:prstGeom prst="rect">
              <a:avLst/>
            </a:prstGeom>
            <a:solidFill>
              <a:srgbClr val="D4ECF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4374485" y="1959054"/>
              <a:ext cx="279400" cy="279400"/>
            </a:xfrm>
            <a:prstGeom prst="rect">
              <a:avLst/>
            </a:prstGeom>
            <a:solidFill>
              <a:srgbClr val="FCECE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4374485" y="22384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4374485" y="2517854"/>
              <a:ext cx="279400" cy="279400"/>
            </a:xfrm>
            <a:prstGeom prst="rect">
              <a:avLst/>
            </a:prstGeom>
            <a:solidFill>
              <a:srgbClr val="F3FAFD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4374485" y="2797254"/>
              <a:ext cx="279400" cy="279400"/>
            </a:xfrm>
            <a:prstGeom prst="rect">
              <a:avLst/>
            </a:prstGeom>
            <a:solidFill>
              <a:srgbClr val="B9E1F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4374485" y="30766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4374485" y="33560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4374485" y="36354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4374485" y="3914854"/>
              <a:ext cx="279400" cy="279400"/>
            </a:xfrm>
            <a:prstGeom prst="rect">
              <a:avLst/>
            </a:prstGeom>
            <a:solidFill>
              <a:srgbClr val="A2D7F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4374485" y="4194254"/>
              <a:ext cx="279400" cy="27940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4374485" y="4473654"/>
              <a:ext cx="279400" cy="279400"/>
            </a:xfrm>
            <a:prstGeom prst="rect">
              <a:avLst/>
            </a:prstGeom>
            <a:solidFill>
              <a:srgbClr val="B4DFF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4374485" y="4753054"/>
              <a:ext cx="279400" cy="279400"/>
            </a:xfrm>
            <a:prstGeom prst="rect">
              <a:avLst/>
            </a:prstGeom>
            <a:solidFill>
              <a:srgbClr val="B9E1F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4653885" y="16796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4653885" y="1959054"/>
              <a:ext cx="279400" cy="279400"/>
            </a:xfrm>
            <a:prstGeom prst="rect">
              <a:avLst/>
            </a:prstGeom>
            <a:solidFill>
              <a:srgbClr val="ABDBF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4653885" y="22384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4653885" y="2517854"/>
              <a:ext cx="279400" cy="279400"/>
            </a:xfrm>
            <a:prstGeom prst="rect">
              <a:avLst/>
            </a:prstGeom>
            <a:solidFill>
              <a:srgbClr val="B0DDF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4653885" y="2797254"/>
              <a:ext cx="279400" cy="279400"/>
            </a:xfrm>
            <a:prstGeom prst="rect">
              <a:avLst/>
            </a:prstGeom>
            <a:solidFill>
              <a:srgbClr val="A7D9F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4653885" y="30766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4653885" y="3356054"/>
              <a:ext cx="279400" cy="27940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4653885" y="36354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4653885" y="3914854"/>
              <a:ext cx="279400" cy="279400"/>
            </a:xfrm>
            <a:prstGeom prst="rect">
              <a:avLst/>
            </a:prstGeom>
            <a:solidFill>
              <a:srgbClr val="F8FCF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4653885" y="4194254"/>
              <a:ext cx="279400" cy="279400"/>
            </a:xfrm>
            <a:prstGeom prst="rect">
              <a:avLst/>
            </a:prstGeom>
            <a:solidFill>
              <a:srgbClr val="9ED5F3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4653885" y="4473654"/>
              <a:ext cx="279400" cy="279400"/>
            </a:xfrm>
            <a:prstGeom prst="rect">
              <a:avLst/>
            </a:prstGeom>
            <a:solidFill>
              <a:srgbClr val="ABDBF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4653885" y="4753054"/>
              <a:ext cx="279400" cy="27940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4933285" y="16796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4933285" y="1959054"/>
              <a:ext cx="279400" cy="279400"/>
            </a:xfrm>
            <a:prstGeom prst="rect">
              <a:avLst/>
            </a:prstGeom>
            <a:solidFill>
              <a:srgbClr val="EC686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4933285" y="22384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4933285" y="2517854"/>
              <a:ext cx="279400" cy="279400"/>
            </a:xfrm>
            <a:prstGeom prst="rect">
              <a:avLst/>
            </a:prstGeom>
            <a:solidFill>
              <a:srgbClr val="F5ACA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4933285" y="2797254"/>
              <a:ext cx="279400" cy="27940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4933285" y="3076654"/>
              <a:ext cx="279400" cy="279400"/>
            </a:xfrm>
            <a:prstGeom prst="rect">
              <a:avLst/>
            </a:prstGeom>
            <a:solidFill>
              <a:srgbClr val="EAF6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4933285" y="3356054"/>
              <a:ext cx="279400" cy="279400"/>
            </a:xfrm>
            <a:prstGeom prst="rect">
              <a:avLst/>
            </a:prstGeom>
            <a:solidFill>
              <a:srgbClr val="D8EEF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4933285" y="36354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4933285" y="3914854"/>
              <a:ext cx="279400" cy="279400"/>
            </a:xfrm>
            <a:prstGeom prst="rect">
              <a:avLst/>
            </a:prstGeom>
            <a:solidFill>
              <a:srgbClr val="83CAF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4933285" y="4194254"/>
              <a:ext cx="279400" cy="279400"/>
            </a:xfrm>
            <a:prstGeom prst="rect">
              <a:avLst/>
            </a:prstGeom>
            <a:solidFill>
              <a:srgbClr val="F5ACA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4933285" y="4473654"/>
              <a:ext cx="279400" cy="279400"/>
            </a:xfrm>
            <a:prstGeom prst="rect">
              <a:avLst/>
            </a:prstGeom>
            <a:solidFill>
              <a:srgbClr val="D8EEF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4933285" y="4753054"/>
              <a:ext cx="279400" cy="27940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5212685" y="16796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5212685" y="1959054"/>
              <a:ext cx="279400" cy="279400"/>
            </a:xfrm>
            <a:prstGeom prst="rect">
              <a:avLst/>
            </a:prstGeom>
            <a:solidFill>
              <a:srgbClr val="75C4E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5212685" y="22384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5212685" y="2517854"/>
              <a:ext cx="279400" cy="279400"/>
            </a:xfrm>
            <a:prstGeom prst="rect">
              <a:avLst/>
            </a:prstGeom>
            <a:solidFill>
              <a:srgbClr val="B9E1F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5212685" y="2797254"/>
              <a:ext cx="279400" cy="279400"/>
            </a:xfrm>
            <a:prstGeom prst="rect">
              <a:avLst/>
            </a:prstGeom>
            <a:solidFill>
              <a:srgbClr val="CFEAF9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5212685" y="3076654"/>
              <a:ext cx="279400" cy="27940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5212685" y="33560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5212685" y="36354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5212685" y="3914854"/>
              <a:ext cx="279400" cy="279400"/>
            </a:xfrm>
            <a:prstGeom prst="rect">
              <a:avLst/>
            </a:prstGeom>
            <a:solidFill>
              <a:srgbClr val="F8FCF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5212685" y="4194254"/>
              <a:ext cx="279400" cy="279400"/>
            </a:xfrm>
            <a:prstGeom prst="rect">
              <a:avLst/>
            </a:prstGeom>
            <a:solidFill>
              <a:srgbClr val="99D3F3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5212685" y="4473654"/>
              <a:ext cx="279400" cy="279400"/>
            </a:xfrm>
            <a:prstGeom prst="rect">
              <a:avLst/>
            </a:prstGeom>
            <a:solidFill>
              <a:srgbClr val="B9E1F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5212685" y="4753054"/>
              <a:ext cx="279400" cy="27940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5492085" y="16796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5492085" y="1959054"/>
              <a:ext cx="279400" cy="279400"/>
            </a:xfrm>
            <a:prstGeom prst="rect">
              <a:avLst/>
            </a:prstGeom>
            <a:solidFill>
              <a:srgbClr val="5FBAE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5492085" y="22384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5492085" y="2517854"/>
              <a:ext cx="279400" cy="279400"/>
            </a:xfrm>
            <a:prstGeom prst="rect">
              <a:avLst/>
            </a:prstGeom>
            <a:solidFill>
              <a:srgbClr val="B0DDF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5492085" y="2797254"/>
              <a:ext cx="279400" cy="279400"/>
            </a:xfrm>
            <a:prstGeom prst="rect">
              <a:avLst/>
            </a:prstGeom>
            <a:solidFill>
              <a:srgbClr val="A2D7F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5492085" y="30766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5492085" y="3356054"/>
              <a:ext cx="279400" cy="27940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5492085" y="36354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5492085" y="39148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5492085" y="4194254"/>
              <a:ext cx="279400" cy="279400"/>
            </a:xfrm>
            <a:prstGeom prst="rect">
              <a:avLst/>
            </a:prstGeom>
            <a:solidFill>
              <a:srgbClr val="90CFF2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5492085" y="4473654"/>
              <a:ext cx="279400" cy="279400"/>
            </a:xfrm>
            <a:prstGeom prst="rect">
              <a:avLst/>
            </a:prstGeom>
            <a:solidFill>
              <a:srgbClr val="ABDBF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5492085" y="4753054"/>
              <a:ext cx="279400" cy="27940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5771485" y="1679654"/>
              <a:ext cx="279400" cy="279400"/>
            </a:xfrm>
            <a:prstGeom prst="rect">
              <a:avLst/>
            </a:prstGeom>
            <a:solidFill>
              <a:srgbClr val="D8EEF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5771485" y="1959054"/>
              <a:ext cx="279400" cy="279400"/>
            </a:xfrm>
            <a:prstGeom prst="rect">
              <a:avLst/>
            </a:prstGeom>
            <a:solidFill>
              <a:srgbClr val="FDF4F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5771485" y="22384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5771485" y="2517854"/>
              <a:ext cx="279400" cy="279400"/>
            </a:xfrm>
            <a:prstGeom prst="rect">
              <a:avLst/>
            </a:prstGeom>
            <a:solidFill>
              <a:srgbClr val="FCE8E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5771485" y="2797254"/>
              <a:ext cx="279400" cy="279400"/>
            </a:xfrm>
            <a:prstGeom prst="rect">
              <a:avLst/>
            </a:prstGeom>
            <a:solidFill>
              <a:srgbClr val="FDF0F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5771485" y="3076654"/>
              <a:ext cx="279400" cy="279400"/>
            </a:xfrm>
            <a:prstGeom prst="rect">
              <a:avLst/>
            </a:prstGeom>
            <a:solidFill>
              <a:srgbClr val="D8EEF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5771485" y="3356054"/>
              <a:ext cx="279400" cy="279400"/>
            </a:xfrm>
            <a:prstGeom prst="rect">
              <a:avLst/>
            </a:prstGeom>
            <a:solidFill>
              <a:srgbClr val="CFEAF9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5771485" y="36354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5771485" y="3914854"/>
              <a:ext cx="279400" cy="279400"/>
            </a:xfrm>
            <a:prstGeom prst="rect">
              <a:avLst/>
            </a:prstGeom>
            <a:solidFill>
              <a:srgbClr val="B9E1F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5771485" y="4194254"/>
              <a:ext cx="279400" cy="279400"/>
            </a:xfrm>
            <a:prstGeom prst="rect">
              <a:avLst/>
            </a:prstGeom>
            <a:solidFill>
              <a:srgbClr val="E6F4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5771485" y="4473654"/>
              <a:ext cx="279400" cy="27940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5771485" y="47530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6050885" y="16796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6050885" y="1959054"/>
              <a:ext cx="279400" cy="279400"/>
            </a:xfrm>
            <a:prstGeom prst="rect">
              <a:avLst/>
            </a:prstGeom>
            <a:solidFill>
              <a:srgbClr val="5AB8E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6050885" y="2238454"/>
              <a:ext cx="279400" cy="279400"/>
            </a:xfrm>
            <a:prstGeom prst="rect">
              <a:avLst/>
            </a:prstGeom>
            <a:solidFill>
              <a:srgbClr val="EAF6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6050885" y="25178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6050885" y="2797254"/>
              <a:ext cx="279400" cy="279400"/>
            </a:xfrm>
            <a:prstGeom prst="rect">
              <a:avLst/>
            </a:prstGeom>
            <a:solidFill>
              <a:srgbClr val="F3FAFD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6050885" y="30766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6050885" y="33560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6050885" y="36354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6050885" y="3914854"/>
              <a:ext cx="279400" cy="279400"/>
            </a:xfrm>
            <a:prstGeom prst="rect">
              <a:avLst/>
            </a:prstGeom>
            <a:solidFill>
              <a:srgbClr val="A7D9F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6050885" y="4194254"/>
              <a:ext cx="279400" cy="279400"/>
            </a:xfrm>
            <a:prstGeom prst="rect">
              <a:avLst/>
            </a:prstGeom>
            <a:solidFill>
              <a:srgbClr val="95D1F2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6050885" y="4473654"/>
              <a:ext cx="279400" cy="279400"/>
            </a:xfrm>
            <a:prstGeom prst="rect">
              <a:avLst/>
            </a:prstGeom>
            <a:solidFill>
              <a:srgbClr val="ABDBF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6050885" y="4753054"/>
              <a:ext cx="279400" cy="279400"/>
            </a:xfrm>
            <a:prstGeom prst="rect">
              <a:avLst/>
            </a:prstGeom>
            <a:solidFill>
              <a:srgbClr val="B9E1F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6330285" y="16796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6330285" y="1959054"/>
              <a:ext cx="279400" cy="279400"/>
            </a:xfrm>
            <a:prstGeom prst="rect">
              <a:avLst/>
            </a:prstGeom>
            <a:solidFill>
              <a:srgbClr val="ABDBF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6330285" y="22384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6330285" y="25178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6330285" y="2797254"/>
              <a:ext cx="279400" cy="279400"/>
            </a:xfrm>
            <a:prstGeom prst="rect">
              <a:avLst/>
            </a:prstGeom>
            <a:solidFill>
              <a:srgbClr val="FDF0F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6330285" y="30766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6330285" y="3356054"/>
              <a:ext cx="279400" cy="279400"/>
            </a:xfrm>
            <a:prstGeom prst="rect">
              <a:avLst/>
            </a:prstGeom>
            <a:solidFill>
              <a:srgbClr val="B9E1F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6330285" y="36354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6330285" y="39148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6330285" y="4194254"/>
              <a:ext cx="279400" cy="279400"/>
            </a:xfrm>
            <a:prstGeom prst="rect">
              <a:avLst/>
            </a:prstGeom>
            <a:solidFill>
              <a:srgbClr val="9ED5F3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6330285" y="4473654"/>
              <a:ext cx="279400" cy="279400"/>
            </a:xfrm>
            <a:prstGeom prst="rect">
              <a:avLst/>
            </a:prstGeom>
            <a:solidFill>
              <a:srgbClr val="B0DDF5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6330285" y="4753054"/>
              <a:ext cx="279400" cy="279400"/>
            </a:xfrm>
            <a:prstGeom prst="rect">
              <a:avLst/>
            </a:prstGeom>
            <a:solidFill>
              <a:srgbClr val="B9E1F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6609685" y="16796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6609685" y="1959054"/>
              <a:ext cx="279400" cy="279400"/>
            </a:xfrm>
            <a:prstGeom prst="rect">
              <a:avLst/>
            </a:prstGeom>
            <a:solidFill>
              <a:srgbClr val="B9E1F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6609685" y="22384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6609685" y="2517854"/>
              <a:ext cx="279400" cy="27940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6609685" y="2797254"/>
              <a:ext cx="279400" cy="27940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6609685" y="30766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6609685" y="33560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6609685" y="3635454"/>
              <a:ext cx="279400" cy="27940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6609685" y="3914854"/>
              <a:ext cx="279400" cy="279400"/>
            </a:xfrm>
            <a:prstGeom prst="rect">
              <a:avLst/>
            </a:prstGeom>
            <a:solidFill>
              <a:srgbClr val="E6F4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6609685" y="41942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6609685" y="4473654"/>
              <a:ext cx="279400" cy="279400"/>
            </a:xfrm>
            <a:prstGeom prst="rect">
              <a:avLst/>
            </a:prstGeom>
            <a:solidFill>
              <a:srgbClr val="B4DFF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6609685" y="4753054"/>
              <a:ext cx="279400" cy="279400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tx268"/>
            <p:cNvSpPr/>
            <p:nvPr/>
          </p:nvSpPr>
          <p:spPr>
            <a:xfrm rot="-2700000">
              <a:off x="767372" y="5233759"/>
              <a:ext cx="49551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Control_2</a:t>
              </a:r>
            </a:p>
          </p:txBody>
        </p:sp>
        <p:sp>
          <p:nvSpPr>
            <p:cNvPr id="269" name="tx269"/>
            <p:cNvSpPr/>
            <p:nvPr/>
          </p:nvSpPr>
          <p:spPr>
            <a:xfrm rot="-2700000">
              <a:off x="1046772" y="5233759"/>
              <a:ext cx="49551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Control_3</a:t>
              </a:r>
            </a:p>
          </p:txBody>
        </p:sp>
        <p:sp>
          <p:nvSpPr>
            <p:cNvPr id="270" name="tx270"/>
            <p:cNvSpPr/>
            <p:nvPr/>
          </p:nvSpPr>
          <p:spPr>
            <a:xfrm rot="-2700000">
              <a:off x="1326172" y="5233759"/>
              <a:ext cx="49551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Control_1</a:t>
              </a:r>
            </a:p>
          </p:txBody>
        </p:sp>
        <p:sp>
          <p:nvSpPr>
            <p:cNvPr id="271" name="tx271"/>
            <p:cNvSpPr/>
            <p:nvPr/>
          </p:nvSpPr>
          <p:spPr>
            <a:xfrm rot="-2700000">
              <a:off x="1778997" y="5161924"/>
              <a:ext cx="29233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Ble_1</a:t>
              </a:r>
            </a:p>
          </p:txBody>
        </p:sp>
        <p:sp>
          <p:nvSpPr>
            <p:cNvPr id="272" name="tx272"/>
            <p:cNvSpPr/>
            <p:nvPr/>
          </p:nvSpPr>
          <p:spPr>
            <a:xfrm rot="-2700000">
              <a:off x="2058397" y="5161924"/>
              <a:ext cx="29233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Ble_2</a:t>
              </a:r>
            </a:p>
          </p:txBody>
        </p:sp>
        <p:sp>
          <p:nvSpPr>
            <p:cNvPr id="273" name="tx273"/>
            <p:cNvSpPr/>
            <p:nvPr/>
          </p:nvSpPr>
          <p:spPr>
            <a:xfrm rot="-2700000">
              <a:off x="2337797" y="5161924"/>
              <a:ext cx="29233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Ble_3</a:t>
              </a:r>
            </a:p>
          </p:txBody>
        </p:sp>
        <p:sp>
          <p:nvSpPr>
            <p:cNvPr id="274" name="tx274"/>
            <p:cNvSpPr/>
            <p:nvPr/>
          </p:nvSpPr>
          <p:spPr>
            <a:xfrm rot="-2700000">
              <a:off x="2408416" y="5248404"/>
              <a:ext cx="53693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Are+Ble_2</a:t>
              </a:r>
            </a:p>
          </p:txBody>
        </p:sp>
        <p:sp>
          <p:nvSpPr>
            <p:cNvPr id="275" name="tx275"/>
            <p:cNvSpPr/>
            <p:nvPr/>
          </p:nvSpPr>
          <p:spPr>
            <a:xfrm rot="-2700000">
              <a:off x="2687816" y="5248404"/>
              <a:ext cx="53693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Are+Ble_3</a:t>
              </a:r>
            </a:p>
          </p:txBody>
        </p:sp>
        <p:sp>
          <p:nvSpPr>
            <p:cNvPr id="276" name="tx276"/>
            <p:cNvSpPr/>
            <p:nvPr/>
          </p:nvSpPr>
          <p:spPr>
            <a:xfrm rot="-2700000">
              <a:off x="2967216" y="5248404"/>
              <a:ext cx="53693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Are+Ble_1</a:t>
              </a:r>
            </a:p>
          </p:txBody>
        </p:sp>
        <p:sp>
          <p:nvSpPr>
            <p:cNvPr id="277" name="tx277"/>
            <p:cNvSpPr/>
            <p:nvPr/>
          </p:nvSpPr>
          <p:spPr>
            <a:xfrm rot="-2700000">
              <a:off x="3444626" y="5166386"/>
              <a:ext cx="30495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Are_2</a:t>
              </a:r>
            </a:p>
          </p:txBody>
        </p:sp>
        <p:sp>
          <p:nvSpPr>
            <p:cNvPr id="278" name="tx278"/>
            <p:cNvSpPr/>
            <p:nvPr/>
          </p:nvSpPr>
          <p:spPr>
            <a:xfrm rot="-2700000">
              <a:off x="3724026" y="5166386"/>
              <a:ext cx="30495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Are_1</a:t>
              </a:r>
            </a:p>
          </p:txBody>
        </p:sp>
        <p:sp>
          <p:nvSpPr>
            <p:cNvPr id="279" name="tx279"/>
            <p:cNvSpPr/>
            <p:nvPr/>
          </p:nvSpPr>
          <p:spPr>
            <a:xfrm rot="-2700000">
              <a:off x="4003426" y="5166386"/>
              <a:ext cx="30495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Are_3</a:t>
              </a:r>
            </a:p>
          </p:txBody>
        </p:sp>
        <p:sp>
          <p:nvSpPr>
            <p:cNvPr id="280" name="tx280"/>
            <p:cNvSpPr/>
            <p:nvPr/>
          </p:nvSpPr>
          <p:spPr>
            <a:xfrm rot="-2700000">
              <a:off x="4342455" y="5141686"/>
              <a:ext cx="23509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IA_1</a:t>
              </a:r>
            </a:p>
          </p:txBody>
        </p:sp>
        <p:sp>
          <p:nvSpPr>
            <p:cNvPr id="281" name="tx281"/>
            <p:cNvSpPr/>
            <p:nvPr/>
          </p:nvSpPr>
          <p:spPr>
            <a:xfrm rot="-2700000">
              <a:off x="4621855" y="5141686"/>
              <a:ext cx="23509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IA_2</a:t>
              </a:r>
            </a:p>
          </p:txBody>
        </p:sp>
        <p:sp>
          <p:nvSpPr>
            <p:cNvPr id="282" name="tx282"/>
            <p:cNvSpPr/>
            <p:nvPr/>
          </p:nvSpPr>
          <p:spPr>
            <a:xfrm rot="-2700000">
              <a:off x="4901255" y="5141686"/>
              <a:ext cx="23509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IA_3</a:t>
              </a:r>
            </a:p>
          </p:txBody>
        </p:sp>
        <p:sp>
          <p:nvSpPr>
            <p:cNvPr id="283" name="tx283"/>
            <p:cNvSpPr/>
            <p:nvPr/>
          </p:nvSpPr>
          <p:spPr>
            <a:xfrm rot="-2700000">
              <a:off x="5126489" y="5164123"/>
              <a:ext cx="29855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MA_1</a:t>
              </a:r>
            </a:p>
          </p:txBody>
        </p:sp>
        <p:sp>
          <p:nvSpPr>
            <p:cNvPr id="284" name="tx284"/>
            <p:cNvSpPr/>
            <p:nvPr/>
          </p:nvSpPr>
          <p:spPr>
            <a:xfrm rot="-2700000">
              <a:off x="5405889" y="5164123"/>
              <a:ext cx="29855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MA_2</a:t>
              </a:r>
            </a:p>
          </p:txBody>
        </p:sp>
        <p:sp>
          <p:nvSpPr>
            <p:cNvPr id="285" name="tx285"/>
            <p:cNvSpPr/>
            <p:nvPr/>
          </p:nvSpPr>
          <p:spPr>
            <a:xfrm rot="-2700000">
              <a:off x="5685289" y="5164123"/>
              <a:ext cx="29855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MA_3</a:t>
              </a:r>
            </a:p>
          </p:txBody>
        </p:sp>
        <p:sp>
          <p:nvSpPr>
            <p:cNvPr id="286" name="tx286"/>
            <p:cNvSpPr/>
            <p:nvPr/>
          </p:nvSpPr>
          <p:spPr>
            <a:xfrm rot="-2700000">
              <a:off x="5964689" y="5164123"/>
              <a:ext cx="29855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MP_3</a:t>
              </a:r>
            </a:p>
          </p:txBody>
        </p:sp>
        <p:sp>
          <p:nvSpPr>
            <p:cNvPr id="287" name="tx287"/>
            <p:cNvSpPr/>
            <p:nvPr/>
          </p:nvSpPr>
          <p:spPr>
            <a:xfrm rot="-2700000">
              <a:off x="6244089" y="5164123"/>
              <a:ext cx="29855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MP_1</a:t>
              </a:r>
            </a:p>
          </p:txBody>
        </p:sp>
        <p:sp>
          <p:nvSpPr>
            <p:cNvPr id="288" name="tx288"/>
            <p:cNvSpPr/>
            <p:nvPr/>
          </p:nvSpPr>
          <p:spPr>
            <a:xfrm rot="-2700000">
              <a:off x="6523489" y="5164123"/>
              <a:ext cx="29855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MP_2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6927185" y="1773862"/>
              <a:ext cx="40270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Col1a1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6927185" y="2053262"/>
              <a:ext cx="23298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Braf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6927185" y="2332662"/>
              <a:ext cx="13423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Il6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6927185" y="2612062"/>
              <a:ext cx="38852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Piezo1</a:t>
              </a:r>
            </a:p>
          </p:txBody>
        </p:sp>
        <p:sp>
          <p:nvSpPr>
            <p:cNvPr id="293" name="tx293"/>
            <p:cNvSpPr/>
            <p:nvPr/>
          </p:nvSpPr>
          <p:spPr>
            <a:xfrm>
              <a:off x="6927185" y="2891462"/>
              <a:ext cx="18352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Tnf</a:t>
              </a:r>
            </a:p>
          </p:txBody>
        </p:sp>
        <p:sp>
          <p:nvSpPr>
            <p:cNvPr id="294" name="tx294"/>
            <p:cNvSpPr/>
            <p:nvPr/>
          </p:nvSpPr>
          <p:spPr>
            <a:xfrm>
              <a:off x="6927185" y="3170862"/>
              <a:ext cx="20491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Il1b</a:t>
              </a:r>
            </a:p>
          </p:txBody>
        </p:sp>
        <p:sp>
          <p:nvSpPr>
            <p:cNvPr id="295" name="tx295"/>
            <p:cNvSpPr/>
            <p:nvPr/>
          </p:nvSpPr>
          <p:spPr>
            <a:xfrm>
              <a:off x="6927185" y="3450262"/>
              <a:ext cx="32488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Tgfb1</a:t>
              </a:r>
            </a:p>
          </p:txBody>
        </p:sp>
        <p:sp>
          <p:nvSpPr>
            <p:cNvPr id="296" name="tx296"/>
            <p:cNvSpPr/>
            <p:nvPr/>
          </p:nvSpPr>
          <p:spPr>
            <a:xfrm>
              <a:off x="6927185" y="3729662"/>
              <a:ext cx="21890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Fn1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6927185" y="4009062"/>
              <a:ext cx="32488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Acta2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6927185" y="4288462"/>
              <a:ext cx="79552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Psme3/PA28γ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6927185" y="4567862"/>
              <a:ext cx="21643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Vim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6927185" y="4847262"/>
              <a:ext cx="35314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Thbs1</a:t>
              </a:r>
            </a:p>
          </p:txBody>
        </p:sp>
        <p:sp>
          <p:nvSpPr>
            <p:cNvPr id="301" name="rc301"/>
            <p:cNvSpPr/>
            <p:nvPr/>
          </p:nvSpPr>
          <p:spPr>
            <a:xfrm>
              <a:off x="1021685" y="1514554"/>
              <a:ext cx="279400" cy="127000"/>
            </a:xfrm>
            <a:prstGeom prst="rect">
              <a:avLst/>
            </a:prstGeom>
            <a:solidFill>
              <a:srgbClr val="88888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1301085" y="1514554"/>
              <a:ext cx="279400" cy="127000"/>
            </a:xfrm>
            <a:prstGeom prst="rect">
              <a:avLst/>
            </a:prstGeom>
            <a:solidFill>
              <a:srgbClr val="88888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1580485" y="1514554"/>
              <a:ext cx="279400" cy="127000"/>
            </a:xfrm>
            <a:prstGeom prst="rect">
              <a:avLst/>
            </a:prstGeom>
            <a:solidFill>
              <a:srgbClr val="88888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1859885" y="1514554"/>
              <a:ext cx="279400" cy="127000"/>
            </a:xfrm>
            <a:prstGeom prst="rect">
              <a:avLst/>
            </a:prstGeom>
            <a:solidFill>
              <a:srgbClr val="55B7E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2139285" y="1514554"/>
              <a:ext cx="279400" cy="127000"/>
            </a:xfrm>
            <a:prstGeom prst="rect">
              <a:avLst/>
            </a:prstGeom>
            <a:solidFill>
              <a:srgbClr val="55B7E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2418685" y="1514554"/>
              <a:ext cx="279400" cy="127000"/>
            </a:xfrm>
            <a:prstGeom prst="rect">
              <a:avLst/>
            </a:prstGeom>
            <a:solidFill>
              <a:srgbClr val="55B7E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2698085" y="1514554"/>
              <a:ext cx="279400" cy="127000"/>
            </a:xfrm>
            <a:prstGeom prst="rect">
              <a:avLst/>
            </a:prstGeom>
            <a:solidFill>
              <a:srgbClr val="EE616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2977485" y="1514554"/>
              <a:ext cx="279400" cy="127000"/>
            </a:xfrm>
            <a:prstGeom prst="rect">
              <a:avLst/>
            </a:prstGeom>
            <a:solidFill>
              <a:srgbClr val="EE616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3256885" y="1514554"/>
              <a:ext cx="279400" cy="127000"/>
            </a:xfrm>
            <a:prstGeom prst="rect">
              <a:avLst/>
            </a:prstGeom>
            <a:solidFill>
              <a:srgbClr val="EE616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3536285" y="1514554"/>
              <a:ext cx="279400" cy="127000"/>
            </a:xfrm>
            <a:prstGeom prst="rect">
              <a:avLst/>
            </a:prstGeom>
            <a:solidFill>
              <a:srgbClr val="4FB98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3815685" y="1514554"/>
              <a:ext cx="279400" cy="127000"/>
            </a:xfrm>
            <a:prstGeom prst="rect">
              <a:avLst/>
            </a:prstGeom>
            <a:solidFill>
              <a:srgbClr val="4FB98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4095085" y="1514554"/>
              <a:ext cx="279400" cy="127000"/>
            </a:xfrm>
            <a:prstGeom prst="rect">
              <a:avLst/>
            </a:prstGeom>
            <a:solidFill>
              <a:srgbClr val="4FB98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4374485" y="1514554"/>
              <a:ext cx="279400" cy="127000"/>
            </a:xfrm>
            <a:prstGeom prst="rect">
              <a:avLst/>
            </a:prstGeom>
            <a:solidFill>
              <a:srgbClr val="ED954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4653885" y="1514554"/>
              <a:ext cx="279400" cy="127000"/>
            </a:xfrm>
            <a:prstGeom prst="rect">
              <a:avLst/>
            </a:prstGeom>
            <a:solidFill>
              <a:srgbClr val="ED954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4933285" y="1514554"/>
              <a:ext cx="279400" cy="127000"/>
            </a:xfrm>
            <a:prstGeom prst="rect">
              <a:avLst/>
            </a:prstGeom>
            <a:solidFill>
              <a:srgbClr val="ED954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5212685" y="1514554"/>
              <a:ext cx="279400" cy="127000"/>
            </a:xfrm>
            <a:prstGeom prst="rect">
              <a:avLst/>
            </a:prstGeom>
            <a:solidFill>
              <a:srgbClr val="FDD45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5492085" y="1514554"/>
              <a:ext cx="279400" cy="127000"/>
            </a:xfrm>
            <a:prstGeom prst="rect">
              <a:avLst/>
            </a:prstGeom>
            <a:solidFill>
              <a:srgbClr val="FDD45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5771485" y="1514554"/>
              <a:ext cx="279400" cy="127000"/>
            </a:xfrm>
            <a:prstGeom prst="rect">
              <a:avLst/>
            </a:prstGeom>
            <a:solidFill>
              <a:srgbClr val="FDD45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6050885" y="1514554"/>
              <a:ext cx="279400" cy="127000"/>
            </a:xfrm>
            <a:prstGeom prst="rect">
              <a:avLst/>
            </a:prstGeom>
            <a:solidFill>
              <a:srgbClr val="6358C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6330285" y="1514554"/>
              <a:ext cx="279400" cy="127000"/>
            </a:xfrm>
            <a:prstGeom prst="rect">
              <a:avLst/>
            </a:prstGeom>
            <a:solidFill>
              <a:srgbClr val="6358C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6609685" y="1514554"/>
              <a:ext cx="279400" cy="127000"/>
            </a:xfrm>
            <a:prstGeom prst="rect">
              <a:avLst/>
            </a:prstGeom>
            <a:solidFill>
              <a:srgbClr val="6358C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tx322"/>
            <p:cNvSpPr/>
            <p:nvPr/>
          </p:nvSpPr>
          <p:spPr>
            <a:xfrm>
              <a:off x="6927185" y="1532562"/>
              <a:ext cx="38084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323" name="tx323"/>
            <p:cNvSpPr/>
            <p:nvPr/>
          </p:nvSpPr>
          <p:spPr>
            <a:xfrm>
              <a:off x="8176833" y="1501854"/>
              <a:ext cx="38084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324" name="rc324"/>
            <p:cNvSpPr/>
            <p:nvPr/>
          </p:nvSpPr>
          <p:spPr>
            <a:xfrm>
              <a:off x="8176833" y="1638328"/>
              <a:ext cx="181965" cy="181965"/>
            </a:xfrm>
            <a:prstGeom prst="rect">
              <a:avLst/>
            </a:prstGeom>
            <a:solidFill>
              <a:srgbClr val="88888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8176833" y="1820293"/>
              <a:ext cx="181965" cy="181965"/>
            </a:xfrm>
            <a:prstGeom prst="rect">
              <a:avLst/>
            </a:prstGeom>
            <a:solidFill>
              <a:srgbClr val="55B7E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8176833" y="2002259"/>
              <a:ext cx="181965" cy="181965"/>
            </a:xfrm>
            <a:prstGeom prst="rect">
              <a:avLst/>
            </a:prstGeom>
            <a:solidFill>
              <a:srgbClr val="EE616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8176833" y="2184225"/>
              <a:ext cx="181965" cy="181965"/>
            </a:xfrm>
            <a:prstGeom prst="rect">
              <a:avLst/>
            </a:prstGeom>
            <a:solidFill>
              <a:srgbClr val="4FB98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8176833" y="2366190"/>
              <a:ext cx="181965" cy="181965"/>
            </a:xfrm>
            <a:prstGeom prst="rect">
              <a:avLst/>
            </a:prstGeom>
            <a:solidFill>
              <a:srgbClr val="ED954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8176833" y="2548156"/>
              <a:ext cx="181965" cy="181965"/>
            </a:xfrm>
            <a:prstGeom prst="rect">
              <a:avLst/>
            </a:prstGeom>
            <a:solidFill>
              <a:srgbClr val="FDD456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8176833" y="2730121"/>
              <a:ext cx="181965" cy="181965"/>
            </a:xfrm>
            <a:prstGeom prst="rect">
              <a:avLst/>
            </a:prstGeom>
            <a:solidFill>
              <a:srgbClr val="6358C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tx331"/>
            <p:cNvSpPr/>
            <p:nvPr/>
          </p:nvSpPr>
          <p:spPr>
            <a:xfrm>
              <a:off x="8395192" y="1683819"/>
              <a:ext cx="40965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Control</a:t>
              </a:r>
            </a:p>
          </p:txBody>
        </p:sp>
        <p:sp>
          <p:nvSpPr>
            <p:cNvPr id="332" name="tx332"/>
            <p:cNvSpPr/>
            <p:nvPr/>
          </p:nvSpPr>
          <p:spPr>
            <a:xfrm>
              <a:off x="8395192" y="1865785"/>
              <a:ext cx="18361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Ble</a:t>
              </a:r>
            </a:p>
          </p:txBody>
        </p:sp>
        <p:sp>
          <p:nvSpPr>
            <p:cNvPr id="333" name="tx333"/>
            <p:cNvSpPr/>
            <p:nvPr/>
          </p:nvSpPr>
          <p:spPr>
            <a:xfrm>
              <a:off x="8395192" y="2047750"/>
              <a:ext cx="4554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Are+Ble</a:t>
              </a:r>
            </a:p>
          </p:txBody>
        </p:sp>
        <p:sp>
          <p:nvSpPr>
            <p:cNvPr id="334" name="tx334"/>
            <p:cNvSpPr/>
            <p:nvPr/>
          </p:nvSpPr>
          <p:spPr>
            <a:xfrm>
              <a:off x="8395192" y="2229716"/>
              <a:ext cx="19769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Are</a:t>
              </a:r>
            </a:p>
          </p:txBody>
        </p:sp>
        <p:sp>
          <p:nvSpPr>
            <p:cNvPr id="335" name="tx335"/>
            <p:cNvSpPr/>
            <p:nvPr/>
          </p:nvSpPr>
          <p:spPr>
            <a:xfrm>
              <a:off x="8395192" y="2411682"/>
              <a:ext cx="11996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IA</a:t>
              </a:r>
            </a:p>
          </p:txBody>
        </p:sp>
        <p:sp>
          <p:nvSpPr>
            <p:cNvPr id="336" name="tx336"/>
            <p:cNvSpPr/>
            <p:nvPr/>
          </p:nvSpPr>
          <p:spPr>
            <a:xfrm>
              <a:off x="8395192" y="2593647"/>
              <a:ext cx="19046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</a:t>
              </a:r>
            </a:p>
          </p:txBody>
        </p:sp>
        <p:sp>
          <p:nvSpPr>
            <p:cNvPr id="337" name="tx337"/>
            <p:cNvSpPr/>
            <p:nvPr/>
          </p:nvSpPr>
          <p:spPr>
            <a:xfrm>
              <a:off x="8395192" y="2775613"/>
              <a:ext cx="19046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MP</a:t>
              </a:r>
            </a:p>
          </p:txBody>
        </p:sp>
        <p:sp>
          <p:nvSpPr>
            <p:cNvPr id="338" name="rc338"/>
            <p:cNvSpPr/>
            <p:nvPr/>
          </p:nvSpPr>
          <p:spPr>
            <a:xfrm>
              <a:off x="7811613" y="3387804"/>
              <a:ext cx="127000" cy="19050"/>
            </a:xfrm>
            <a:prstGeom prst="rect">
              <a:avLst/>
            </a:prstGeom>
            <a:solidFill>
              <a:srgbClr val="20A0E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7811613" y="3368754"/>
              <a:ext cx="127000" cy="19050"/>
            </a:xfrm>
            <a:prstGeom prst="rect">
              <a:avLst/>
            </a:prstGeom>
            <a:solidFill>
              <a:srgbClr val="24A1E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rc340"/>
            <p:cNvSpPr/>
            <p:nvPr/>
          </p:nvSpPr>
          <p:spPr>
            <a:xfrm>
              <a:off x="7811613" y="3349704"/>
              <a:ext cx="127000" cy="19050"/>
            </a:xfrm>
            <a:prstGeom prst="rect">
              <a:avLst/>
            </a:prstGeom>
            <a:solidFill>
              <a:srgbClr val="29A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7811613" y="3330654"/>
              <a:ext cx="127000" cy="19050"/>
            </a:xfrm>
            <a:prstGeom prst="rect">
              <a:avLst/>
            </a:prstGeom>
            <a:solidFill>
              <a:srgbClr val="2DA5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rc342"/>
            <p:cNvSpPr/>
            <p:nvPr/>
          </p:nvSpPr>
          <p:spPr>
            <a:xfrm>
              <a:off x="7811613" y="3311604"/>
              <a:ext cx="127000" cy="19050"/>
            </a:xfrm>
            <a:prstGeom prst="rect">
              <a:avLst/>
            </a:prstGeom>
            <a:solidFill>
              <a:srgbClr val="32A7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rc343"/>
            <p:cNvSpPr/>
            <p:nvPr/>
          </p:nvSpPr>
          <p:spPr>
            <a:xfrm>
              <a:off x="7811613" y="3292554"/>
              <a:ext cx="127000" cy="19050"/>
            </a:xfrm>
            <a:prstGeom prst="rect">
              <a:avLst/>
            </a:prstGeom>
            <a:solidFill>
              <a:srgbClr val="36A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rc344"/>
            <p:cNvSpPr/>
            <p:nvPr/>
          </p:nvSpPr>
          <p:spPr>
            <a:xfrm>
              <a:off x="7811613" y="3273504"/>
              <a:ext cx="127000" cy="19050"/>
            </a:xfrm>
            <a:prstGeom prst="rect">
              <a:avLst/>
            </a:prstGeom>
            <a:solidFill>
              <a:srgbClr val="3BAB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7811613" y="3254454"/>
              <a:ext cx="127000" cy="19050"/>
            </a:xfrm>
            <a:prstGeom prst="rect">
              <a:avLst/>
            </a:prstGeom>
            <a:solidFill>
              <a:srgbClr val="3FAD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7811613" y="3235404"/>
              <a:ext cx="127000" cy="19050"/>
            </a:xfrm>
            <a:prstGeom prst="rect">
              <a:avLst/>
            </a:prstGeom>
            <a:solidFill>
              <a:srgbClr val="44AF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7811613" y="3216354"/>
              <a:ext cx="127000" cy="19049"/>
            </a:xfrm>
            <a:prstGeom prst="rect">
              <a:avLst/>
            </a:prstGeom>
            <a:solidFill>
              <a:srgbClr val="48B1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7811613" y="3197304"/>
              <a:ext cx="127000" cy="19050"/>
            </a:xfrm>
            <a:prstGeom prst="rect">
              <a:avLst/>
            </a:prstGeom>
            <a:solidFill>
              <a:srgbClr val="4DB3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7811613" y="3178254"/>
              <a:ext cx="127000" cy="19050"/>
            </a:xfrm>
            <a:prstGeom prst="rect">
              <a:avLst/>
            </a:prstGeom>
            <a:solidFill>
              <a:srgbClr val="51B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7811613" y="3159204"/>
              <a:ext cx="127000" cy="19049"/>
            </a:xfrm>
            <a:prstGeom prst="rect">
              <a:avLst/>
            </a:prstGeom>
            <a:solidFill>
              <a:srgbClr val="56B7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7811613" y="3140154"/>
              <a:ext cx="127000" cy="19050"/>
            </a:xfrm>
            <a:prstGeom prst="rect">
              <a:avLst/>
            </a:prstGeom>
            <a:solidFill>
              <a:srgbClr val="5AB8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7811613" y="3121104"/>
              <a:ext cx="127000" cy="19050"/>
            </a:xfrm>
            <a:prstGeom prst="rect">
              <a:avLst/>
            </a:prstGeom>
            <a:solidFill>
              <a:srgbClr val="5FBAE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7811613" y="3102054"/>
              <a:ext cx="127000" cy="19049"/>
            </a:xfrm>
            <a:prstGeom prst="rect">
              <a:avLst/>
            </a:prstGeom>
            <a:solidFill>
              <a:srgbClr val="63BCE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7811613" y="3083004"/>
              <a:ext cx="127000" cy="19050"/>
            </a:xfrm>
            <a:prstGeom prst="rect">
              <a:avLst/>
            </a:prstGeom>
            <a:solidFill>
              <a:srgbClr val="68BE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7811613" y="3063954"/>
              <a:ext cx="127000" cy="19049"/>
            </a:xfrm>
            <a:prstGeom prst="rect">
              <a:avLst/>
            </a:prstGeom>
            <a:solidFill>
              <a:srgbClr val="6CC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7811613" y="3044904"/>
              <a:ext cx="127000" cy="19049"/>
            </a:xfrm>
            <a:prstGeom prst="rect">
              <a:avLst/>
            </a:prstGeom>
            <a:solidFill>
              <a:srgbClr val="71C2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7811613" y="3025854"/>
              <a:ext cx="127000" cy="19050"/>
            </a:xfrm>
            <a:prstGeom prst="rect">
              <a:avLst/>
            </a:prstGeom>
            <a:solidFill>
              <a:srgbClr val="75C4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7811613" y="3006804"/>
              <a:ext cx="127000" cy="19050"/>
            </a:xfrm>
            <a:prstGeom prst="rect">
              <a:avLst/>
            </a:prstGeom>
            <a:solidFill>
              <a:srgbClr val="7AC6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7811613" y="2987754"/>
              <a:ext cx="127000" cy="19049"/>
            </a:xfrm>
            <a:prstGeom prst="rect">
              <a:avLst/>
            </a:prstGeom>
            <a:solidFill>
              <a:srgbClr val="7EC8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7811613" y="2968704"/>
              <a:ext cx="127000" cy="19050"/>
            </a:xfrm>
            <a:prstGeom prst="rect">
              <a:avLst/>
            </a:prstGeom>
            <a:solidFill>
              <a:srgbClr val="83CA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7811613" y="2949654"/>
              <a:ext cx="127000" cy="19050"/>
            </a:xfrm>
            <a:prstGeom prst="rect">
              <a:avLst/>
            </a:prstGeom>
            <a:solidFill>
              <a:srgbClr val="87CC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7811613" y="2930604"/>
              <a:ext cx="127000" cy="19049"/>
            </a:xfrm>
            <a:prstGeom prst="rect">
              <a:avLst/>
            </a:prstGeom>
            <a:solidFill>
              <a:srgbClr val="8CCE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7811613" y="2911554"/>
              <a:ext cx="127000" cy="19050"/>
            </a:xfrm>
            <a:prstGeom prst="rect">
              <a:avLst/>
            </a:prstGeom>
            <a:solidFill>
              <a:srgbClr val="90CF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7811613" y="2892504"/>
              <a:ext cx="127000" cy="19050"/>
            </a:xfrm>
            <a:prstGeom prst="rect">
              <a:avLst/>
            </a:prstGeom>
            <a:solidFill>
              <a:srgbClr val="95D1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7811613" y="2873454"/>
              <a:ext cx="127000" cy="19049"/>
            </a:xfrm>
            <a:prstGeom prst="rect">
              <a:avLst/>
            </a:prstGeom>
            <a:solidFill>
              <a:srgbClr val="99D3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7811613" y="2854404"/>
              <a:ext cx="127000" cy="19050"/>
            </a:xfrm>
            <a:prstGeom prst="rect">
              <a:avLst/>
            </a:prstGeom>
            <a:solidFill>
              <a:srgbClr val="9ED5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7811613" y="2835354"/>
              <a:ext cx="127000" cy="19050"/>
            </a:xfrm>
            <a:prstGeom prst="rect">
              <a:avLst/>
            </a:prstGeom>
            <a:solidFill>
              <a:srgbClr val="A2D7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7811613" y="2816304"/>
              <a:ext cx="127000" cy="19049"/>
            </a:xfrm>
            <a:prstGeom prst="rect">
              <a:avLst/>
            </a:prstGeom>
            <a:solidFill>
              <a:srgbClr val="A7D9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7811613" y="2797254"/>
              <a:ext cx="127000" cy="19050"/>
            </a:xfrm>
            <a:prstGeom prst="rect">
              <a:avLst/>
            </a:prstGeom>
            <a:solidFill>
              <a:srgbClr val="ABDBF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7811613" y="2778204"/>
              <a:ext cx="127000" cy="19050"/>
            </a:xfrm>
            <a:prstGeom prst="rect">
              <a:avLst/>
            </a:prstGeom>
            <a:solidFill>
              <a:srgbClr val="B0DDF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7811613" y="2759154"/>
              <a:ext cx="127000" cy="19049"/>
            </a:xfrm>
            <a:prstGeom prst="rect">
              <a:avLst/>
            </a:prstGeom>
            <a:solidFill>
              <a:srgbClr val="B4D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7811613" y="2740104"/>
              <a:ext cx="127000" cy="19050"/>
            </a:xfrm>
            <a:prstGeom prst="rect">
              <a:avLst/>
            </a:prstGeom>
            <a:solidFill>
              <a:srgbClr val="B9E1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7811613" y="2721054"/>
              <a:ext cx="127000" cy="1905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7811613" y="2702004"/>
              <a:ext cx="127000" cy="19049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7811613" y="2682954"/>
              <a:ext cx="127000" cy="19050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7811613" y="2663904"/>
              <a:ext cx="127000" cy="1905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7811613" y="2644854"/>
              <a:ext cx="127000" cy="19049"/>
            </a:xfrm>
            <a:prstGeom prst="rect">
              <a:avLst/>
            </a:prstGeom>
            <a:solidFill>
              <a:srgbClr val="CFEAF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rc378"/>
            <p:cNvSpPr/>
            <p:nvPr/>
          </p:nvSpPr>
          <p:spPr>
            <a:xfrm>
              <a:off x="7811613" y="2625804"/>
              <a:ext cx="127000" cy="19050"/>
            </a:xfrm>
            <a:prstGeom prst="rect">
              <a:avLst/>
            </a:prstGeom>
            <a:solidFill>
              <a:srgbClr val="D4ECF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7811613" y="2606754"/>
              <a:ext cx="127000" cy="19050"/>
            </a:xfrm>
            <a:prstGeom prst="rect">
              <a:avLst/>
            </a:prstGeom>
            <a:solidFill>
              <a:srgbClr val="D8EEF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7811613" y="2587704"/>
              <a:ext cx="127000" cy="19049"/>
            </a:xfrm>
            <a:prstGeom prst="rect">
              <a:avLst/>
            </a:prstGeom>
            <a:solidFill>
              <a:srgbClr val="DDF0F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7811613" y="2568654"/>
              <a:ext cx="127000" cy="19050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7811613" y="2549604"/>
              <a:ext cx="127000" cy="19050"/>
            </a:xfrm>
            <a:prstGeom prst="rect">
              <a:avLst/>
            </a:prstGeom>
            <a:solidFill>
              <a:srgbClr val="E6F4F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7811613" y="2530554"/>
              <a:ext cx="127000" cy="19049"/>
            </a:xfrm>
            <a:prstGeom prst="rect">
              <a:avLst/>
            </a:prstGeom>
            <a:solidFill>
              <a:srgbClr val="EAF6F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rc384"/>
            <p:cNvSpPr/>
            <p:nvPr/>
          </p:nvSpPr>
          <p:spPr>
            <a:xfrm>
              <a:off x="7811613" y="2511504"/>
              <a:ext cx="127000" cy="19050"/>
            </a:xfrm>
            <a:prstGeom prst="rect">
              <a:avLst/>
            </a:prstGeom>
            <a:solidFill>
              <a:srgbClr val="EFF8F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" name="rc385"/>
            <p:cNvSpPr/>
            <p:nvPr/>
          </p:nvSpPr>
          <p:spPr>
            <a:xfrm>
              <a:off x="7811613" y="2492454"/>
              <a:ext cx="127000" cy="19049"/>
            </a:xfrm>
            <a:prstGeom prst="rect">
              <a:avLst/>
            </a:prstGeom>
            <a:solidFill>
              <a:srgbClr val="F3FAF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7811613" y="2473404"/>
              <a:ext cx="127000" cy="19049"/>
            </a:xfrm>
            <a:prstGeom prst="rect">
              <a:avLst/>
            </a:prstGeom>
            <a:solidFill>
              <a:srgbClr val="F8FC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7811613" y="2454354"/>
              <a:ext cx="127000" cy="19050"/>
            </a:xfrm>
            <a:prstGeom prst="rect">
              <a:avLst/>
            </a:prstGeom>
            <a:solidFill>
              <a:srgbClr val="FCFE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" name="rc388"/>
            <p:cNvSpPr/>
            <p:nvPr/>
          </p:nvSpPr>
          <p:spPr>
            <a:xfrm>
              <a:off x="7811613" y="2435304"/>
              <a:ext cx="127000" cy="19050"/>
            </a:xfrm>
            <a:prstGeom prst="rect">
              <a:avLst/>
            </a:prstGeom>
            <a:solidFill>
              <a:srgbClr val="FEFCF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7811613" y="2416254"/>
              <a:ext cx="127000" cy="19049"/>
            </a:xfrm>
            <a:prstGeom prst="rect">
              <a:avLst/>
            </a:prstGeom>
            <a:solidFill>
              <a:srgbClr val="FEF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rc390"/>
            <p:cNvSpPr/>
            <p:nvPr/>
          </p:nvSpPr>
          <p:spPr>
            <a:xfrm>
              <a:off x="7811613" y="2397204"/>
              <a:ext cx="127000" cy="19050"/>
            </a:xfrm>
            <a:prstGeom prst="rect">
              <a:avLst/>
            </a:prstGeom>
            <a:solidFill>
              <a:srgbClr val="FDF4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" name="rc391"/>
            <p:cNvSpPr/>
            <p:nvPr/>
          </p:nvSpPr>
          <p:spPr>
            <a:xfrm>
              <a:off x="7811613" y="2378154"/>
              <a:ext cx="127000" cy="19050"/>
            </a:xfrm>
            <a:prstGeom prst="rect">
              <a:avLst/>
            </a:prstGeom>
            <a:solidFill>
              <a:srgbClr val="FDF0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" name="rc392"/>
            <p:cNvSpPr/>
            <p:nvPr/>
          </p:nvSpPr>
          <p:spPr>
            <a:xfrm>
              <a:off x="7811613" y="2359104"/>
              <a:ext cx="127000" cy="19049"/>
            </a:xfrm>
            <a:prstGeom prst="rect">
              <a:avLst/>
            </a:prstGeom>
            <a:solidFill>
              <a:srgbClr val="FCECE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" name="rc393"/>
            <p:cNvSpPr/>
            <p:nvPr/>
          </p:nvSpPr>
          <p:spPr>
            <a:xfrm>
              <a:off x="7811613" y="2340054"/>
              <a:ext cx="127000" cy="19050"/>
            </a:xfrm>
            <a:prstGeom prst="rect">
              <a:avLst/>
            </a:prstGeom>
            <a:solidFill>
              <a:srgbClr val="FC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" name="rc394"/>
            <p:cNvSpPr/>
            <p:nvPr/>
          </p:nvSpPr>
          <p:spPr>
            <a:xfrm>
              <a:off x="7811613" y="2321004"/>
              <a:ext cx="127000" cy="19049"/>
            </a:xfrm>
            <a:prstGeom prst="rect">
              <a:avLst/>
            </a:prstGeom>
            <a:solidFill>
              <a:srgbClr val="FBE4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7811613" y="2301954"/>
              <a:ext cx="127000" cy="19049"/>
            </a:xfrm>
            <a:prstGeom prst="rect">
              <a:avLst/>
            </a:prstGeom>
            <a:solidFill>
              <a:srgbClr val="FBE0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7811613" y="2282904"/>
              <a:ext cx="127000" cy="19050"/>
            </a:xfrm>
            <a:prstGeom prst="rect">
              <a:avLst/>
            </a:prstGeom>
            <a:solidFill>
              <a:srgbClr val="FADC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7811613" y="2263854"/>
              <a:ext cx="127000" cy="19050"/>
            </a:xfrm>
            <a:prstGeom prst="rect">
              <a:avLst/>
            </a:prstGeom>
            <a:solidFill>
              <a:srgbClr val="FAD8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7811613" y="2244804"/>
              <a:ext cx="127000" cy="19049"/>
            </a:xfrm>
            <a:prstGeom prst="rect">
              <a:avLst/>
            </a:prstGeom>
            <a:solidFill>
              <a:srgbClr val="F9D4D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rc399"/>
            <p:cNvSpPr/>
            <p:nvPr/>
          </p:nvSpPr>
          <p:spPr>
            <a:xfrm>
              <a:off x="7811613" y="2225754"/>
              <a:ext cx="127000" cy="19050"/>
            </a:xfrm>
            <a:prstGeom prst="rect">
              <a:avLst/>
            </a:prstGeom>
            <a:solidFill>
              <a:srgbClr val="F9D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7811613" y="2206704"/>
              <a:ext cx="127000" cy="19050"/>
            </a:xfrm>
            <a:prstGeom prst="rect">
              <a:avLst/>
            </a:prstGeom>
            <a:solidFill>
              <a:srgbClr val="F8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7811613" y="2187654"/>
              <a:ext cx="127000" cy="19049"/>
            </a:xfrm>
            <a:prstGeom prst="rect">
              <a:avLst/>
            </a:prstGeom>
            <a:solidFill>
              <a:srgbClr val="F8C8C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7811613" y="2168604"/>
              <a:ext cx="127000" cy="19050"/>
            </a:xfrm>
            <a:prstGeom prst="rect">
              <a:avLst/>
            </a:prstGeom>
            <a:solidFill>
              <a:srgbClr val="F7C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7811613" y="2149554"/>
              <a:ext cx="127000" cy="19050"/>
            </a:xfrm>
            <a:prstGeom prst="rect">
              <a:avLst/>
            </a:prstGeom>
            <a:solidFill>
              <a:srgbClr val="F7C0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7811613" y="2130504"/>
              <a:ext cx="127000" cy="19049"/>
            </a:xfrm>
            <a:prstGeom prst="rect">
              <a:avLst/>
            </a:prstGeom>
            <a:solidFill>
              <a:srgbClr val="F7BCB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rc405"/>
            <p:cNvSpPr/>
            <p:nvPr/>
          </p:nvSpPr>
          <p:spPr>
            <a:xfrm>
              <a:off x="7811613" y="2111454"/>
              <a:ext cx="127000" cy="19050"/>
            </a:xfrm>
            <a:prstGeom prst="rect">
              <a:avLst/>
            </a:prstGeom>
            <a:solidFill>
              <a:srgbClr val="F6B8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7811613" y="2092404"/>
              <a:ext cx="127000" cy="19049"/>
            </a:xfrm>
            <a:prstGeom prst="rect">
              <a:avLst/>
            </a:prstGeom>
            <a:solidFill>
              <a:srgbClr val="F6B4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7811613" y="2073354"/>
              <a:ext cx="127000" cy="19049"/>
            </a:xfrm>
            <a:prstGeom prst="rect">
              <a:avLst/>
            </a:prstGeom>
            <a:solidFill>
              <a:srgbClr val="F5B0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7811613" y="2054304"/>
              <a:ext cx="127000" cy="19050"/>
            </a:xfrm>
            <a:prstGeom prst="rect">
              <a:avLst/>
            </a:prstGeom>
            <a:solidFill>
              <a:srgbClr val="F5AC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7811613" y="2035254"/>
              <a:ext cx="127000" cy="19050"/>
            </a:xfrm>
            <a:prstGeom prst="rect">
              <a:avLst/>
            </a:prstGeom>
            <a:solidFill>
              <a:srgbClr val="F4A8A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7811613" y="2016204"/>
              <a:ext cx="127000" cy="19049"/>
            </a:xfrm>
            <a:prstGeom prst="rect">
              <a:avLst/>
            </a:prstGeom>
            <a:solidFill>
              <a:srgbClr val="F4A4A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7811613" y="1997154"/>
              <a:ext cx="127000" cy="19050"/>
            </a:xfrm>
            <a:prstGeom prst="rect">
              <a:avLst/>
            </a:prstGeom>
            <a:solidFill>
              <a:srgbClr val="F3A0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7811613" y="1978104"/>
              <a:ext cx="127000" cy="19050"/>
            </a:xfrm>
            <a:prstGeom prst="rect">
              <a:avLst/>
            </a:prstGeom>
            <a:solidFill>
              <a:srgbClr val="F39C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7811613" y="1959054"/>
              <a:ext cx="127000" cy="19049"/>
            </a:xfrm>
            <a:prstGeom prst="rect">
              <a:avLst/>
            </a:prstGeom>
            <a:solidFill>
              <a:srgbClr val="F298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7811613" y="1940004"/>
              <a:ext cx="127000" cy="19050"/>
            </a:xfrm>
            <a:prstGeom prst="rect">
              <a:avLst/>
            </a:prstGeom>
            <a:solidFill>
              <a:srgbClr val="F294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7811613" y="1920954"/>
              <a:ext cx="127000" cy="19050"/>
            </a:xfrm>
            <a:prstGeom prst="rect">
              <a:avLst/>
            </a:prstGeom>
            <a:solidFill>
              <a:srgbClr val="F1909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7811613" y="1901904"/>
              <a:ext cx="127000" cy="19049"/>
            </a:xfrm>
            <a:prstGeom prst="rect">
              <a:avLst/>
            </a:prstGeom>
            <a:solidFill>
              <a:srgbClr val="F18C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7811613" y="1882854"/>
              <a:ext cx="127000" cy="19049"/>
            </a:xfrm>
            <a:prstGeom prst="rect">
              <a:avLst/>
            </a:prstGeom>
            <a:solidFill>
              <a:srgbClr val="F088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7811613" y="1863804"/>
              <a:ext cx="127000" cy="19050"/>
            </a:xfrm>
            <a:prstGeom prst="rect">
              <a:avLst/>
            </a:prstGeom>
            <a:solidFill>
              <a:srgbClr val="F084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7811613" y="1844754"/>
              <a:ext cx="127000" cy="19049"/>
            </a:xfrm>
            <a:prstGeom prst="rect">
              <a:avLst/>
            </a:prstGeom>
            <a:solidFill>
              <a:srgbClr val="EF808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7811613" y="1825704"/>
              <a:ext cx="127000" cy="19049"/>
            </a:xfrm>
            <a:prstGeom prst="rect">
              <a:avLst/>
            </a:prstGeom>
            <a:solidFill>
              <a:srgbClr val="EF7C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7811613" y="1806654"/>
              <a:ext cx="127000" cy="19050"/>
            </a:xfrm>
            <a:prstGeom prst="rect">
              <a:avLst/>
            </a:prstGeom>
            <a:solidFill>
              <a:srgbClr val="EE78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7811613" y="1787604"/>
              <a:ext cx="127000" cy="19049"/>
            </a:xfrm>
            <a:prstGeom prst="rect">
              <a:avLst/>
            </a:prstGeom>
            <a:solidFill>
              <a:srgbClr val="EE74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7811613" y="1768554"/>
              <a:ext cx="127000" cy="19049"/>
            </a:xfrm>
            <a:prstGeom prst="rect">
              <a:avLst/>
            </a:prstGeom>
            <a:solidFill>
              <a:srgbClr val="ED70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7811613" y="1749504"/>
              <a:ext cx="127000" cy="19050"/>
            </a:xfrm>
            <a:prstGeom prst="rect">
              <a:avLst/>
            </a:prstGeom>
            <a:solidFill>
              <a:srgbClr val="ED6C6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7811613" y="1730454"/>
              <a:ext cx="127000" cy="19049"/>
            </a:xfrm>
            <a:prstGeom prst="rect">
              <a:avLst/>
            </a:prstGeom>
            <a:solidFill>
              <a:srgbClr val="EC686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7811613" y="1711404"/>
              <a:ext cx="127000" cy="19049"/>
            </a:xfrm>
            <a:prstGeom prst="rect">
              <a:avLst/>
            </a:prstGeom>
            <a:solidFill>
              <a:srgbClr val="EC64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7811613" y="1692354"/>
              <a:ext cx="127000" cy="19050"/>
            </a:xfrm>
            <a:prstGeom prst="rect">
              <a:avLst/>
            </a:prstGeom>
            <a:solidFill>
              <a:srgbClr val="EB60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7811613" y="1673304"/>
              <a:ext cx="127000" cy="19049"/>
            </a:xfrm>
            <a:prstGeom prst="rect">
              <a:avLst/>
            </a:prstGeom>
            <a:solidFill>
              <a:srgbClr val="EB5C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7811613" y="1654254"/>
              <a:ext cx="127000" cy="19049"/>
            </a:xfrm>
            <a:prstGeom prst="rect">
              <a:avLst/>
            </a:prstGeom>
            <a:solidFill>
              <a:srgbClr val="EA585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7811613" y="1635204"/>
              <a:ext cx="127000" cy="19050"/>
            </a:xfrm>
            <a:prstGeom prst="rect">
              <a:avLst/>
            </a:prstGeom>
            <a:solidFill>
              <a:srgbClr val="EA5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7811613" y="1616154"/>
              <a:ext cx="127000" cy="19050"/>
            </a:xfrm>
            <a:prstGeom prst="rect">
              <a:avLst/>
            </a:prstGeom>
            <a:solidFill>
              <a:srgbClr val="E950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7811613" y="1597104"/>
              <a:ext cx="127000" cy="19049"/>
            </a:xfrm>
            <a:prstGeom prst="rect">
              <a:avLst/>
            </a:prstGeom>
            <a:solidFill>
              <a:srgbClr val="E94C4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7811613" y="1578054"/>
              <a:ext cx="127000" cy="19050"/>
            </a:xfrm>
            <a:prstGeom prst="rect">
              <a:avLst/>
            </a:prstGeom>
            <a:solidFill>
              <a:srgbClr val="E848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7811613" y="1559004"/>
              <a:ext cx="127000" cy="19049"/>
            </a:xfrm>
            <a:prstGeom prst="rect">
              <a:avLst/>
            </a:prstGeom>
            <a:solidFill>
              <a:srgbClr val="E8444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7811613" y="1539954"/>
              <a:ext cx="127000" cy="19049"/>
            </a:xfrm>
            <a:prstGeom prst="rect">
              <a:avLst/>
            </a:prstGeom>
            <a:solidFill>
              <a:srgbClr val="E7404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7811613" y="1520904"/>
              <a:ext cx="127000" cy="19050"/>
            </a:xfrm>
            <a:prstGeom prst="rect">
              <a:avLst/>
            </a:prstGeom>
            <a:solidFill>
              <a:srgbClr val="E73C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7811613" y="1501854"/>
              <a:ext cx="127000" cy="19049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tx438"/>
            <p:cNvSpPr/>
            <p:nvPr/>
          </p:nvSpPr>
          <p:spPr>
            <a:xfrm>
              <a:off x="7989413" y="3361362"/>
              <a:ext cx="11301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439" name="tx439"/>
            <p:cNvSpPr/>
            <p:nvPr/>
          </p:nvSpPr>
          <p:spPr>
            <a:xfrm>
              <a:off x="7989413" y="2885112"/>
              <a:ext cx="11301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440" name="tx440"/>
            <p:cNvSpPr/>
            <p:nvPr/>
          </p:nvSpPr>
          <p:spPr>
            <a:xfrm>
              <a:off x="7989413" y="2408862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7989413" y="1932612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42" name="tx442"/>
            <p:cNvSpPr/>
            <p:nvPr/>
          </p:nvSpPr>
          <p:spPr>
            <a:xfrm>
              <a:off x="7989413" y="1456362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2026-06-07T16:50:23Z</dcterms:modified>
  <cp:category/>
</cp:coreProperties>
</file>